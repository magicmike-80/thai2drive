
<file path=[Content_Types].xml><?xml version="1.0" encoding="utf-8"?>
<Types xmlns="http://schemas.openxmlformats.org/package/2006/content-types">
  <Default Extension="gif" ContentType="image/gif"/>
  <Default Extension="jp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slideshow.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26.xml" ContentType="application/vnd.openxmlformats-officedocument.presentationml.slideMaster+xml"/>
  <Override PartName="/ppt/slideMasters/slideMaster27.xml" ContentType="application/vnd.openxmlformats-officedocument.presentationml.slideMaster+xml"/>
  <Override PartName="/ppt/slideMasters/slideMaster28.xml" ContentType="application/vnd.openxmlformats-officedocument.presentationml.slideMaster+xml"/>
  <Override PartName="/ppt/slideMasters/slideMaster29.xml" ContentType="application/vnd.openxmlformats-officedocument.presentationml.slideMaster+xml"/>
  <Override PartName="/ppt/slideMasters/slideMaster30.xml" ContentType="application/vnd.openxmlformats-officedocument.presentationml.slideMaster+xml"/>
  <Override PartName="/ppt/slideMasters/slideMaster31.xml" ContentType="application/vnd.openxmlformats-officedocument.presentationml.slideMaster+xml"/>
  <Override PartName="/ppt/slideMasters/slideMaster32.xml" ContentType="application/vnd.openxmlformats-officedocument.presentationml.slideMaster+xml"/>
  <Override PartName="/ppt/slideMasters/slideMaster33.xml" ContentType="application/vnd.openxmlformats-officedocument.presentationml.slideMaster+xml"/>
  <Override PartName="/ppt/slideMasters/slideMaster34.xml" ContentType="application/vnd.openxmlformats-officedocument.presentationml.slideMaster+xml"/>
  <Override PartName="/ppt/slideMasters/slideMaster35.xml" ContentType="application/vnd.openxmlformats-officedocument.presentationml.slideMaster+xml"/>
  <Override PartName="/ppt/slideMasters/slideMaster36.xml" ContentType="application/vnd.openxmlformats-officedocument.presentationml.slideMaster+xml"/>
  <Override PartName="/ppt/slideMasters/slideMaster37.xml" ContentType="application/vnd.openxmlformats-officedocument.presentationml.slideMaster+xml"/>
  <Override PartName="/ppt/slideMasters/slideMaster38.xml" ContentType="application/vnd.openxmlformats-officedocument.presentationml.slideMaster+xml"/>
  <Override PartName="/ppt/slideMasters/slideMaster39.xml" ContentType="application/vnd.openxmlformats-officedocument.presentationml.slideMaster+xml"/>
  <Override PartName="/ppt/slideMasters/slideMaster40.xml" ContentType="application/vnd.openxmlformats-officedocument.presentationml.slideMaster+xml"/>
  <Override PartName="/ppt/slideMasters/slideMaster41.xml" ContentType="application/vnd.openxmlformats-officedocument.presentationml.slideMaster+xml"/>
  <Override PartName="/ppt/slideMasters/slideMaster42.xml" ContentType="application/vnd.openxmlformats-officedocument.presentationml.slideMaster+xml"/>
  <Override PartName="/ppt/slideMasters/slideMaster43.xml" ContentType="application/vnd.openxmlformats-officedocument.presentationml.slideMaster+xml"/>
  <Override PartName="/ppt/slideMasters/slideMaster44.xml" ContentType="application/vnd.openxmlformats-officedocument.presentationml.slideMaster+xml"/>
  <Override PartName="/ppt/slideMasters/slideMaster45.xml" ContentType="application/vnd.openxmlformats-officedocument.presentationml.slideMaster+xml"/>
  <Override PartName="/ppt/slideMasters/slideMaster46.xml" ContentType="application/vnd.openxmlformats-officedocument.presentationml.slideMaster+xml"/>
  <Override PartName="/ppt/slideMasters/slideMaster47.xml" ContentType="application/vnd.openxmlformats-officedocument.presentationml.slideMaster+xml"/>
  <Override PartName="/ppt/slideMasters/slideMaster48.xml" ContentType="application/vnd.openxmlformats-officedocument.presentationml.slideMaster+xml"/>
  <Override PartName="/ppt/slideMasters/slideMaster49.xml" ContentType="application/vnd.openxmlformats-officedocument.presentationml.slideMaster+xml"/>
  <Override PartName="/ppt/slideMasters/slideMaster50.xml" ContentType="application/vnd.openxmlformats-officedocument.presentationml.slideMaster+xml"/>
  <Override PartName="/ppt/slideMasters/slideMaster51.xml" ContentType="application/vnd.openxmlformats-officedocument.presentationml.slideMaster+xml"/>
  <Override PartName="/ppt/slideMasters/slideMaster52.xml" ContentType="application/vnd.openxmlformats-officedocument.presentationml.slideMaster+xml"/>
  <Override PartName="/ppt/slideMasters/slideMaster53.xml" ContentType="application/vnd.openxmlformats-officedocument.presentationml.slideMaster+xml"/>
  <Override PartName="/ppt/slideMasters/slideMaster54.xml" ContentType="application/vnd.openxmlformats-officedocument.presentationml.slideMaster+xml"/>
  <Override PartName="/ppt/slideMasters/slideMaster55.xml" ContentType="application/vnd.openxmlformats-officedocument.presentationml.slideMaster+xml"/>
  <Override PartName="/ppt/slideMasters/slideMaster5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3.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4.xml" ContentType="application/vnd.openxmlformats-officedocument.theme+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5.xml" ContentType="application/vnd.openxmlformats-officedocument.theme+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6.xml" ContentType="application/vnd.openxmlformats-officedocument.theme+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theme/theme7.xml" ContentType="application/vnd.openxmlformats-officedocument.theme+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theme/theme8.xml" ContentType="application/vnd.openxmlformats-officedocument.theme+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theme/theme9.xml" ContentType="application/vnd.openxmlformats-officedocument.theme+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theme/theme10.xml" ContentType="application/vnd.openxmlformats-officedocument.theme+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theme/theme11.xml" ContentType="application/vnd.openxmlformats-officedocument.theme+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theme/theme12.xml" ContentType="application/vnd.openxmlformats-officedocument.theme+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theme/theme13.xml" ContentType="application/vnd.openxmlformats-officedocument.theme+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theme/theme14.xml" ContentType="application/vnd.openxmlformats-officedocument.theme+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theme/theme15.xml" ContentType="application/vnd.openxmlformats-officedocument.theme+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theme/theme16.xml" ContentType="application/vnd.openxmlformats-officedocument.theme+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theme/theme17.xml" ContentType="application/vnd.openxmlformats-officedocument.theme+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theme/theme18.xml" ContentType="application/vnd.openxmlformats-officedocument.theme+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theme/theme19.xml" ContentType="application/vnd.openxmlformats-officedocument.theme+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theme/theme20.xml" ContentType="application/vnd.openxmlformats-officedocument.theme+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theme/theme21.xml" ContentType="application/vnd.openxmlformats-officedocument.theme+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theme/theme22.xml" ContentType="application/vnd.openxmlformats-officedocument.theme+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theme/theme23.xml" ContentType="application/vnd.openxmlformats-officedocument.theme+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theme/theme24.xml" ContentType="application/vnd.openxmlformats-officedocument.theme+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theme/theme25.xml" ContentType="application/vnd.openxmlformats-officedocument.theme+xml"/>
  <Override PartName="/ppt/slideLayouts/slideLayout309.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theme/theme26.xml" ContentType="application/vnd.openxmlformats-officedocument.theme+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0.xml" ContentType="application/vnd.openxmlformats-officedocument.presentationml.slideLayout+xml"/>
  <Override PartName="/ppt/theme/theme27.xml" ContentType="application/vnd.openxmlformats-officedocument.theme+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slideLayouts/slideLayout337.xml" ContentType="application/vnd.openxmlformats-officedocument.presentationml.slideLayout+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slideLayouts/slideLayout340.xml" ContentType="application/vnd.openxmlformats-officedocument.presentationml.slideLayout+xml"/>
  <Override PartName="/ppt/slideLayouts/slideLayout341.xml" ContentType="application/vnd.openxmlformats-officedocument.presentationml.slideLayout+xml"/>
  <Override PartName="/ppt/theme/theme28.xml" ContentType="application/vnd.openxmlformats-officedocument.theme+xml"/>
  <Override PartName="/ppt/slideLayouts/slideLayout342.xml" ContentType="application/vnd.openxmlformats-officedocument.presentationml.slideLayout+xml"/>
  <Override PartName="/ppt/slideLayouts/slideLayout343.xml" ContentType="application/vnd.openxmlformats-officedocument.presentationml.slideLayout+xml"/>
  <Override PartName="/ppt/slideLayouts/slideLayout344.xml" ContentType="application/vnd.openxmlformats-officedocument.presentationml.slideLayout+xml"/>
  <Override PartName="/ppt/slideLayouts/slideLayout345.xml" ContentType="application/vnd.openxmlformats-officedocument.presentationml.slideLayout+xml"/>
  <Override PartName="/ppt/slideLayouts/slideLayout346.xml" ContentType="application/vnd.openxmlformats-officedocument.presentationml.slideLayout+xml"/>
  <Override PartName="/ppt/slideLayouts/slideLayout347.xml" ContentType="application/vnd.openxmlformats-officedocument.presentationml.slideLayout+xml"/>
  <Override PartName="/ppt/slideLayouts/slideLayout348.xml" ContentType="application/vnd.openxmlformats-officedocument.presentationml.slideLayout+xml"/>
  <Override PartName="/ppt/slideLayouts/slideLayout349.xml" ContentType="application/vnd.openxmlformats-officedocument.presentationml.slideLayout+xml"/>
  <Override PartName="/ppt/slideLayouts/slideLayout350.xml" ContentType="application/vnd.openxmlformats-officedocument.presentationml.slideLayout+xml"/>
  <Override PartName="/ppt/slideLayouts/slideLayout351.xml" ContentType="application/vnd.openxmlformats-officedocument.presentationml.slideLayout+xml"/>
  <Override PartName="/ppt/slideLayouts/slideLayout352.xml" ContentType="application/vnd.openxmlformats-officedocument.presentationml.slideLayout+xml"/>
  <Override PartName="/ppt/theme/theme29.xml" ContentType="application/vnd.openxmlformats-officedocument.theme+xml"/>
  <Override PartName="/ppt/slideLayouts/slideLayout353.xml" ContentType="application/vnd.openxmlformats-officedocument.presentationml.slideLayout+xml"/>
  <Override PartName="/ppt/slideLayouts/slideLayout354.xml" ContentType="application/vnd.openxmlformats-officedocument.presentationml.slideLayout+xml"/>
  <Override PartName="/ppt/slideLayouts/slideLayout355.xml" ContentType="application/vnd.openxmlformats-officedocument.presentationml.slideLayout+xml"/>
  <Override PartName="/ppt/slideLayouts/slideLayout356.xml" ContentType="application/vnd.openxmlformats-officedocument.presentationml.slideLayout+xml"/>
  <Override PartName="/ppt/slideLayouts/slideLayout357.xml" ContentType="application/vnd.openxmlformats-officedocument.presentationml.slideLayout+xml"/>
  <Override PartName="/ppt/slideLayouts/slideLayout358.xml" ContentType="application/vnd.openxmlformats-officedocument.presentationml.slideLayout+xml"/>
  <Override PartName="/ppt/slideLayouts/slideLayout359.xml" ContentType="application/vnd.openxmlformats-officedocument.presentationml.slideLayout+xml"/>
  <Override PartName="/ppt/slideLayouts/slideLayout360.xml" ContentType="application/vnd.openxmlformats-officedocument.presentationml.slideLayout+xml"/>
  <Override PartName="/ppt/slideLayouts/slideLayout361.xml" ContentType="application/vnd.openxmlformats-officedocument.presentationml.slideLayout+xml"/>
  <Override PartName="/ppt/slideLayouts/slideLayout362.xml" ContentType="application/vnd.openxmlformats-officedocument.presentationml.slideLayout+xml"/>
  <Override PartName="/ppt/slideLayouts/slideLayout363.xml" ContentType="application/vnd.openxmlformats-officedocument.presentationml.slideLayout+xml"/>
  <Override PartName="/ppt/theme/theme30.xml" ContentType="application/vnd.openxmlformats-officedocument.theme+xml"/>
  <Override PartName="/ppt/slideLayouts/slideLayout364.xml" ContentType="application/vnd.openxmlformats-officedocument.presentationml.slideLayout+xml"/>
  <Override PartName="/ppt/slideLayouts/slideLayout365.xml" ContentType="application/vnd.openxmlformats-officedocument.presentationml.slideLayout+xml"/>
  <Override PartName="/ppt/slideLayouts/slideLayout366.xml" ContentType="application/vnd.openxmlformats-officedocument.presentationml.slideLayout+xml"/>
  <Override PartName="/ppt/slideLayouts/slideLayout367.xml" ContentType="application/vnd.openxmlformats-officedocument.presentationml.slideLayout+xml"/>
  <Override PartName="/ppt/slideLayouts/slideLayout368.xml" ContentType="application/vnd.openxmlformats-officedocument.presentationml.slideLayout+xml"/>
  <Override PartName="/ppt/slideLayouts/slideLayout369.xml" ContentType="application/vnd.openxmlformats-officedocument.presentationml.slideLayout+xml"/>
  <Override PartName="/ppt/slideLayouts/slideLayout370.xml" ContentType="application/vnd.openxmlformats-officedocument.presentationml.slideLayout+xml"/>
  <Override PartName="/ppt/slideLayouts/slideLayout371.xml" ContentType="application/vnd.openxmlformats-officedocument.presentationml.slideLayout+xml"/>
  <Override PartName="/ppt/slideLayouts/slideLayout372.xml" ContentType="application/vnd.openxmlformats-officedocument.presentationml.slideLayout+xml"/>
  <Override PartName="/ppt/slideLayouts/slideLayout373.xml" ContentType="application/vnd.openxmlformats-officedocument.presentationml.slideLayout+xml"/>
  <Override PartName="/ppt/slideLayouts/slideLayout374.xml" ContentType="application/vnd.openxmlformats-officedocument.presentationml.slideLayout+xml"/>
  <Override PartName="/ppt/theme/theme31.xml" ContentType="application/vnd.openxmlformats-officedocument.theme+xml"/>
  <Override PartName="/ppt/slideLayouts/slideLayout375.xml" ContentType="application/vnd.openxmlformats-officedocument.presentationml.slideLayout+xml"/>
  <Override PartName="/ppt/slideLayouts/slideLayout376.xml" ContentType="application/vnd.openxmlformats-officedocument.presentationml.slideLayout+xml"/>
  <Override PartName="/ppt/slideLayouts/slideLayout377.xml" ContentType="application/vnd.openxmlformats-officedocument.presentationml.slideLayout+xml"/>
  <Override PartName="/ppt/slideLayouts/slideLayout378.xml" ContentType="application/vnd.openxmlformats-officedocument.presentationml.slideLayout+xml"/>
  <Override PartName="/ppt/slideLayouts/slideLayout379.xml" ContentType="application/vnd.openxmlformats-officedocument.presentationml.slideLayout+xml"/>
  <Override PartName="/ppt/slideLayouts/slideLayout380.xml" ContentType="application/vnd.openxmlformats-officedocument.presentationml.slideLayout+xml"/>
  <Override PartName="/ppt/slideLayouts/slideLayout381.xml" ContentType="application/vnd.openxmlformats-officedocument.presentationml.slideLayout+xml"/>
  <Override PartName="/ppt/slideLayouts/slideLayout382.xml" ContentType="application/vnd.openxmlformats-officedocument.presentationml.slideLayout+xml"/>
  <Override PartName="/ppt/slideLayouts/slideLayout383.xml" ContentType="application/vnd.openxmlformats-officedocument.presentationml.slideLayout+xml"/>
  <Override PartName="/ppt/slideLayouts/slideLayout384.xml" ContentType="application/vnd.openxmlformats-officedocument.presentationml.slideLayout+xml"/>
  <Override PartName="/ppt/slideLayouts/slideLayout385.xml" ContentType="application/vnd.openxmlformats-officedocument.presentationml.slideLayout+xml"/>
  <Override PartName="/ppt/theme/theme32.xml" ContentType="application/vnd.openxmlformats-officedocument.theme+xml"/>
  <Override PartName="/ppt/slideLayouts/slideLayout386.xml" ContentType="application/vnd.openxmlformats-officedocument.presentationml.slideLayout+xml"/>
  <Override PartName="/ppt/slideLayouts/slideLayout387.xml" ContentType="application/vnd.openxmlformats-officedocument.presentationml.slideLayout+xml"/>
  <Override PartName="/ppt/slideLayouts/slideLayout388.xml" ContentType="application/vnd.openxmlformats-officedocument.presentationml.slideLayout+xml"/>
  <Override PartName="/ppt/slideLayouts/slideLayout389.xml" ContentType="application/vnd.openxmlformats-officedocument.presentationml.slideLayout+xml"/>
  <Override PartName="/ppt/slideLayouts/slideLayout390.xml" ContentType="application/vnd.openxmlformats-officedocument.presentationml.slideLayout+xml"/>
  <Override PartName="/ppt/slideLayouts/slideLayout391.xml" ContentType="application/vnd.openxmlformats-officedocument.presentationml.slideLayout+xml"/>
  <Override PartName="/ppt/slideLayouts/slideLayout392.xml" ContentType="application/vnd.openxmlformats-officedocument.presentationml.slideLayout+xml"/>
  <Override PartName="/ppt/slideLayouts/slideLayout393.xml" ContentType="application/vnd.openxmlformats-officedocument.presentationml.slideLayout+xml"/>
  <Override PartName="/ppt/slideLayouts/slideLayout394.xml" ContentType="application/vnd.openxmlformats-officedocument.presentationml.slideLayout+xml"/>
  <Override PartName="/ppt/slideLayouts/slideLayout395.xml" ContentType="application/vnd.openxmlformats-officedocument.presentationml.slideLayout+xml"/>
  <Override PartName="/ppt/slideLayouts/slideLayout396.xml" ContentType="application/vnd.openxmlformats-officedocument.presentationml.slideLayout+xml"/>
  <Override PartName="/ppt/slideLayouts/slideLayout397.xml" ContentType="application/vnd.openxmlformats-officedocument.presentationml.slideLayout+xml"/>
  <Override PartName="/ppt/slideLayouts/slideLayout398.xml" ContentType="application/vnd.openxmlformats-officedocument.presentationml.slideLayout+xml"/>
  <Override PartName="/ppt/slideLayouts/slideLayout399.xml" ContentType="application/vnd.openxmlformats-officedocument.presentationml.slideLayout+xml"/>
  <Override PartName="/ppt/slideLayouts/slideLayout400.xml" ContentType="application/vnd.openxmlformats-officedocument.presentationml.slideLayout+xml"/>
  <Override PartName="/ppt/slideLayouts/slideLayout401.xml" ContentType="application/vnd.openxmlformats-officedocument.presentationml.slideLayout+xml"/>
  <Override PartName="/ppt/slideLayouts/slideLayout402.xml" ContentType="application/vnd.openxmlformats-officedocument.presentationml.slideLayout+xml"/>
  <Override PartName="/ppt/slideLayouts/slideLayout403.xml" ContentType="application/vnd.openxmlformats-officedocument.presentationml.slideLayout+xml"/>
  <Override PartName="/ppt/theme/theme33.xml" ContentType="application/vnd.openxmlformats-officedocument.theme+xml"/>
  <Override PartName="/ppt/slideLayouts/slideLayout404.xml" ContentType="application/vnd.openxmlformats-officedocument.presentationml.slideLayout+xml"/>
  <Override PartName="/ppt/slideLayouts/slideLayout405.xml" ContentType="application/vnd.openxmlformats-officedocument.presentationml.slideLayout+xml"/>
  <Override PartName="/ppt/slideLayouts/slideLayout406.xml" ContentType="application/vnd.openxmlformats-officedocument.presentationml.slideLayout+xml"/>
  <Override PartName="/ppt/slideLayouts/slideLayout407.xml" ContentType="application/vnd.openxmlformats-officedocument.presentationml.slideLayout+xml"/>
  <Override PartName="/ppt/slideLayouts/slideLayout408.xml" ContentType="application/vnd.openxmlformats-officedocument.presentationml.slideLayout+xml"/>
  <Override PartName="/ppt/slideLayouts/slideLayout409.xml" ContentType="application/vnd.openxmlformats-officedocument.presentationml.slideLayout+xml"/>
  <Override PartName="/ppt/slideLayouts/slideLayout410.xml" ContentType="application/vnd.openxmlformats-officedocument.presentationml.slideLayout+xml"/>
  <Override PartName="/ppt/slideLayouts/slideLayout411.xml" ContentType="application/vnd.openxmlformats-officedocument.presentationml.slideLayout+xml"/>
  <Override PartName="/ppt/slideLayouts/slideLayout412.xml" ContentType="application/vnd.openxmlformats-officedocument.presentationml.slideLayout+xml"/>
  <Override PartName="/ppt/slideLayouts/slideLayout413.xml" ContentType="application/vnd.openxmlformats-officedocument.presentationml.slideLayout+xml"/>
  <Override PartName="/ppt/slideLayouts/slideLayout414.xml" ContentType="application/vnd.openxmlformats-officedocument.presentationml.slideLayout+xml"/>
  <Override PartName="/ppt/slideLayouts/slideLayout415.xml" ContentType="application/vnd.openxmlformats-officedocument.presentationml.slideLayout+xml"/>
  <Override PartName="/ppt/slideLayouts/slideLayout416.xml" ContentType="application/vnd.openxmlformats-officedocument.presentationml.slideLayout+xml"/>
  <Override PartName="/ppt/slideLayouts/slideLayout417.xml" ContentType="application/vnd.openxmlformats-officedocument.presentationml.slideLayout+xml"/>
  <Override PartName="/ppt/slideLayouts/slideLayout418.xml" ContentType="application/vnd.openxmlformats-officedocument.presentationml.slideLayout+xml"/>
  <Override PartName="/ppt/slideLayouts/slideLayout419.xml" ContentType="application/vnd.openxmlformats-officedocument.presentationml.slideLayout+xml"/>
  <Override PartName="/ppt/slideLayouts/slideLayout420.xml" ContentType="application/vnd.openxmlformats-officedocument.presentationml.slideLayout+xml"/>
  <Override PartName="/ppt/theme/theme34.xml" ContentType="application/vnd.openxmlformats-officedocument.theme+xml"/>
  <Override PartName="/ppt/slideLayouts/slideLayout421.xml" ContentType="application/vnd.openxmlformats-officedocument.presentationml.slideLayout+xml"/>
  <Override PartName="/ppt/slideLayouts/slideLayout422.xml" ContentType="application/vnd.openxmlformats-officedocument.presentationml.slideLayout+xml"/>
  <Override PartName="/ppt/slideLayouts/slideLayout423.xml" ContentType="application/vnd.openxmlformats-officedocument.presentationml.slideLayout+xml"/>
  <Override PartName="/ppt/slideLayouts/slideLayout424.xml" ContentType="application/vnd.openxmlformats-officedocument.presentationml.slideLayout+xml"/>
  <Override PartName="/ppt/slideLayouts/slideLayout425.xml" ContentType="application/vnd.openxmlformats-officedocument.presentationml.slideLayout+xml"/>
  <Override PartName="/ppt/slideLayouts/slideLayout426.xml" ContentType="application/vnd.openxmlformats-officedocument.presentationml.slideLayout+xml"/>
  <Override PartName="/ppt/slideLayouts/slideLayout427.xml" ContentType="application/vnd.openxmlformats-officedocument.presentationml.slideLayout+xml"/>
  <Override PartName="/ppt/slideLayouts/slideLayout428.xml" ContentType="application/vnd.openxmlformats-officedocument.presentationml.slideLayout+xml"/>
  <Override PartName="/ppt/slideLayouts/slideLayout429.xml" ContentType="application/vnd.openxmlformats-officedocument.presentationml.slideLayout+xml"/>
  <Override PartName="/ppt/slideLayouts/slideLayout430.xml" ContentType="application/vnd.openxmlformats-officedocument.presentationml.slideLayout+xml"/>
  <Override PartName="/ppt/slideLayouts/slideLayout431.xml" ContentType="application/vnd.openxmlformats-officedocument.presentationml.slideLayout+xml"/>
  <Override PartName="/ppt/slideLayouts/slideLayout432.xml" ContentType="application/vnd.openxmlformats-officedocument.presentationml.slideLayout+xml"/>
  <Override PartName="/ppt/slideLayouts/slideLayout433.xml" ContentType="application/vnd.openxmlformats-officedocument.presentationml.slideLayout+xml"/>
  <Override PartName="/ppt/slideLayouts/slideLayout434.xml" ContentType="application/vnd.openxmlformats-officedocument.presentationml.slideLayout+xml"/>
  <Override PartName="/ppt/slideLayouts/slideLayout435.xml" ContentType="application/vnd.openxmlformats-officedocument.presentationml.slideLayout+xml"/>
  <Override PartName="/ppt/slideLayouts/slideLayout436.xml" ContentType="application/vnd.openxmlformats-officedocument.presentationml.slideLayout+xml"/>
  <Override PartName="/ppt/slideLayouts/slideLayout437.xml" ContentType="application/vnd.openxmlformats-officedocument.presentationml.slideLayout+xml"/>
  <Override PartName="/ppt/theme/theme35.xml" ContentType="application/vnd.openxmlformats-officedocument.theme+xml"/>
  <Override PartName="/ppt/slideLayouts/slideLayout438.xml" ContentType="application/vnd.openxmlformats-officedocument.presentationml.slideLayout+xml"/>
  <Override PartName="/ppt/slideLayouts/slideLayout439.xml" ContentType="application/vnd.openxmlformats-officedocument.presentationml.slideLayout+xml"/>
  <Override PartName="/ppt/slideLayouts/slideLayout440.xml" ContentType="application/vnd.openxmlformats-officedocument.presentationml.slideLayout+xml"/>
  <Override PartName="/ppt/slideLayouts/slideLayout441.xml" ContentType="application/vnd.openxmlformats-officedocument.presentationml.slideLayout+xml"/>
  <Override PartName="/ppt/slideLayouts/slideLayout442.xml" ContentType="application/vnd.openxmlformats-officedocument.presentationml.slideLayout+xml"/>
  <Override PartName="/ppt/slideLayouts/slideLayout443.xml" ContentType="application/vnd.openxmlformats-officedocument.presentationml.slideLayout+xml"/>
  <Override PartName="/ppt/slideLayouts/slideLayout444.xml" ContentType="application/vnd.openxmlformats-officedocument.presentationml.slideLayout+xml"/>
  <Override PartName="/ppt/slideLayouts/slideLayout445.xml" ContentType="application/vnd.openxmlformats-officedocument.presentationml.slideLayout+xml"/>
  <Override PartName="/ppt/slideLayouts/slideLayout446.xml" ContentType="application/vnd.openxmlformats-officedocument.presentationml.slideLayout+xml"/>
  <Override PartName="/ppt/slideLayouts/slideLayout447.xml" ContentType="application/vnd.openxmlformats-officedocument.presentationml.slideLayout+xml"/>
  <Override PartName="/ppt/slideLayouts/slideLayout448.xml" ContentType="application/vnd.openxmlformats-officedocument.presentationml.slideLayout+xml"/>
  <Override PartName="/ppt/slideLayouts/slideLayout449.xml" ContentType="application/vnd.openxmlformats-officedocument.presentationml.slideLayout+xml"/>
  <Override PartName="/ppt/slideLayouts/slideLayout450.xml" ContentType="application/vnd.openxmlformats-officedocument.presentationml.slideLayout+xml"/>
  <Override PartName="/ppt/slideLayouts/slideLayout451.xml" ContentType="application/vnd.openxmlformats-officedocument.presentationml.slideLayout+xml"/>
  <Override PartName="/ppt/slideLayouts/slideLayout452.xml" ContentType="application/vnd.openxmlformats-officedocument.presentationml.slideLayout+xml"/>
  <Override PartName="/ppt/slideLayouts/slideLayout453.xml" ContentType="application/vnd.openxmlformats-officedocument.presentationml.slideLayout+xml"/>
  <Override PartName="/ppt/slideLayouts/slideLayout454.xml" ContentType="application/vnd.openxmlformats-officedocument.presentationml.slideLayout+xml"/>
  <Override PartName="/ppt/theme/theme36.xml" ContentType="application/vnd.openxmlformats-officedocument.theme+xml"/>
  <Override PartName="/ppt/slideLayouts/slideLayout455.xml" ContentType="application/vnd.openxmlformats-officedocument.presentationml.slideLayout+xml"/>
  <Override PartName="/ppt/slideLayouts/slideLayout456.xml" ContentType="application/vnd.openxmlformats-officedocument.presentationml.slideLayout+xml"/>
  <Override PartName="/ppt/slideLayouts/slideLayout457.xml" ContentType="application/vnd.openxmlformats-officedocument.presentationml.slideLayout+xml"/>
  <Override PartName="/ppt/slideLayouts/slideLayout458.xml" ContentType="application/vnd.openxmlformats-officedocument.presentationml.slideLayout+xml"/>
  <Override PartName="/ppt/slideLayouts/slideLayout459.xml" ContentType="application/vnd.openxmlformats-officedocument.presentationml.slideLayout+xml"/>
  <Override PartName="/ppt/slideLayouts/slideLayout460.xml" ContentType="application/vnd.openxmlformats-officedocument.presentationml.slideLayout+xml"/>
  <Override PartName="/ppt/slideLayouts/slideLayout461.xml" ContentType="application/vnd.openxmlformats-officedocument.presentationml.slideLayout+xml"/>
  <Override PartName="/ppt/slideLayouts/slideLayout462.xml" ContentType="application/vnd.openxmlformats-officedocument.presentationml.slideLayout+xml"/>
  <Override PartName="/ppt/slideLayouts/slideLayout463.xml" ContentType="application/vnd.openxmlformats-officedocument.presentationml.slideLayout+xml"/>
  <Override PartName="/ppt/slideLayouts/slideLayout464.xml" ContentType="application/vnd.openxmlformats-officedocument.presentationml.slideLayout+xml"/>
  <Override PartName="/ppt/slideLayouts/slideLayout465.xml" ContentType="application/vnd.openxmlformats-officedocument.presentationml.slideLayout+xml"/>
  <Override PartName="/ppt/slideLayouts/slideLayout466.xml" ContentType="application/vnd.openxmlformats-officedocument.presentationml.slideLayout+xml"/>
  <Override PartName="/ppt/slideLayouts/slideLayout467.xml" ContentType="application/vnd.openxmlformats-officedocument.presentationml.slideLayout+xml"/>
  <Override PartName="/ppt/slideLayouts/slideLayout468.xml" ContentType="application/vnd.openxmlformats-officedocument.presentationml.slideLayout+xml"/>
  <Override PartName="/ppt/slideLayouts/slideLayout469.xml" ContentType="application/vnd.openxmlformats-officedocument.presentationml.slideLayout+xml"/>
  <Override PartName="/ppt/slideLayouts/slideLayout470.xml" ContentType="application/vnd.openxmlformats-officedocument.presentationml.slideLayout+xml"/>
  <Override PartName="/ppt/slideLayouts/slideLayout471.xml" ContentType="application/vnd.openxmlformats-officedocument.presentationml.slideLayout+xml"/>
  <Override PartName="/ppt/theme/theme37.xml" ContentType="application/vnd.openxmlformats-officedocument.theme+xml"/>
  <Override PartName="/ppt/slideLayouts/slideLayout472.xml" ContentType="application/vnd.openxmlformats-officedocument.presentationml.slideLayout+xml"/>
  <Override PartName="/ppt/slideLayouts/slideLayout473.xml" ContentType="application/vnd.openxmlformats-officedocument.presentationml.slideLayout+xml"/>
  <Override PartName="/ppt/slideLayouts/slideLayout474.xml" ContentType="application/vnd.openxmlformats-officedocument.presentationml.slideLayout+xml"/>
  <Override PartName="/ppt/slideLayouts/slideLayout475.xml" ContentType="application/vnd.openxmlformats-officedocument.presentationml.slideLayout+xml"/>
  <Override PartName="/ppt/slideLayouts/slideLayout476.xml" ContentType="application/vnd.openxmlformats-officedocument.presentationml.slideLayout+xml"/>
  <Override PartName="/ppt/slideLayouts/slideLayout477.xml" ContentType="application/vnd.openxmlformats-officedocument.presentationml.slideLayout+xml"/>
  <Override PartName="/ppt/slideLayouts/slideLayout478.xml" ContentType="application/vnd.openxmlformats-officedocument.presentationml.slideLayout+xml"/>
  <Override PartName="/ppt/slideLayouts/slideLayout479.xml" ContentType="application/vnd.openxmlformats-officedocument.presentationml.slideLayout+xml"/>
  <Override PartName="/ppt/slideLayouts/slideLayout480.xml" ContentType="application/vnd.openxmlformats-officedocument.presentationml.slideLayout+xml"/>
  <Override PartName="/ppt/slideLayouts/slideLayout481.xml" ContentType="application/vnd.openxmlformats-officedocument.presentationml.slideLayout+xml"/>
  <Override PartName="/ppt/slideLayouts/slideLayout482.xml" ContentType="application/vnd.openxmlformats-officedocument.presentationml.slideLayout+xml"/>
  <Override PartName="/ppt/slideLayouts/slideLayout483.xml" ContentType="application/vnd.openxmlformats-officedocument.presentationml.slideLayout+xml"/>
  <Override PartName="/ppt/slideLayouts/slideLayout484.xml" ContentType="application/vnd.openxmlformats-officedocument.presentationml.slideLayout+xml"/>
  <Override PartName="/ppt/slideLayouts/slideLayout485.xml" ContentType="application/vnd.openxmlformats-officedocument.presentationml.slideLayout+xml"/>
  <Override PartName="/ppt/slideLayouts/slideLayout486.xml" ContentType="application/vnd.openxmlformats-officedocument.presentationml.slideLayout+xml"/>
  <Override PartName="/ppt/slideLayouts/slideLayout487.xml" ContentType="application/vnd.openxmlformats-officedocument.presentationml.slideLayout+xml"/>
  <Override PartName="/ppt/slideLayouts/slideLayout488.xml" ContentType="application/vnd.openxmlformats-officedocument.presentationml.slideLayout+xml"/>
  <Override PartName="/ppt/theme/theme38.xml" ContentType="application/vnd.openxmlformats-officedocument.theme+xml"/>
  <Override PartName="/ppt/slideLayouts/slideLayout489.xml" ContentType="application/vnd.openxmlformats-officedocument.presentationml.slideLayout+xml"/>
  <Override PartName="/ppt/slideLayouts/slideLayout490.xml" ContentType="application/vnd.openxmlformats-officedocument.presentationml.slideLayout+xml"/>
  <Override PartName="/ppt/slideLayouts/slideLayout491.xml" ContentType="application/vnd.openxmlformats-officedocument.presentationml.slideLayout+xml"/>
  <Override PartName="/ppt/slideLayouts/slideLayout492.xml" ContentType="application/vnd.openxmlformats-officedocument.presentationml.slideLayout+xml"/>
  <Override PartName="/ppt/slideLayouts/slideLayout493.xml" ContentType="application/vnd.openxmlformats-officedocument.presentationml.slideLayout+xml"/>
  <Override PartName="/ppt/slideLayouts/slideLayout494.xml" ContentType="application/vnd.openxmlformats-officedocument.presentationml.slideLayout+xml"/>
  <Override PartName="/ppt/slideLayouts/slideLayout495.xml" ContentType="application/vnd.openxmlformats-officedocument.presentationml.slideLayout+xml"/>
  <Override PartName="/ppt/slideLayouts/slideLayout496.xml" ContentType="application/vnd.openxmlformats-officedocument.presentationml.slideLayout+xml"/>
  <Override PartName="/ppt/slideLayouts/slideLayout497.xml" ContentType="application/vnd.openxmlformats-officedocument.presentationml.slideLayout+xml"/>
  <Override PartName="/ppt/slideLayouts/slideLayout498.xml" ContentType="application/vnd.openxmlformats-officedocument.presentationml.slideLayout+xml"/>
  <Override PartName="/ppt/slideLayouts/slideLayout499.xml" ContentType="application/vnd.openxmlformats-officedocument.presentationml.slideLayout+xml"/>
  <Override PartName="/ppt/slideLayouts/slideLayout500.xml" ContentType="application/vnd.openxmlformats-officedocument.presentationml.slideLayout+xml"/>
  <Override PartName="/ppt/slideLayouts/slideLayout501.xml" ContentType="application/vnd.openxmlformats-officedocument.presentationml.slideLayout+xml"/>
  <Override PartName="/ppt/slideLayouts/slideLayout502.xml" ContentType="application/vnd.openxmlformats-officedocument.presentationml.slideLayout+xml"/>
  <Override PartName="/ppt/slideLayouts/slideLayout503.xml" ContentType="application/vnd.openxmlformats-officedocument.presentationml.slideLayout+xml"/>
  <Override PartName="/ppt/slideLayouts/slideLayout504.xml" ContentType="application/vnd.openxmlformats-officedocument.presentationml.slideLayout+xml"/>
  <Override PartName="/ppt/slideLayouts/slideLayout505.xml" ContentType="application/vnd.openxmlformats-officedocument.presentationml.slideLayout+xml"/>
  <Override PartName="/ppt/theme/theme39.xml" ContentType="application/vnd.openxmlformats-officedocument.theme+xml"/>
  <Override PartName="/ppt/slideLayouts/slideLayout506.xml" ContentType="application/vnd.openxmlformats-officedocument.presentationml.slideLayout+xml"/>
  <Override PartName="/ppt/slideLayouts/slideLayout507.xml" ContentType="application/vnd.openxmlformats-officedocument.presentationml.slideLayout+xml"/>
  <Override PartName="/ppt/slideLayouts/slideLayout508.xml" ContentType="application/vnd.openxmlformats-officedocument.presentationml.slideLayout+xml"/>
  <Override PartName="/ppt/slideLayouts/slideLayout509.xml" ContentType="application/vnd.openxmlformats-officedocument.presentationml.slideLayout+xml"/>
  <Override PartName="/ppt/slideLayouts/slideLayout510.xml" ContentType="application/vnd.openxmlformats-officedocument.presentationml.slideLayout+xml"/>
  <Override PartName="/ppt/slideLayouts/slideLayout511.xml" ContentType="application/vnd.openxmlformats-officedocument.presentationml.slideLayout+xml"/>
  <Override PartName="/ppt/slideLayouts/slideLayout512.xml" ContentType="application/vnd.openxmlformats-officedocument.presentationml.slideLayout+xml"/>
  <Override PartName="/ppt/slideLayouts/slideLayout513.xml" ContentType="application/vnd.openxmlformats-officedocument.presentationml.slideLayout+xml"/>
  <Override PartName="/ppt/slideLayouts/slideLayout514.xml" ContentType="application/vnd.openxmlformats-officedocument.presentationml.slideLayout+xml"/>
  <Override PartName="/ppt/slideLayouts/slideLayout515.xml" ContentType="application/vnd.openxmlformats-officedocument.presentationml.slideLayout+xml"/>
  <Override PartName="/ppt/slideLayouts/slideLayout516.xml" ContentType="application/vnd.openxmlformats-officedocument.presentationml.slideLayout+xml"/>
  <Override PartName="/ppt/theme/theme40.xml" ContentType="application/vnd.openxmlformats-officedocument.theme+xml"/>
  <Override PartName="/ppt/slideLayouts/slideLayout517.xml" ContentType="application/vnd.openxmlformats-officedocument.presentationml.slideLayout+xml"/>
  <Override PartName="/ppt/slideLayouts/slideLayout518.xml" ContentType="application/vnd.openxmlformats-officedocument.presentationml.slideLayout+xml"/>
  <Override PartName="/ppt/slideLayouts/slideLayout519.xml" ContentType="application/vnd.openxmlformats-officedocument.presentationml.slideLayout+xml"/>
  <Override PartName="/ppt/slideLayouts/slideLayout520.xml" ContentType="application/vnd.openxmlformats-officedocument.presentationml.slideLayout+xml"/>
  <Override PartName="/ppt/slideLayouts/slideLayout521.xml" ContentType="application/vnd.openxmlformats-officedocument.presentationml.slideLayout+xml"/>
  <Override PartName="/ppt/slideLayouts/slideLayout522.xml" ContentType="application/vnd.openxmlformats-officedocument.presentationml.slideLayout+xml"/>
  <Override PartName="/ppt/slideLayouts/slideLayout523.xml" ContentType="application/vnd.openxmlformats-officedocument.presentationml.slideLayout+xml"/>
  <Override PartName="/ppt/slideLayouts/slideLayout524.xml" ContentType="application/vnd.openxmlformats-officedocument.presentationml.slideLayout+xml"/>
  <Override PartName="/ppt/slideLayouts/slideLayout525.xml" ContentType="application/vnd.openxmlformats-officedocument.presentationml.slideLayout+xml"/>
  <Override PartName="/ppt/slideLayouts/slideLayout526.xml" ContentType="application/vnd.openxmlformats-officedocument.presentationml.slideLayout+xml"/>
  <Override PartName="/ppt/slideLayouts/slideLayout527.xml" ContentType="application/vnd.openxmlformats-officedocument.presentationml.slideLayout+xml"/>
  <Override PartName="/ppt/slideLayouts/slideLayout528.xml" ContentType="application/vnd.openxmlformats-officedocument.presentationml.slideLayout+xml"/>
  <Override PartName="/ppt/slideLayouts/slideLayout529.xml" ContentType="application/vnd.openxmlformats-officedocument.presentationml.slideLayout+xml"/>
  <Override PartName="/ppt/slideLayouts/slideLayout530.xml" ContentType="application/vnd.openxmlformats-officedocument.presentationml.slideLayout+xml"/>
  <Override PartName="/ppt/slideLayouts/slideLayout531.xml" ContentType="application/vnd.openxmlformats-officedocument.presentationml.slideLayout+xml"/>
  <Override PartName="/ppt/slideLayouts/slideLayout532.xml" ContentType="application/vnd.openxmlformats-officedocument.presentationml.slideLayout+xml"/>
  <Override PartName="/ppt/slideLayouts/slideLayout533.xml" ContentType="application/vnd.openxmlformats-officedocument.presentationml.slideLayout+xml"/>
  <Override PartName="/ppt/theme/theme41.xml" ContentType="application/vnd.openxmlformats-officedocument.theme+xml"/>
  <Override PartName="/ppt/slideLayouts/slideLayout534.xml" ContentType="application/vnd.openxmlformats-officedocument.presentationml.slideLayout+xml"/>
  <Override PartName="/ppt/slideLayouts/slideLayout535.xml" ContentType="application/vnd.openxmlformats-officedocument.presentationml.slideLayout+xml"/>
  <Override PartName="/ppt/slideLayouts/slideLayout536.xml" ContentType="application/vnd.openxmlformats-officedocument.presentationml.slideLayout+xml"/>
  <Override PartName="/ppt/slideLayouts/slideLayout537.xml" ContentType="application/vnd.openxmlformats-officedocument.presentationml.slideLayout+xml"/>
  <Override PartName="/ppt/slideLayouts/slideLayout538.xml" ContentType="application/vnd.openxmlformats-officedocument.presentationml.slideLayout+xml"/>
  <Override PartName="/ppt/slideLayouts/slideLayout539.xml" ContentType="application/vnd.openxmlformats-officedocument.presentationml.slideLayout+xml"/>
  <Override PartName="/ppt/slideLayouts/slideLayout540.xml" ContentType="application/vnd.openxmlformats-officedocument.presentationml.slideLayout+xml"/>
  <Override PartName="/ppt/slideLayouts/slideLayout541.xml" ContentType="application/vnd.openxmlformats-officedocument.presentationml.slideLayout+xml"/>
  <Override PartName="/ppt/slideLayouts/slideLayout542.xml" ContentType="application/vnd.openxmlformats-officedocument.presentationml.slideLayout+xml"/>
  <Override PartName="/ppt/slideLayouts/slideLayout543.xml" ContentType="application/vnd.openxmlformats-officedocument.presentationml.slideLayout+xml"/>
  <Override PartName="/ppt/slideLayouts/slideLayout544.xml" ContentType="application/vnd.openxmlformats-officedocument.presentationml.slideLayout+xml"/>
  <Override PartName="/ppt/slideLayouts/slideLayout545.xml" ContentType="application/vnd.openxmlformats-officedocument.presentationml.slideLayout+xml"/>
  <Override PartName="/ppt/slideLayouts/slideLayout546.xml" ContentType="application/vnd.openxmlformats-officedocument.presentationml.slideLayout+xml"/>
  <Override PartName="/ppt/slideLayouts/slideLayout547.xml" ContentType="application/vnd.openxmlformats-officedocument.presentationml.slideLayout+xml"/>
  <Override PartName="/ppt/slideLayouts/slideLayout548.xml" ContentType="application/vnd.openxmlformats-officedocument.presentationml.slideLayout+xml"/>
  <Override PartName="/ppt/slideLayouts/slideLayout549.xml" ContentType="application/vnd.openxmlformats-officedocument.presentationml.slideLayout+xml"/>
  <Override PartName="/ppt/slideLayouts/slideLayout550.xml" ContentType="application/vnd.openxmlformats-officedocument.presentationml.slideLayout+xml"/>
  <Override PartName="/ppt/theme/theme42.xml" ContentType="application/vnd.openxmlformats-officedocument.theme+xml"/>
  <Override PartName="/ppt/slideLayouts/slideLayout551.xml" ContentType="application/vnd.openxmlformats-officedocument.presentationml.slideLayout+xml"/>
  <Override PartName="/ppt/slideLayouts/slideLayout552.xml" ContentType="application/vnd.openxmlformats-officedocument.presentationml.slideLayout+xml"/>
  <Override PartName="/ppt/slideLayouts/slideLayout553.xml" ContentType="application/vnd.openxmlformats-officedocument.presentationml.slideLayout+xml"/>
  <Override PartName="/ppt/slideLayouts/slideLayout554.xml" ContentType="application/vnd.openxmlformats-officedocument.presentationml.slideLayout+xml"/>
  <Override PartName="/ppt/slideLayouts/slideLayout555.xml" ContentType="application/vnd.openxmlformats-officedocument.presentationml.slideLayout+xml"/>
  <Override PartName="/ppt/slideLayouts/slideLayout556.xml" ContentType="application/vnd.openxmlformats-officedocument.presentationml.slideLayout+xml"/>
  <Override PartName="/ppt/slideLayouts/slideLayout557.xml" ContentType="application/vnd.openxmlformats-officedocument.presentationml.slideLayout+xml"/>
  <Override PartName="/ppt/slideLayouts/slideLayout558.xml" ContentType="application/vnd.openxmlformats-officedocument.presentationml.slideLayout+xml"/>
  <Override PartName="/ppt/slideLayouts/slideLayout559.xml" ContentType="application/vnd.openxmlformats-officedocument.presentationml.slideLayout+xml"/>
  <Override PartName="/ppt/slideLayouts/slideLayout560.xml" ContentType="application/vnd.openxmlformats-officedocument.presentationml.slideLayout+xml"/>
  <Override PartName="/ppt/slideLayouts/slideLayout561.xml" ContentType="application/vnd.openxmlformats-officedocument.presentationml.slideLayout+xml"/>
  <Override PartName="/ppt/slideLayouts/slideLayout562.xml" ContentType="application/vnd.openxmlformats-officedocument.presentationml.slideLayout+xml"/>
  <Override PartName="/ppt/slideLayouts/slideLayout563.xml" ContentType="application/vnd.openxmlformats-officedocument.presentationml.slideLayout+xml"/>
  <Override PartName="/ppt/slideLayouts/slideLayout564.xml" ContentType="application/vnd.openxmlformats-officedocument.presentationml.slideLayout+xml"/>
  <Override PartName="/ppt/slideLayouts/slideLayout565.xml" ContentType="application/vnd.openxmlformats-officedocument.presentationml.slideLayout+xml"/>
  <Override PartName="/ppt/slideLayouts/slideLayout566.xml" ContentType="application/vnd.openxmlformats-officedocument.presentationml.slideLayout+xml"/>
  <Override PartName="/ppt/slideLayouts/slideLayout567.xml" ContentType="application/vnd.openxmlformats-officedocument.presentationml.slideLayout+xml"/>
  <Override PartName="/ppt/theme/theme43.xml" ContentType="application/vnd.openxmlformats-officedocument.theme+xml"/>
  <Override PartName="/ppt/slideLayouts/slideLayout568.xml" ContentType="application/vnd.openxmlformats-officedocument.presentationml.slideLayout+xml"/>
  <Override PartName="/ppt/slideLayouts/slideLayout569.xml" ContentType="application/vnd.openxmlformats-officedocument.presentationml.slideLayout+xml"/>
  <Override PartName="/ppt/slideLayouts/slideLayout570.xml" ContentType="application/vnd.openxmlformats-officedocument.presentationml.slideLayout+xml"/>
  <Override PartName="/ppt/slideLayouts/slideLayout571.xml" ContentType="application/vnd.openxmlformats-officedocument.presentationml.slideLayout+xml"/>
  <Override PartName="/ppt/slideLayouts/slideLayout572.xml" ContentType="application/vnd.openxmlformats-officedocument.presentationml.slideLayout+xml"/>
  <Override PartName="/ppt/slideLayouts/slideLayout573.xml" ContentType="application/vnd.openxmlformats-officedocument.presentationml.slideLayout+xml"/>
  <Override PartName="/ppt/slideLayouts/slideLayout574.xml" ContentType="application/vnd.openxmlformats-officedocument.presentationml.slideLayout+xml"/>
  <Override PartName="/ppt/slideLayouts/slideLayout575.xml" ContentType="application/vnd.openxmlformats-officedocument.presentationml.slideLayout+xml"/>
  <Override PartName="/ppt/slideLayouts/slideLayout576.xml" ContentType="application/vnd.openxmlformats-officedocument.presentationml.slideLayout+xml"/>
  <Override PartName="/ppt/slideLayouts/slideLayout577.xml" ContentType="application/vnd.openxmlformats-officedocument.presentationml.slideLayout+xml"/>
  <Override PartName="/ppt/slideLayouts/slideLayout578.xml" ContentType="application/vnd.openxmlformats-officedocument.presentationml.slideLayout+xml"/>
  <Override PartName="/ppt/slideLayouts/slideLayout579.xml" ContentType="application/vnd.openxmlformats-officedocument.presentationml.slideLayout+xml"/>
  <Override PartName="/ppt/slideLayouts/slideLayout580.xml" ContentType="application/vnd.openxmlformats-officedocument.presentationml.slideLayout+xml"/>
  <Override PartName="/ppt/slideLayouts/slideLayout581.xml" ContentType="application/vnd.openxmlformats-officedocument.presentationml.slideLayout+xml"/>
  <Override PartName="/ppt/slideLayouts/slideLayout582.xml" ContentType="application/vnd.openxmlformats-officedocument.presentationml.slideLayout+xml"/>
  <Override PartName="/ppt/slideLayouts/slideLayout583.xml" ContentType="application/vnd.openxmlformats-officedocument.presentationml.slideLayout+xml"/>
  <Override PartName="/ppt/slideLayouts/slideLayout584.xml" ContentType="application/vnd.openxmlformats-officedocument.presentationml.slideLayout+xml"/>
  <Override PartName="/ppt/theme/theme44.xml" ContentType="application/vnd.openxmlformats-officedocument.theme+xml"/>
  <Override PartName="/ppt/slideLayouts/slideLayout585.xml" ContentType="application/vnd.openxmlformats-officedocument.presentationml.slideLayout+xml"/>
  <Override PartName="/ppt/slideLayouts/slideLayout586.xml" ContentType="application/vnd.openxmlformats-officedocument.presentationml.slideLayout+xml"/>
  <Override PartName="/ppt/slideLayouts/slideLayout587.xml" ContentType="application/vnd.openxmlformats-officedocument.presentationml.slideLayout+xml"/>
  <Override PartName="/ppt/slideLayouts/slideLayout588.xml" ContentType="application/vnd.openxmlformats-officedocument.presentationml.slideLayout+xml"/>
  <Override PartName="/ppt/slideLayouts/slideLayout589.xml" ContentType="application/vnd.openxmlformats-officedocument.presentationml.slideLayout+xml"/>
  <Override PartName="/ppt/slideLayouts/slideLayout590.xml" ContentType="application/vnd.openxmlformats-officedocument.presentationml.slideLayout+xml"/>
  <Override PartName="/ppt/slideLayouts/slideLayout591.xml" ContentType="application/vnd.openxmlformats-officedocument.presentationml.slideLayout+xml"/>
  <Override PartName="/ppt/slideLayouts/slideLayout592.xml" ContentType="application/vnd.openxmlformats-officedocument.presentationml.slideLayout+xml"/>
  <Override PartName="/ppt/slideLayouts/slideLayout593.xml" ContentType="application/vnd.openxmlformats-officedocument.presentationml.slideLayout+xml"/>
  <Override PartName="/ppt/slideLayouts/slideLayout594.xml" ContentType="application/vnd.openxmlformats-officedocument.presentationml.slideLayout+xml"/>
  <Override PartName="/ppt/slideLayouts/slideLayout595.xml" ContentType="application/vnd.openxmlformats-officedocument.presentationml.slideLayout+xml"/>
  <Override PartName="/ppt/slideLayouts/slideLayout596.xml" ContentType="application/vnd.openxmlformats-officedocument.presentationml.slideLayout+xml"/>
  <Override PartName="/ppt/slideLayouts/slideLayout597.xml" ContentType="application/vnd.openxmlformats-officedocument.presentationml.slideLayout+xml"/>
  <Override PartName="/ppt/slideLayouts/slideLayout598.xml" ContentType="application/vnd.openxmlformats-officedocument.presentationml.slideLayout+xml"/>
  <Override PartName="/ppt/slideLayouts/slideLayout599.xml" ContentType="application/vnd.openxmlformats-officedocument.presentationml.slideLayout+xml"/>
  <Override PartName="/ppt/slideLayouts/slideLayout600.xml" ContentType="application/vnd.openxmlformats-officedocument.presentationml.slideLayout+xml"/>
  <Override PartName="/ppt/slideLayouts/slideLayout601.xml" ContentType="application/vnd.openxmlformats-officedocument.presentationml.slideLayout+xml"/>
  <Override PartName="/ppt/theme/theme45.xml" ContentType="application/vnd.openxmlformats-officedocument.theme+xml"/>
  <Override PartName="/ppt/slideLayouts/slideLayout602.xml" ContentType="application/vnd.openxmlformats-officedocument.presentationml.slideLayout+xml"/>
  <Override PartName="/ppt/slideLayouts/slideLayout603.xml" ContentType="application/vnd.openxmlformats-officedocument.presentationml.slideLayout+xml"/>
  <Override PartName="/ppt/slideLayouts/slideLayout604.xml" ContentType="application/vnd.openxmlformats-officedocument.presentationml.slideLayout+xml"/>
  <Override PartName="/ppt/slideLayouts/slideLayout605.xml" ContentType="application/vnd.openxmlformats-officedocument.presentationml.slideLayout+xml"/>
  <Override PartName="/ppt/slideLayouts/slideLayout606.xml" ContentType="application/vnd.openxmlformats-officedocument.presentationml.slideLayout+xml"/>
  <Override PartName="/ppt/slideLayouts/slideLayout607.xml" ContentType="application/vnd.openxmlformats-officedocument.presentationml.slideLayout+xml"/>
  <Override PartName="/ppt/slideLayouts/slideLayout608.xml" ContentType="application/vnd.openxmlformats-officedocument.presentationml.slideLayout+xml"/>
  <Override PartName="/ppt/slideLayouts/slideLayout609.xml" ContentType="application/vnd.openxmlformats-officedocument.presentationml.slideLayout+xml"/>
  <Override PartName="/ppt/slideLayouts/slideLayout610.xml" ContentType="application/vnd.openxmlformats-officedocument.presentationml.slideLayout+xml"/>
  <Override PartName="/ppt/slideLayouts/slideLayout611.xml" ContentType="application/vnd.openxmlformats-officedocument.presentationml.slideLayout+xml"/>
  <Override PartName="/ppt/slideLayouts/slideLayout612.xml" ContentType="application/vnd.openxmlformats-officedocument.presentationml.slideLayout+xml"/>
  <Override PartName="/ppt/slideLayouts/slideLayout613.xml" ContentType="application/vnd.openxmlformats-officedocument.presentationml.slideLayout+xml"/>
  <Override PartName="/ppt/slideLayouts/slideLayout614.xml" ContentType="application/vnd.openxmlformats-officedocument.presentationml.slideLayout+xml"/>
  <Override PartName="/ppt/slideLayouts/slideLayout615.xml" ContentType="application/vnd.openxmlformats-officedocument.presentationml.slideLayout+xml"/>
  <Override PartName="/ppt/slideLayouts/slideLayout616.xml" ContentType="application/vnd.openxmlformats-officedocument.presentationml.slideLayout+xml"/>
  <Override PartName="/ppt/slideLayouts/slideLayout617.xml" ContentType="application/vnd.openxmlformats-officedocument.presentationml.slideLayout+xml"/>
  <Override PartName="/ppt/slideLayouts/slideLayout618.xml" ContentType="application/vnd.openxmlformats-officedocument.presentationml.slideLayout+xml"/>
  <Override PartName="/ppt/theme/theme46.xml" ContentType="application/vnd.openxmlformats-officedocument.theme+xml"/>
  <Override PartName="/ppt/slideLayouts/slideLayout619.xml" ContentType="application/vnd.openxmlformats-officedocument.presentationml.slideLayout+xml"/>
  <Override PartName="/ppt/slideLayouts/slideLayout620.xml" ContentType="application/vnd.openxmlformats-officedocument.presentationml.slideLayout+xml"/>
  <Override PartName="/ppt/slideLayouts/slideLayout621.xml" ContentType="application/vnd.openxmlformats-officedocument.presentationml.slideLayout+xml"/>
  <Override PartName="/ppt/slideLayouts/slideLayout622.xml" ContentType="application/vnd.openxmlformats-officedocument.presentationml.slideLayout+xml"/>
  <Override PartName="/ppt/slideLayouts/slideLayout623.xml" ContentType="application/vnd.openxmlformats-officedocument.presentationml.slideLayout+xml"/>
  <Override PartName="/ppt/slideLayouts/slideLayout624.xml" ContentType="application/vnd.openxmlformats-officedocument.presentationml.slideLayout+xml"/>
  <Override PartName="/ppt/slideLayouts/slideLayout625.xml" ContentType="application/vnd.openxmlformats-officedocument.presentationml.slideLayout+xml"/>
  <Override PartName="/ppt/slideLayouts/slideLayout626.xml" ContentType="application/vnd.openxmlformats-officedocument.presentationml.slideLayout+xml"/>
  <Override PartName="/ppt/slideLayouts/slideLayout627.xml" ContentType="application/vnd.openxmlformats-officedocument.presentationml.slideLayout+xml"/>
  <Override PartName="/ppt/slideLayouts/slideLayout628.xml" ContentType="application/vnd.openxmlformats-officedocument.presentationml.slideLayout+xml"/>
  <Override PartName="/ppt/slideLayouts/slideLayout629.xml" ContentType="application/vnd.openxmlformats-officedocument.presentationml.slideLayout+xml"/>
  <Override PartName="/ppt/slideLayouts/slideLayout630.xml" ContentType="application/vnd.openxmlformats-officedocument.presentationml.slideLayout+xml"/>
  <Override PartName="/ppt/slideLayouts/slideLayout631.xml" ContentType="application/vnd.openxmlformats-officedocument.presentationml.slideLayout+xml"/>
  <Override PartName="/ppt/slideLayouts/slideLayout632.xml" ContentType="application/vnd.openxmlformats-officedocument.presentationml.slideLayout+xml"/>
  <Override PartName="/ppt/slideLayouts/slideLayout633.xml" ContentType="application/vnd.openxmlformats-officedocument.presentationml.slideLayout+xml"/>
  <Override PartName="/ppt/slideLayouts/slideLayout634.xml" ContentType="application/vnd.openxmlformats-officedocument.presentationml.slideLayout+xml"/>
  <Override PartName="/ppt/slideLayouts/slideLayout635.xml" ContentType="application/vnd.openxmlformats-officedocument.presentationml.slideLayout+xml"/>
  <Override PartName="/ppt/theme/theme47.xml" ContentType="application/vnd.openxmlformats-officedocument.theme+xml"/>
  <Override PartName="/ppt/slideLayouts/slideLayout636.xml" ContentType="application/vnd.openxmlformats-officedocument.presentationml.slideLayout+xml"/>
  <Override PartName="/ppt/slideLayouts/slideLayout637.xml" ContentType="application/vnd.openxmlformats-officedocument.presentationml.slideLayout+xml"/>
  <Override PartName="/ppt/slideLayouts/slideLayout638.xml" ContentType="application/vnd.openxmlformats-officedocument.presentationml.slideLayout+xml"/>
  <Override PartName="/ppt/slideLayouts/slideLayout639.xml" ContentType="application/vnd.openxmlformats-officedocument.presentationml.slideLayout+xml"/>
  <Override PartName="/ppt/slideLayouts/slideLayout640.xml" ContentType="application/vnd.openxmlformats-officedocument.presentationml.slideLayout+xml"/>
  <Override PartName="/ppt/slideLayouts/slideLayout641.xml" ContentType="application/vnd.openxmlformats-officedocument.presentationml.slideLayout+xml"/>
  <Override PartName="/ppt/slideLayouts/slideLayout642.xml" ContentType="application/vnd.openxmlformats-officedocument.presentationml.slideLayout+xml"/>
  <Override PartName="/ppt/slideLayouts/slideLayout643.xml" ContentType="application/vnd.openxmlformats-officedocument.presentationml.slideLayout+xml"/>
  <Override PartName="/ppt/slideLayouts/slideLayout644.xml" ContentType="application/vnd.openxmlformats-officedocument.presentationml.slideLayout+xml"/>
  <Override PartName="/ppt/slideLayouts/slideLayout645.xml" ContentType="application/vnd.openxmlformats-officedocument.presentationml.slideLayout+xml"/>
  <Override PartName="/ppt/slideLayouts/slideLayout646.xml" ContentType="application/vnd.openxmlformats-officedocument.presentationml.slideLayout+xml"/>
  <Override PartName="/ppt/slideLayouts/slideLayout647.xml" ContentType="application/vnd.openxmlformats-officedocument.presentationml.slideLayout+xml"/>
  <Override PartName="/ppt/slideLayouts/slideLayout648.xml" ContentType="application/vnd.openxmlformats-officedocument.presentationml.slideLayout+xml"/>
  <Override PartName="/ppt/slideLayouts/slideLayout649.xml" ContentType="application/vnd.openxmlformats-officedocument.presentationml.slideLayout+xml"/>
  <Override PartName="/ppt/slideLayouts/slideLayout650.xml" ContentType="application/vnd.openxmlformats-officedocument.presentationml.slideLayout+xml"/>
  <Override PartName="/ppt/slideLayouts/slideLayout651.xml" ContentType="application/vnd.openxmlformats-officedocument.presentationml.slideLayout+xml"/>
  <Override PartName="/ppt/slideLayouts/slideLayout652.xml" ContentType="application/vnd.openxmlformats-officedocument.presentationml.slideLayout+xml"/>
  <Override PartName="/ppt/theme/theme48.xml" ContentType="application/vnd.openxmlformats-officedocument.theme+xml"/>
  <Override PartName="/ppt/slideLayouts/slideLayout653.xml" ContentType="application/vnd.openxmlformats-officedocument.presentationml.slideLayout+xml"/>
  <Override PartName="/ppt/slideLayouts/slideLayout654.xml" ContentType="application/vnd.openxmlformats-officedocument.presentationml.slideLayout+xml"/>
  <Override PartName="/ppt/slideLayouts/slideLayout655.xml" ContentType="application/vnd.openxmlformats-officedocument.presentationml.slideLayout+xml"/>
  <Override PartName="/ppt/slideLayouts/slideLayout656.xml" ContentType="application/vnd.openxmlformats-officedocument.presentationml.slideLayout+xml"/>
  <Override PartName="/ppt/slideLayouts/slideLayout657.xml" ContentType="application/vnd.openxmlformats-officedocument.presentationml.slideLayout+xml"/>
  <Override PartName="/ppt/slideLayouts/slideLayout658.xml" ContentType="application/vnd.openxmlformats-officedocument.presentationml.slideLayout+xml"/>
  <Override PartName="/ppt/slideLayouts/slideLayout659.xml" ContentType="application/vnd.openxmlformats-officedocument.presentationml.slideLayout+xml"/>
  <Override PartName="/ppt/slideLayouts/slideLayout660.xml" ContentType="application/vnd.openxmlformats-officedocument.presentationml.slideLayout+xml"/>
  <Override PartName="/ppt/slideLayouts/slideLayout661.xml" ContentType="application/vnd.openxmlformats-officedocument.presentationml.slideLayout+xml"/>
  <Override PartName="/ppt/slideLayouts/slideLayout662.xml" ContentType="application/vnd.openxmlformats-officedocument.presentationml.slideLayout+xml"/>
  <Override PartName="/ppt/slideLayouts/slideLayout663.xml" ContentType="application/vnd.openxmlformats-officedocument.presentationml.slideLayout+xml"/>
  <Override PartName="/ppt/slideLayouts/slideLayout664.xml" ContentType="application/vnd.openxmlformats-officedocument.presentationml.slideLayout+xml"/>
  <Override PartName="/ppt/slideLayouts/slideLayout665.xml" ContentType="application/vnd.openxmlformats-officedocument.presentationml.slideLayout+xml"/>
  <Override PartName="/ppt/slideLayouts/slideLayout666.xml" ContentType="application/vnd.openxmlformats-officedocument.presentationml.slideLayout+xml"/>
  <Override PartName="/ppt/slideLayouts/slideLayout667.xml" ContentType="application/vnd.openxmlformats-officedocument.presentationml.slideLayout+xml"/>
  <Override PartName="/ppt/slideLayouts/slideLayout668.xml" ContentType="application/vnd.openxmlformats-officedocument.presentationml.slideLayout+xml"/>
  <Override PartName="/ppt/slideLayouts/slideLayout669.xml" ContentType="application/vnd.openxmlformats-officedocument.presentationml.slideLayout+xml"/>
  <Override PartName="/ppt/theme/theme49.xml" ContentType="application/vnd.openxmlformats-officedocument.theme+xml"/>
  <Override PartName="/ppt/slideLayouts/slideLayout670.xml" ContentType="application/vnd.openxmlformats-officedocument.presentationml.slideLayout+xml"/>
  <Override PartName="/ppt/slideLayouts/slideLayout671.xml" ContentType="application/vnd.openxmlformats-officedocument.presentationml.slideLayout+xml"/>
  <Override PartName="/ppt/slideLayouts/slideLayout672.xml" ContentType="application/vnd.openxmlformats-officedocument.presentationml.slideLayout+xml"/>
  <Override PartName="/ppt/slideLayouts/slideLayout673.xml" ContentType="application/vnd.openxmlformats-officedocument.presentationml.slideLayout+xml"/>
  <Override PartName="/ppt/slideLayouts/slideLayout674.xml" ContentType="application/vnd.openxmlformats-officedocument.presentationml.slideLayout+xml"/>
  <Override PartName="/ppt/slideLayouts/slideLayout675.xml" ContentType="application/vnd.openxmlformats-officedocument.presentationml.slideLayout+xml"/>
  <Override PartName="/ppt/slideLayouts/slideLayout676.xml" ContentType="application/vnd.openxmlformats-officedocument.presentationml.slideLayout+xml"/>
  <Override PartName="/ppt/slideLayouts/slideLayout677.xml" ContentType="application/vnd.openxmlformats-officedocument.presentationml.slideLayout+xml"/>
  <Override PartName="/ppt/slideLayouts/slideLayout678.xml" ContentType="application/vnd.openxmlformats-officedocument.presentationml.slideLayout+xml"/>
  <Override PartName="/ppt/slideLayouts/slideLayout679.xml" ContentType="application/vnd.openxmlformats-officedocument.presentationml.slideLayout+xml"/>
  <Override PartName="/ppt/slideLayouts/slideLayout680.xml" ContentType="application/vnd.openxmlformats-officedocument.presentationml.slideLayout+xml"/>
  <Override PartName="/ppt/slideLayouts/slideLayout681.xml" ContentType="application/vnd.openxmlformats-officedocument.presentationml.slideLayout+xml"/>
  <Override PartName="/ppt/slideLayouts/slideLayout682.xml" ContentType="application/vnd.openxmlformats-officedocument.presentationml.slideLayout+xml"/>
  <Override PartName="/ppt/slideLayouts/slideLayout683.xml" ContentType="application/vnd.openxmlformats-officedocument.presentationml.slideLayout+xml"/>
  <Override PartName="/ppt/slideLayouts/slideLayout684.xml" ContentType="application/vnd.openxmlformats-officedocument.presentationml.slideLayout+xml"/>
  <Override PartName="/ppt/slideLayouts/slideLayout685.xml" ContentType="application/vnd.openxmlformats-officedocument.presentationml.slideLayout+xml"/>
  <Override PartName="/ppt/slideLayouts/slideLayout686.xml" ContentType="application/vnd.openxmlformats-officedocument.presentationml.slideLayout+xml"/>
  <Override PartName="/ppt/theme/theme50.xml" ContentType="application/vnd.openxmlformats-officedocument.theme+xml"/>
  <Override PartName="/ppt/slideLayouts/slideLayout687.xml" ContentType="application/vnd.openxmlformats-officedocument.presentationml.slideLayout+xml"/>
  <Override PartName="/ppt/slideLayouts/slideLayout688.xml" ContentType="application/vnd.openxmlformats-officedocument.presentationml.slideLayout+xml"/>
  <Override PartName="/ppt/slideLayouts/slideLayout689.xml" ContentType="application/vnd.openxmlformats-officedocument.presentationml.slideLayout+xml"/>
  <Override PartName="/ppt/slideLayouts/slideLayout690.xml" ContentType="application/vnd.openxmlformats-officedocument.presentationml.slideLayout+xml"/>
  <Override PartName="/ppt/slideLayouts/slideLayout691.xml" ContentType="application/vnd.openxmlformats-officedocument.presentationml.slideLayout+xml"/>
  <Override PartName="/ppt/slideLayouts/slideLayout692.xml" ContentType="application/vnd.openxmlformats-officedocument.presentationml.slideLayout+xml"/>
  <Override PartName="/ppt/slideLayouts/slideLayout693.xml" ContentType="application/vnd.openxmlformats-officedocument.presentationml.slideLayout+xml"/>
  <Override PartName="/ppt/slideLayouts/slideLayout694.xml" ContentType="application/vnd.openxmlformats-officedocument.presentationml.slideLayout+xml"/>
  <Override PartName="/ppt/slideLayouts/slideLayout695.xml" ContentType="application/vnd.openxmlformats-officedocument.presentationml.slideLayout+xml"/>
  <Override PartName="/ppt/slideLayouts/slideLayout696.xml" ContentType="application/vnd.openxmlformats-officedocument.presentationml.slideLayout+xml"/>
  <Override PartName="/ppt/slideLayouts/slideLayout697.xml" ContentType="application/vnd.openxmlformats-officedocument.presentationml.slideLayout+xml"/>
  <Override PartName="/ppt/theme/theme51.xml" ContentType="application/vnd.openxmlformats-officedocument.theme+xml"/>
  <Override PartName="/ppt/slideLayouts/slideLayout698.xml" ContentType="application/vnd.openxmlformats-officedocument.presentationml.slideLayout+xml"/>
  <Override PartName="/ppt/slideLayouts/slideLayout699.xml" ContentType="application/vnd.openxmlformats-officedocument.presentationml.slideLayout+xml"/>
  <Override PartName="/ppt/slideLayouts/slideLayout700.xml" ContentType="application/vnd.openxmlformats-officedocument.presentationml.slideLayout+xml"/>
  <Override PartName="/ppt/slideLayouts/slideLayout701.xml" ContentType="application/vnd.openxmlformats-officedocument.presentationml.slideLayout+xml"/>
  <Override PartName="/ppt/slideLayouts/slideLayout702.xml" ContentType="application/vnd.openxmlformats-officedocument.presentationml.slideLayout+xml"/>
  <Override PartName="/ppt/slideLayouts/slideLayout703.xml" ContentType="application/vnd.openxmlformats-officedocument.presentationml.slideLayout+xml"/>
  <Override PartName="/ppt/slideLayouts/slideLayout704.xml" ContentType="application/vnd.openxmlformats-officedocument.presentationml.slideLayout+xml"/>
  <Override PartName="/ppt/slideLayouts/slideLayout705.xml" ContentType="application/vnd.openxmlformats-officedocument.presentationml.slideLayout+xml"/>
  <Override PartName="/ppt/slideLayouts/slideLayout706.xml" ContentType="application/vnd.openxmlformats-officedocument.presentationml.slideLayout+xml"/>
  <Override PartName="/ppt/slideLayouts/slideLayout707.xml" ContentType="application/vnd.openxmlformats-officedocument.presentationml.slideLayout+xml"/>
  <Override PartName="/ppt/slideLayouts/slideLayout708.xml" ContentType="application/vnd.openxmlformats-officedocument.presentationml.slideLayout+xml"/>
  <Override PartName="/ppt/slideLayouts/slideLayout709.xml" ContentType="application/vnd.openxmlformats-officedocument.presentationml.slideLayout+xml"/>
  <Override PartName="/ppt/slideLayouts/slideLayout710.xml" ContentType="application/vnd.openxmlformats-officedocument.presentationml.slideLayout+xml"/>
  <Override PartName="/ppt/slideLayouts/slideLayout711.xml" ContentType="application/vnd.openxmlformats-officedocument.presentationml.slideLayout+xml"/>
  <Override PartName="/ppt/slideLayouts/slideLayout712.xml" ContentType="application/vnd.openxmlformats-officedocument.presentationml.slideLayout+xml"/>
  <Override PartName="/ppt/slideLayouts/slideLayout713.xml" ContentType="application/vnd.openxmlformats-officedocument.presentationml.slideLayout+xml"/>
  <Override PartName="/ppt/slideLayouts/slideLayout714.xml" ContentType="application/vnd.openxmlformats-officedocument.presentationml.slideLayout+xml"/>
  <Override PartName="/ppt/theme/theme52.xml" ContentType="application/vnd.openxmlformats-officedocument.theme+xml"/>
  <Override PartName="/ppt/slideLayouts/slideLayout715.xml" ContentType="application/vnd.openxmlformats-officedocument.presentationml.slideLayout+xml"/>
  <Override PartName="/ppt/slideLayouts/slideLayout716.xml" ContentType="application/vnd.openxmlformats-officedocument.presentationml.slideLayout+xml"/>
  <Override PartName="/ppt/slideLayouts/slideLayout717.xml" ContentType="application/vnd.openxmlformats-officedocument.presentationml.slideLayout+xml"/>
  <Override PartName="/ppt/slideLayouts/slideLayout718.xml" ContentType="application/vnd.openxmlformats-officedocument.presentationml.slideLayout+xml"/>
  <Override PartName="/ppt/slideLayouts/slideLayout719.xml" ContentType="application/vnd.openxmlformats-officedocument.presentationml.slideLayout+xml"/>
  <Override PartName="/ppt/slideLayouts/slideLayout720.xml" ContentType="application/vnd.openxmlformats-officedocument.presentationml.slideLayout+xml"/>
  <Override PartName="/ppt/slideLayouts/slideLayout721.xml" ContentType="application/vnd.openxmlformats-officedocument.presentationml.slideLayout+xml"/>
  <Override PartName="/ppt/slideLayouts/slideLayout722.xml" ContentType="application/vnd.openxmlformats-officedocument.presentationml.slideLayout+xml"/>
  <Override PartName="/ppt/slideLayouts/slideLayout723.xml" ContentType="application/vnd.openxmlformats-officedocument.presentationml.slideLayout+xml"/>
  <Override PartName="/ppt/slideLayouts/slideLayout724.xml" ContentType="application/vnd.openxmlformats-officedocument.presentationml.slideLayout+xml"/>
  <Override PartName="/ppt/slideLayouts/slideLayout725.xml" ContentType="application/vnd.openxmlformats-officedocument.presentationml.slideLayout+xml"/>
  <Override PartName="/ppt/slideLayouts/slideLayout726.xml" ContentType="application/vnd.openxmlformats-officedocument.presentationml.slideLayout+xml"/>
  <Override PartName="/ppt/slideLayouts/slideLayout727.xml" ContentType="application/vnd.openxmlformats-officedocument.presentationml.slideLayout+xml"/>
  <Override PartName="/ppt/slideLayouts/slideLayout728.xml" ContentType="application/vnd.openxmlformats-officedocument.presentationml.slideLayout+xml"/>
  <Override PartName="/ppt/slideLayouts/slideLayout729.xml" ContentType="application/vnd.openxmlformats-officedocument.presentationml.slideLayout+xml"/>
  <Override PartName="/ppt/slideLayouts/slideLayout730.xml" ContentType="application/vnd.openxmlformats-officedocument.presentationml.slideLayout+xml"/>
  <Override PartName="/ppt/slideLayouts/slideLayout731.xml" ContentType="application/vnd.openxmlformats-officedocument.presentationml.slideLayout+xml"/>
  <Override PartName="/ppt/theme/theme53.xml" ContentType="application/vnd.openxmlformats-officedocument.theme+xml"/>
  <Override PartName="/ppt/slideLayouts/slideLayout732.xml" ContentType="application/vnd.openxmlformats-officedocument.presentationml.slideLayout+xml"/>
  <Override PartName="/ppt/slideLayouts/slideLayout733.xml" ContentType="application/vnd.openxmlformats-officedocument.presentationml.slideLayout+xml"/>
  <Override PartName="/ppt/slideLayouts/slideLayout734.xml" ContentType="application/vnd.openxmlformats-officedocument.presentationml.slideLayout+xml"/>
  <Override PartName="/ppt/slideLayouts/slideLayout735.xml" ContentType="application/vnd.openxmlformats-officedocument.presentationml.slideLayout+xml"/>
  <Override PartName="/ppt/slideLayouts/slideLayout736.xml" ContentType="application/vnd.openxmlformats-officedocument.presentationml.slideLayout+xml"/>
  <Override PartName="/ppt/slideLayouts/slideLayout737.xml" ContentType="application/vnd.openxmlformats-officedocument.presentationml.slideLayout+xml"/>
  <Override PartName="/ppt/slideLayouts/slideLayout738.xml" ContentType="application/vnd.openxmlformats-officedocument.presentationml.slideLayout+xml"/>
  <Override PartName="/ppt/slideLayouts/slideLayout739.xml" ContentType="application/vnd.openxmlformats-officedocument.presentationml.slideLayout+xml"/>
  <Override PartName="/ppt/slideLayouts/slideLayout740.xml" ContentType="application/vnd.openxmlformats-officedocument.presentationml.slideLayout+xml"/>
  <Override PartName="/ppt/slideLayouts/slideLayout741.xml" ContentType="application/vnd.openxmlformats-officedocument.presentationml.slideLayout+xml"/>
  <Override PartName="/ppt/slideLayouts/slideLayout742.xml" ContentType="application/vnd.openxmlformats-officedocument.presentationml.slideLayout+xml"/>
  <Override PartName="/ppt/slideLayouts/slideLayout743.xml" ContentType="application/vnd.openxmlformats-officedocument.presentationml.slideLayout+xml"/>
  <Override PartName="/ppt/slideLayouts/slideLayout744.xml" ContentType="application/vnd.openxmlformats-officedocument.presentationml.slideLayout+xml"/>
  <Override PartName="/ppt/slideLayouts/slideLayout745.xml" ContentType="application/vnd.openxmlformats-officedocument.presentationml.slideLayout+xml"/>
  <Override PartName="/ppt/slideLayouts/slideLayout746.xml" ContentType="application/vnd.openxmlformats-officedocument.presentationml.slideLayout+xml"/>
  <Override PartName="/ppt/slideLayouts/slideLayout747.xml" ContentType="application/vnd.openxmlformats-officedocument.presentationml.slideLayout+xml"/>
  <Override PartName="/ppt/slideLayouts/slideLayout748.xml" ContentType="application/vnd.openxmlformats-officedocument.presentationml.slideLayout+xml"/>
  <Override PartName="/ppt/theme/theme54.xml" ContentType="application/vnd.openxmlformats-officedocument.theme+xml"/>
  <Override PartName="/ppt/slideLayouts/slideLayout749.xml" ContentType="application/vnd.openxmlformats-officedocument.presentationml.slideLayout+xml"/>
  <Override PartName="/ppt/slideLayouts/slideLayout750.xml" ContentType="application/vnd.openxmlformats-officedocument.presentationml.slideLayout+xml"/>
  <Override PartName="/ppt/slideLayouts/slideLayout751.xml" ContentType="application/vnd.openxmlformats-officedocument.presentationml.slideLayout+xml"/>
  <Override PartName="/ppt/slideLayouts/slideLayout752.xml" ContentType="application/vnd.openxmlformats-officedocument.presentationml.slideLayout+xml"/>
  <Override PartName="/ppt/slideLayouts/slideLayout753.xml" ContentType="application/vnd.openxmlformats-officedocument.presentationml.slideLayout+xml"/>
  <Override PartName="/ppt/slideLayouts/slideLayout754.xml" ContentType="application/vnd.openxmlformats-officedocument.presentationml.slideLayout+xml"/>
  <Override PartName="/ppt/slideLayouts/slideLayout755.xml" ContentType="application/vnd.openxmlformats-officedocument.presentationml.slideLayout+xml"/>
  <Override PartName="/ppt/slideLayouts/slideLayout756.xml" ContentType="application/vnd.openxmlformats-officedocument.presentationml.slideLayout+xml"/>
  <Override PartName="/ppt/slideLayouts/slideLayout757.xml" ContentType="application/vnd.openxmlformats-officedocument.presentationml.slideLayout+xml"/>
  <Override PartName="/ppt/slideLayouts/slideLayout758.xml" ContentType="application/vnd.openxmlformats-officedocument.presentationml.slideLayout+xml"/>
  <Override PartName="/ppt/slideLayouts/slideLayout759.xml" ContentType="application/vnd.openxmlformats-officedocument.presentationml.slideLayout+xml"/>
  <Override PartName="/ppt/slideLayouts/slideLayout760.xml" ContentType="application/vnd.openxmlformats-officedocument.presentationml.slideLayout+xml"/>
  <Override PartName="/ppt/slideLayouts/slideLayout761.xml" ContentType="application/vnd.openxmlformats-officedocument.presentationml.slideLayout+xml"/>
  <Override PartName="/ppt/slideLayouts/slideLayout762.xml" ContentType="application/vnd.openxmlformats-officedocument.presentationml.slideLayout+xml"/>
  <Override PartName="/ppt/slideLayouts/slideLayout763.xml" ContentType="application/vnd.openxmlformats-officedocument.presentationml.slideLayout+xml"/>
  <Override PartName="/ppt/slideLayouts/slideLayout764.xml" ContentType="application/vnd.openxmlformats-officedocument.presentationml.slideLayout+xml"/>
  <Override PartName="/ppt/slideLayouts/slideLayout765.xml" ContentType="application/vnd.openxmlformats-officedocument.presentationml.slideLayout+xml"/>
  <Override PartName="/ppt/theme/theme55.xml" ContentType="application/vnd.openxmlformats-officedocument.theme+xml"/>
  <Override PartName="/ppt/slideLayouts/slideLayout766.xml" ContentType="application/vnd.openxmlformats-officedocument.presentationml.slideLayout+xml"/>
  <Override PartName="/ppt/slideLayouts/slideLayout767.xml" ContentType="application/vnd.openxmlformats-officedocument.presentationml.slideLayout+xml"/>
  <Override PartName="/ppt/slideLayouts/slideLayout768.xml" ContentType="application/vnd.openxmlformats-officedocument.presentationml.slideLayout+xml"/>
  <Override PartName="/ppt/slideLayouts/slideLayout769.xml" ContentType="application/vnd.openxmlformats-officedocument.presentationml.slideLayout+xml"/>
  <Override PartName="/ppt/slideLayouts/slideLayout770.xml" ContentType="application/vnd.openxmlformats-officedocument.presentationml.slideLayout+xml"/>
  <Override PartName="/ppt/slideLayouts/slideLayout771.xml" ContentType="application/vnd.openxmlformats-officedocument.presentationml.slideLayout+xml"/>
  <Override PartName="/ppt/slideLayouts/slideLayout772.xml" ContentType="application/vnd.openxmlformats-officedocument.presentationml.slideLayout+xml"/>
  <Override PartName="/ppt/slideLayouts/slideLayout773.xml" ContentType="application/vnd.openxmlformats-officedocument.presentationml.slideLayout+xml"/>
  <Override PartName="/ppt/slideLayouts/slideLayout774.xml" ContentType="application/vnd.openxmlformats-officedocument.presentationml.slideLayout+xml"/>
  <Override PartName="/ppt/slideLayouts/slideLayout775.xml" ContentType="application/vnd.openxmlformats-officedocument.presentationml.slideLayout+xml"/>
  <Override PartName="/ppt/slideLayouts/slideLayout776.xml" ContentType="application/vnd.openxmlformats-officedocument.presentationml.slideLayout+xml"/>
  <Override PartName="/ppt/slideLayouts/slideLayout777.xml" ContentType="application/vnd.openxmlformats-officedocument.presentationml.slideLayout+xml"/>
  <Override PartName="/ppt/slideLayouts/slideLayout778.xml" ContentType="application/vnd.openxmlformats-officedocument.presentationml.slideLayout+xml"/>
  <Override PartName="/ppt/slideLayouts/slideLayout779.xml" ContentType="application/vnd.openxmlformats-officedocument.presentationml.slideLayout+xml"/>
  <Override PartName="/ppt/slideLayouts/slideLayout780.xml" ContentType="application/vnd.openxmlformats-officedocument.presentationml.slideLayout+xml"/>
  <Override PartName="/ppt/slideLayouts/slideLayout781.xml" ContentType="application/vnd.openxmlformats-officedocument.presentationml.slideLayout+xml"/>
  <Override PartName="/ppt/slideLayouts/slideLayout782.xml" ContentType="application/vnd.openxmlformats-officedocument.presentationml.slideLayout+xml"/>
  <Override PartName="/ppt/slideLayouts/slideLayout783.xml" ContentType="application/vnd.openxmlformats-officedocument.presentationml.slideLayout+xml"/>
  <Override PartName="/ppt/theme/theme56.xml" ContentType="application/vnd.openxmlformats-officedocument.theme+xml"/>
  <Override PartName="/ppt/theme/theme57.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6478" r:id="rId1"/>
    <p:sldMasterId id="2147486465" r:id="rId2"/>
    <p:sldMasterId id="2147485593" r:id="rId3"/>
    <p:sldMasterId id="2147485605" r:id="rId4"/>
    <p:sldMasterId id="2147485623" r:id="rId5"/>
    <p:sldMasterId id="2147485635" r:id="rId6"/>
    <p:sldMasterId id="2147485647" r:id="rId7"/>
    <p:sldMasterId id="2147485659" r:id="rId8"/>
    <p:sldMasterId id="2147485671" r:id="rId9"/>
    <p:sldMasterId id="2147485683" r:id="rId10"/>
    <p:sldMasterId id="2147485695" r:id="rId11"/>
    <p:sldMasterId id="2147485707" r:id="rId12"/>
    <p:sldMasterId id="2147485719" r:id="rId13"/>
    <p:sldMasterId id="2147485731" r:id="rId14"/>
    <p:sldMasterId id="2147485743" r:id="rId15"/>
    <p:sldMasterId id="2147485755" r:id="rId16"/>
    <p:sldMasterId id="2147485767" r:id="rId17"/>
    <p:sldMasterId id="2147485779" r:id="rId18"/>
    <p:sldMasterId id="2147485791" r:id="rId19"/>
    <p:sldMasterId id="2147485809" r:id="rId20"/>
    <p:sldMasterId id="2147485827" r:id="rId21"/>
    <p:sldMasterId id="2147485845" r:id="rId22"/>
    <p:sldMasterId id="2147485863" r:id="rId23"/>
    <p:sldMasterId id="2147485875" r:id="rId24"/>
    <p:sldMasterId id="2147485893" r:id="rId25"/>
    <p:sldMasterId id="2147485911" r:id="rId26"/>
    <p:sldMasterId id="2147485923" r:id="rId27"/>
    <p:sldMasterId id="2147485935" r:id="rId28"/>
    <p:sldMasterId id="2147485947" r:id="rId29"/>
    <p:sldMasterId id="2147485959" r:id="rId30"/>
    <p:sldMasterId id="2147485971" r:id="rId31"/>
    <p:sldMasterId id="2147485983" r:id="rId32"/>
    <p:sldMasterId id="2147485995" r:id="rId33"/>
    <p:sldMasterId id="2147486013" r:id="rId34"/>
    <p:sldMasterId id="2147486031" r:id="rId35"/>
    <p:sldMasterId id="2147486049" r:id="rId36"/>
    <p:sldMasterId id="2147486067" r:id="rId37"/>
    <p:sldMasterId id="2147486085" r:id="rId38"/>
    <p:sldMasterId id="2147486103" r:id="rId39"/>
    <p:sldMasterId id="2147486121" r:id="rId40"/>
    <p:sldMasterId id="2147486133" r:id="rId41"/>
    <p:sldMasterId id="2147486151" r:id="rId42"/>
    <p:sldMasterId id="2147486169" r:id="rId43"/>
    <p:sldMasterId id="2147486187" r:id="rId44"/>
    <p:sldMasterId id="2147486205" r:id="rId45"/>
    <p:sldMasterId id="2147486223" r:id="rId46"/>
    <p:sldMasterId id="2147486241" r:id="rId47"/>
    <p:sldMasterId id="2147486259" r:id="rId48"/>
    <p:sldMasterId id="2147486277" r:id="rId49"/>
    <p:sldMasterId id="2147486295" r:id="rId50"/>
    <p:sldMasterId id="2147486313" r:id="rId51"/>
    <p:sldMasterId id="2147486325" r:id="rId52"/>
    <p:sldMasterId id="2147486343" r:id="rId53"/>
    <p:sldMasterId id="2147486361" r:id="rId54"/>
    <p:sldMasterId id="2147486379" r:id="rId55"/>
    <p:sldMasterId id="2147486415" r:id="rId56"/>
  </p:sldMasterIdLst>
  <p:notesMasterIdLst>
    <p:notesMasterId r:id="rId310"/>
  </p:notesMasterIdLst>
  <p:sldIdLst>
    <p:sldId id="256" r:id="rId57"/>
    <p:sldId id="620" r:id="rId58"/>
    <p:sldId id="619" r:id="rId59"/>
    <p:sldId id="601" r:id="rId60"/>
    <p:sldId id="617" r:id="rId61"/>
    <p:sldId id="618" r:id="rId62"/>
    <p:sldId id="606" r:id="rId63"/>
    <p:sldId id="594" r:id="rId64"/>
    <p:sldId id="604" r:id="rId65"/>
    <p:sldId id="605" r:id="rId66"/>
    <p:sldId id="593" r:id="rId67"/>
    <p:sldId id="509" r:id="rId68"/>
    <p:sldId id="487" r:id="rId69"/>
    <p:sldId id="258" r:id="rId70"/>
    <p:sldId id="261" r:id="rId71"/>
    <p:sldId id="289" r:id="rId72"/>
    <p:sldId id="290" r:id="rId73"/>
    <p:sldId id="291" r:id="rId74"/>
    <p:sldId id="292" r:id="rId75"/>
    <p:sldId id="293" r:id="rId76"/>
    <p:sldId id="294" r:id="rId77"/>
    <p:sldId id="262" r:id="rId78"/>
    <p:sldId id="296" r:id="rId79"/>
    <p:sldId id="297" r:id="rId80"/>
    <p:sldId id="298" r:id="rId81"/>
    <p:sldId id="299" r:id="rId82"/>
    <p:sldId id="300" r:id="rId83"/>
    <p:sldId id="301" r:id="rId84"/>
    <p:sldId id="263" r:id="rId85"/>
    <p:sldId id="302" r:id="rId86"/>
    <p:sldId id="303" r:id="rId87"/>
    <p:sldId id="304" r:id="rId88"/>
    <p:sldId id="305" r:id="rId89"/>
    <p:sldId id="306" r:id="rId90"/>
    <p:sldId id="307" r:id="rId91"/>
    <p:sldId id="264" r:id="rId92"/>
    <p:sldId id="308" r:id="rId93"/>
    <p:sldId id="309" r:id="rId94"/>
    <p:sldId id="310" r:id="rId95"/>
    <p:sldId id="311" r:id="rId96"/>
    <p:sldId id="312" r:id="rId97"/>
    <p:sldId id="313" r:id="rId98"/>
    <p:sldId id="265" r:id="rId99"/>
    <p:sldId id="314" r:id="rId100"/>
    <p:sldId id="315" r:id="rId101"/>
    <p:sldId id="316" r:id="rId102"/>
    <p:sldId id="317" r:id="rId103"/>
    <p:sldId id="318" r:id="rId104"/>
    <p:sldId id="319" r:id="rId105"/>
    <p:sldId id="266" r:id="rId106"/>
    <p:sldId id="320" r:id="rId107"/>
    <p:sldId id="321" r:id="rId108"/>
    <p:sldId id="322" r:id="rId109"/>
    <p:sldId id="323" r:id="rId110"/>
    <p:sldId id="324" r:id="rId111"/>
    <p:sldId id="325" r:id="rId112"/>
    <p:sldId id="267" r:id="rId113"/>
    <p:sldId id="326" r:id="rId114"/>
    <p:sldId id="327" r:id="rId115"/>
    <p:sldId id="328" r:id="rId116"/>
    <p:sldId id="329" r:id="rId117"/>
    <p:sldId id="330" r:id="rId118"/>
    <p:sldId id="331" r:id="rId119"/>
    <p:sldId id="259" r:id="rId120"/>
    <p:sldId id="268" r:id="rId121"/>
    <p:sldId id="332" r:id="rId122"/>
    <p:sldId id="333" r:id="rId123"/>
    <p:sldId id="334" r:id="rId124"/>
    <p:sldId id="335" r:id="rId125"/>
    <p:sldId id="336" r:id="rId126"/>
    <p:sldId id="337" r:id="rId127"/>
    <p:sldId id="269" r:id="rId128"/>
    <p:sldId id="338" r:id="rId129"/>
    <p:sldId id="339" r:id="rId130"/>
    <p:sldId id="340" r:id="rId131"/>
    <p:sldId id="341" r:id="rId132"/>
    <p:sldId id="342" r:id="rId133"/>
    <p:sldId id="343" r:id="rId134"/>
    <p:sldId id="270" r:id="rId135"/>
    <p:sldId id="345" r:id="rId136"/>
    <p:sldId id="346" r:id="rId137"/>
    <p:sldId id="347" r:id="rId138"/>
    <p:sldId id="348" r:id="rId139"/>
    <p:sldId id="349" r:id="rId140"/>
    <p:sldId id="350" r:id="rId141"/>
    <p:sldId id="271" r:id="rId142"/>
    <p:sldId id="351" r:id="rId143"/>
    <p:sldId id="352" r:id="rId144"/>
    <p:sldId id="353" r:id="rId145"/>
    <p:sldId id="354" r:id="rId146"/>
    <p:sldId id="355" r:id="rId147"/>
    <p:sldId id="625" r:id="rId148"/>
    <p:sldId id="272" r:id="rId149"/>
    <p:sldId id="358" r:id="rId150"/>
    <p:sldId id="359" r:id="rId151"/>
    <p:sldId id="360" r:id="rId152"/>
    <p:sldId id="361" r:id="rId153"/>
    <p:sldId id="362" r:id="rId154"/>
    <p:sldId id="363" r:id="rId155"/>
    <p:sldId id="273" r:id="rId156"/>
    <p:sldId id="365" r:id="rId157"/>
    <p:sldId id="366" r:id="rId158"/>
    <p:sldId id="367" r:id="rId159"/>
    <p:sldId id="368" r:id="rId160"/>
    <p:sldId id="369" r:id="rId161"/>
    <p:sldId id="370" r:id="rId162"/>
    <p:sldId id="274" r:id="rId163"/>
    <p:sldId id="372" r:id="rId164"/>
    <p:sldId id="486" r:id="rId165"/>
    <p:sldId id="373" r:id="rId166"/>
    <p:sldId id="374" r:id="rId167"/>
    <p:sldId id="375" r:id="rId168"/>
    <p:sldId id="376" r:id="rId169"/>
    <p:sldId id="631" r:id="rId170"/>
    <p:sldId id="621" r:id="rId171"/>
    <p:sldId id="377" r:id="rId172"/>
    <p:sldId id="378" r:id="rId173"/>
    <p:sldId id="276" r:id="rId174"/>
    <p:sldId id="257" r:id="rId175"/>
    <p:sldId id="277" r:id="rId176"/>
    <p:sldId id="278" r:id="rId177"/>
    <p:sldId id="279" r:id="rId178"/>
    <p:sldId id="280" r:id="rId179"/>
    <p:sldId id="379" r:id="rId180"/>
    <p:sldId id="380" r:id="rId181"/>
    <p:sldId id="381" r:id="rId182"/>
    <p:sldId id="382" r:id="rId183"/>
    <p:sldId id="383" r:id="rId184"/>
    <p:sldId id="384" r:id="rId185"/>
    <p:sldId id="385" r:id="rId186"/>
    <p:sldId id="479" r:id="rId187"/>
    <p:sldId id="480" r:id="rId188"/>
    <p:sldId id="481" r:id="rId189"/>
    <p:sldId id="482" r:id="rId190"/>
    <p:sldId id="483" r:id="rId191"/>
    <p:sldId id="484" r:id="rId192"/>
    <p:sldId id="485" r:id="rId193"/>
    <p:sldId id="281" r:id="rId194"/>
    <p:sldId id="386" r:id="rId195"/>
    <p:sldId id="391" r:id="rId196"/>
    <p:sldId id="392" r:id="rId197"/>
    <p:sldId id="393" r:id="rId198"/>
    <p:sldId id="394" r:id="rId199"/>
    <p:sldId id="395" r:id="rId200"/>
    <p:sldId id="396" r:id="rId201"/>
    <p:sldId id="387" r:id="rId202"/>
    <p:sldId id="397" r:id="rId203"/>
    <p:sldId id="398" r:id="rId204"/>
    <p:sldId id="399" r:id="rId205"/>
    <p:sldId id="400" r:id="rId206"/>
    <p:sldId id="401" r:id="rId207"/>
    <p:sldId id="402" r:id="rId208"/>
    <p:sldId id="388" r:id="rId209"/>
    <p:sldId id="403" r:id="rId210"/>
    <p:sldId id="404" r:id="rId211"/>
    <p:sldId id="405" r:id="rId212"/>
    <p:sldId id="406" r:id="rId213"/>
    <p:sldId id="407" r:id="rId214"/>
    <p:sldId id="408" r:id="rId215"/>
    <p:sldId id="389" r:id="rId216"/>
    <p:sldId id="409" r:id="rId217"/>
    <p:sldId id="410" r:id="rId218"/>
    <p:sldId id="411" r:id="rId219"/>
    <p:sldId id="412" r:id="rId220"/>
    <p:sldId id="413" r:id="rId221"/>
    <p:sldId id="414" r:id="rId222"/>
    <p:sldId id="282" r:id="rId223"/>
    <p:sldId id="415" r:id="rId224"/>
    <p:sldId id="416" r:id="rId225"/>
    <p:sldId id="417" r:id="rId226"/>
    <p:sldId id="418" r:id="rId227"/>
    <p:sldId id="419" r:id="rId228"/>
    <p:sldId id="420" r:id="rId229"/>
    <p:sldId id="283" r:id="rId230"/>
    <p:sldId id="421" r:id="rId231"/>
    <p:sldId id="422" r:id="rId232"/>
    <p:sldId id="423" r:id="rId233"/>
    <p:sldId id="424" r:id="rId234"/>
    <p:sldId id="425" r:id="rId235"/>
    <p:sldId id="622" r:id="rId236"/>
    <p:sldId id="426" r:id="rId237"/>
    <p:sldId id="284" r:id="rId238"/>
    <p:sldId id="427" r:id="rId239"/>
    <p:sldId id="428" r:id="rId240"/>
    <p:sldId id="429" r:id="rId241"/>
    <p:sldId id="430" r:id="rId242"/>
    <p:sldId id="431" r:id="rId243"/>
    <p:sldId id="432" r:id="rId244"/>
    <p:sldId id="390" r:id="rId245"/>
    <p:sldId id="433" r:id="rId246"/>
    <p:sldId id="434" r:id="rId247"/>
    <p:sldId id="435" r:id="rId248"/>
    <p:sldId id="436" r:id="rId249"/>
    <p:sldId id="437" r:id="rId250"/>
    <p:sldId id="438" r:id="rId251"/>
    <p:sldId id="439" r:id="rId252"/>
    <p:sldId id="467" r:id="rId253"/>
    <p:sldId id="468" r:id="rId254"/>
    <p:sldId id="469" r:id="rId255"/>
    <p:sldId id="470" r:id="rId256"/>
    <p:sldId id="471" r:id="rId257"/>
    <p:sldId id="472" r:id="rId258"/>
    <p:sldId id="466" r:id="rId259"/>
    <p:sldId id="473" r:id="rId260"/>
    <p:sldId id="474" r:id="rId261"/>
    <p:sldId id="475" r:id="rId262"/>
    <p:sldId id="476" r:id="rId263"/>
    <p:sldId id="477" r:id="rId264"/>
    <p:sldId id="478" r:id="rId265"/>
    <p:sldId id="260" r:id="rId266"/>
    <p:sldId id="285" r:id="rId267"/>
    <p:sldId id="440" r:id="rId268"/>
    <p:sldId id="441" r:id="rId269"/>
    <p:sldId id="442" r:id="rId270"/>
    <p:sldId id="443" r:id="rId271"/>
    <p:sldId id="444" r:id="rId272"/>
    <p:sldId id="445" r:id="rId273"/>
    <p:sldId id="286" r:id="rId274"/>
    <p:sldId id="446" r:id="rId275"/>
    <p:sldId id="447" r:id="rId276"/>
    <p:sldId id="448" r:id="rId277"/>
    <p:sldId id="449" r:id="rId278"/>
    <p:sldId id="450" r:id="rId279"/>
    <p:sldId id="626" r:id="rId280"/>
    <p:sldId id="629" r:id="rId281"/>
    <p:sldId id="627" r:id="rId282"/>
    <p:sldId id="632" r:id="rId283"/>
    <p:sldId id="634" r:id="rId284"/>
    <p:sldId id="633" r:id="rId285"/>
    <p:sldId id="630" r:id="rId286"/>
    <p:sldId id="451" r:id="rId287"/>
    <p:sldId id="287" r:id="rId288"/>
    <p:sldId id="452" r:id="rId289"/>
    <p:sldId id="453" r:id="rId290"/>
    <p:sldId id="454" r:id="rId291"/>
    <p:sldId id="455" r:id="rId292"/>
    <p:sldId id="456" r:id="rId293"/>
    <p:sldId id="635" r:id="rId294"/>
    <p:sldId id="457" r:id="rId295"/>
    <p:sldId id="288" r:id="rId296"/>
    <p:sldId id="458" r:id="rId297"/>
    <p:sldId id="459" r:id="rId298"/>
    <p:sldId id="460" r:id="rId299"/>
    <p:sldId id="461" r:id="rId300"/>
    <p:sldId id="462" r:id="rId301"/>
    <p:sldId id="463" r:id="rId302"/>
    <p:sldId id="511" r:id="rId303"/>
    <p:sldId id="512" r:id="rId304"/>
    <p:sldId id="513" r:id="rId305"/>
    <p:sldId id="514" r:id="rId306"/>
    <p:sldId id="515" r:id="rId307"/>
    <p:sldId id="516" r:id="rId308"/>
    <p:sldId id="517" r:id="rId30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63" userDrawn="1">
          <p15:clr>
            <a:srgbClr val="A4A3A4"/>
          </p15:clr>
        </p15:guide>
        <p15:guide id="2" pos="665"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tig Arne Graven" initials="SAG" lastIdx="1" clrIdx="0">
    <p:extLst>
      <p:ext uri="{19B8F6BF-5375-455C-9EA6-DF929625EA0E}">
        <p15:presenceInfo xmlns:p15="http://schemas.microsoft.com/office/powerpoint/2012/main" userId="178605891a8585a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3D4C5F"/>
    <a:srgbClr val="FFD41D"/>
    <a:srgbClr val="FACB38"/>
    <a:srgbClr val="D6DCE5"/>
    <a:srgbClr val="E7E6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971" autoAdjust="0"/>
    <p:restoredTop sz="94660"/>
  </p:normalViewPr>
  <p:slideViewPr>
    <p:cSldViewPr>
      <p:cViewPr varScale="1">
        <p:scale>
          <a:sx n="68" d="100"/>
          <a:sy n="68" d="100"/>
        </p:scale>
        <p:origin x="780" y="72"/>
      </p:cViewPr>
      <p:guideLst>
        <p:guide orient="horz" pos="663"/>
        <p:guide pos="66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61.xml" /><Relationship Id="rId299" Type="http://schemas.openxmlformats.org/officeDocument/2006/relationships/slide" Target="slides/slide243.xml" /><Relationship Id="rId303" Type="http://schemas.openxmlformats.org/officeDocument/2006/relationships/slide" Target="slides/slide247.xml" /><Relationship Id="rId21" Type="http://schemas.openxmlformats.org/officeDocument/2006/relationships/slideMaster" Target="slideMasters/slideMaster21.xml" /><Relationship Id="rId42" Type="http://schemas.openxmlformats.org/officeDocument/2006/relationships/slideMaster" Target="slideMasters/slideMaster42.xml" /><Relationship Id="rId63" Type="http://schemas.openxmlformats.org/officeDocument/2006/relationships/slide" Target="slides/slide7.xml" /><Relationship Id="rId84" Type="http://schemas.openxmlformats.org/officeDocument/2006/relationships/slide" Target="slides/slide28.xml" /><Relationship Id="rId138" Type="http://schemas.openxmlformats.org/officeDocument/2006/relationships/slide" Target="slides/slide82.xml" /><Relationship Id="rId159" Type="http://schemas.openxmlformats.org/officeDocument/2006/relationships/slide" Target="slides/slide103.xml" /><Relationship Id="rId170" Type="http://schemas.openxmlformats.org/officeDocument/2006/relationships/slide" Target="slides/slide114.xml" /><Relationship Id="rId191" Type="http://schemas.openxmlformats.org/officeDocument/2006/relationships/slide" Target="slides/slide135.xml" /><Relationship Id="rId205" Type="http://schemas.openxmlformats.org/officeDocument/2006/relationships/slide" Target="slides/slide149.xml" /><Relationship Id="rId226" Type="http://schemas.openxmlformats.org/officeDocument/2006/relationships/slide" Target="slides/slide170.xml" /><Relationship Id="rId247" Type="http://schemas.openxmlformats.org/officeDocument/2006/relationships/slide" Target="slides/slide191.xml" /><Relationship Id="rId107" Type="http://schemas.openxmlformats.org/officeDocument/2006/relationships/slide" Target="slides/slide51.xml" /><Relationship Id="rId268" Type="http://schemas.openxmlformats.org/officeDocument/2006/relationships/slide" Target="slides/slide212.xml" /><Relationship Id="rId289" Type="http://schemas.openxmlformats.org/officeDocument/2006/relationships/slide" Target="slides/slide233.xml" /><Relationship Id="rId11" Type="http://schemas.openxmlformats.org/officeDocument/2006/relationships/slideMaster" Target="slideMasters/slideMaster11.xml" /><Relationship Id="rId32" Type="http://schemas.openxmlformats.org/officeDocument/2006/relationships/slideMaster" Target="slideMasters/slideMaster32.xml" /><Relationship Id="rId53" Type="http://schemas.openxmlformats.org/officeDocument/2006/relationships/slideMaster" Target="slideMasters/slideMaster53.xml" /><Relationship Id="rId74" Type="http://schemas.openxmlformats.org/officeDocument/2006/relationships/slide" Target="slides/slide18.xml" /><Relationship Id="rId128" Type="http://schemas.openxmlformats.org/officeDocument/2006/relationships/slide" Target="slides/slide72.xml" /><Relationship Id="rId149" Type="http://schemas.openxmlformats.org/officeDocument/2006/relationships/slide" Target="slides/slide93.xml" /><Relationship Id="rId314" Type="http://schemas.openxmlformats.org/officeDocument/2006/relationships/theme" Target="theme/theme1.xml" /><Relationship Id="rId5" Type="http://schemas.openxmlformats.org/officeDocument/2006/relationships/slideMaster" Target="slideMasters/slideMaster5.xml" /><Relationship Id="rId95" Type="http://schemas.openxmlformats.org/officeDocument/2006/relationships/slide" Target="slides/slide39.xml" /><Relationship Id="rId160" Type="http://schemas.openxmlformats.org/officeDocument/2006/relationships/slide" Target="slides/slide104.xml" /><Relationship Id="rId181" Type="http://schemas.openxmlformats.org/officeDocument/2006/relationships/slide" Target="slides/slide125.xml" /><Relationship Id="rId216" Type="http://schemas.openxmlformats.org/officeDocument/2006/relationships/slide" Target="slides/slide160.xml" /><Relationship Id="rId237" Type="http://schemas.openxmlformats.org/officeDocument/2006/relationships/slide" Target="slides/slide181.xml" /><Relationship Id="rId258" Type="http://schemas.openxmlformats.org/officeDocument/2006/relationships/slide" Target="slides/slide202.xml" /><Relationship Id="rId279" Type="http://schemas.openxmlformats.org/officeDocument/2006/relationships/slide" Target="slides/slide223.xml" /><Relationship Id="rId22" Type="http://schemas.openxmlformats.org/officeDocument/2006/relationships/slideMaster" Target="slideMasters/slideMaster22.xml" /><Relationship Id="rId43" Type="http://schemas.openxmlformats.org/officeDocument/2006/relationships/slideMaster" Target="slideMasters/slideMaster43.xml" /><Relationship Id="rId64" Type="http://schemas.openxmlformats.org/officeDocument/2006/relationships/slide" Target="slides/slide8.xml" /><Relationship Id="rId118" Type="http://schemas.openxmlformats.org/officeDocument/2006/relationships/slide" Target="slides/slide62.xml" /><Relationship Id="rId139" Type="http://schemas.openxmlformats.org/officeDocument/2006/relationships/slide" Target="slides/slide83.xml" /><Relationship Id="rId290" Type="http://schemas.openxmlformats.org/officeDocument/2006/relationships/slide" Target="slides/slide234.xml" /><Relationship Id="rId304" Type="http://schemas.openxmlformats.org/officeDocument/2006/relationships/slide" Target="slides/slide248.xml" /><Relationship Id="rId85" Type="http://schemas.openxmlformats.org/officeDocument/2006/relationships/slide" Target="slides/slide29.xml" /><Relationship Id="rId150" Type="http://schemas.openxmlformats.org/officeDocument/2006/relationships/slide" Target="slides/slide94.xml" /><Relationship Id="rId171" Type="http://schemas.openxmlformats.org/officeDocument/2006/relationships/slide" Target="slides/slide115.xml" /><Relationship Id="rId192" Type="http://schemas.openxmlformats.org/officeDocument/2006/relationships/slide" Target="slides/slide136.xml" /><Relationship Id="rId206" Type="http://schemas.openxmlformats.org/officeDocument/2006/relationships/slide" Target="slides/slide150.xml" /><Relationship Id="rId227" Type="http://schemas.openxmlformats.org/officeDocument/2006/relationships/slide" Target="slides/slide171.xml" /><Relationship Id="rId248" Type="http://schemas.openxmlformats.org/officeDocument/2006/relationships/slide" Target="slides/slide192.xml" /><Relationship Id="rId269" Type="http://schemas.openxmlformats.org/officeDocument/2006/relationships/slide" Target="slides/slide213.xml" /><Relationship Id="rId12" Type="http://schemas.openxmlformats.org/officeDocument/2006/relationships/slideMaster" Target="slideMasters/slideMaster12.xml" /><Relationship Id="rId33" Type="http://schemas.openxmlformats.org/officeDocument/2006/relationships/slideMaster" Target="slideMasters/slideMaster33.xml" /><Relationship Id="rId108" Type="http://schemas.openxmlformats.org/officeDocument/2006/relationships/slide" Target="slides/slide52.xml" /><Relationship Id="rId129" Type="http://schemas.openxmlformats.org/officeDocument/2006/relationships/slide" Target="slides/slide73.xml" /><Relationship Id="rId280" Type="http://schemas.openxmlformats.org/officeDocument/2006/relationships/slide" Target="slides/slide224.xml" /><Relationship Id="rId315" Type="http://schemas.openxmlformats.org/officeDocument/2006/relationships/tableStyles" Target="tableStyles.xml" /><Relationship Id="rId54" Type="http://schemas.openxmlformats.org/officeDocument/2006/relationships/slideMaster" Target="slideMasters/slideMaster54.xml" /><Relationship Id="rId75" Type="http://schemas.openxmlformats.org/officeDocument/2006/relationships/slide" Target="slides/slide19.xml" /><Relationship Id="rId96" Type="http://schemas.openxmlformats.org/officeDocument/2006/relationships/slide" Target="slides/slide40.xml" /><Relationship Id="rId140" Type="http://schemas.openxmlformats.org/officeDocument/2006/relationships/slide" Target="slides/slide84.xml" /><Relationship Id="rId161" Type="http://schemas.openxmlformats.org/officeDocument/2006/relationships/slide" Target="slides/slide105.xml" /><Relationship Id="rId182" Type="http://schemas.openxmlformats.org/officeDocument/2006/relationships/slide" Target="slides/slide126.xml" /><Relationship Id="rId217" Type="http://schemas.openxmlformats.org/officeDocument/2006/relationships/slide" Target="slides/slide161.xml" /><Relationship Id="rId6" Type="http://schemas.openxmlformats.org/officeDocument/2006/relationships/slideMaster" Target="slideMasters/slideMaster6.xml" /><Relationship Id="rId238" Type="http://schemas.openxmlformats.org/officeDocument/2006/relationships/slide" Target="slides/slide182.xml" /><Relationship Id="rId259" Type="http://schemas.openxmlformats.org/officeDocument/2006/relationships/slide" Target="slides/slide203.xml" /><Relationship Id="rId23" Type="http://schemas.openxmlformats.org/officeDocument/2006/relationships/slideMaster" Target="slideMasters/slideMaster23.xml" /><Relationship Id="rId119" Type="http://schemas.openxmlformats.org/officeDocument/2006/relationships/slide" Target="slides/slide63.xml" /><Relationship Id="rId270" Type="http://schemas.openxmlformats.org/officeDocument/2006/relationships/slide" Target="slides/slide214.xml" /><Relationship Id="rId291" Type="http://schemas.openxmlformats.org/officeDocument/2006/relationships/slide" Target="slides/slide235.xml" /><Relationship Id="rId305" Type="http://schemas.openxmlformats.org/officeDocument/2006/relationships/slide" Target="slides/slide249.xml" /><Relationship Id="rId44" Type="http://schemas.openxmlformats.org/officeDocument/2006/relationships/slideMaster" Target="slideMasters/slideMaster44.xml" /><Relationship Id="rId65" Type="http://schemas.openxmlformats.org/officeDocument/2006/relationships/slide" Target="slides/slide9.xml" /><Relationship Id="rId86" Type="http://schemas.openxmlformats.org/officeDocument/2006/relationships/slide" Target="slides/slide30.xml" /><Relationship Id="rId130" Type="http://schemas.openxmlformats.org/officeDocument/2006/relationships/slide" Target="slides/slide74.xml" /><Relationship Id="rId151" Type="http://schemas.openxmlformats.org/officeDocument/2006/relationships/slide" Target="slides/slide95.xml" /><Relationship Id="rId172" Type="http://schemas.openxmlformats.org/officeDocument/2006/relationships/slide" Target="slides/slide116.xml" /><Relationship Id="rId193" Type="http://schemas.openxmlformats.org/officeDocument/2006/relationships/slide" Target="slides/slide137.xml" /><Relationship Id="rId207" Type="http://schemas.openxmlformats.org/officeDocument/2006/relationships/slide" Target="slides/slide151.xml" /><Relationship Id="rId228" Type="http://schemas.openxmlformats.org/officeDocument/2006/relationships/slide" Target="slides/slide172.xml" /><Relationship Id="rId249" Type="http://schemas.openxmlformats.org/officeDocument/2006/relationships/slide" Target="slides/slide193.xml" /><Relationship Id="rId13" Type="http://schemas.openxmlformats.org/officeDocument/2006/relationships/slideMaster" Target="slideMasters/slideMaster13.xml" /><Relationship Id="rId109" Type="http://schemas.openxmlformats.org/officeDocument/2006/relationships/slide" Target="slides/slide53.xml" /><Relationship Id="rId260" Type="http://schemas.openxmlformats.org/officeDocument/2006/relationships/slide" Target="slides/slide204.xml" /><Relationship Id="rId281" Type="http://schemas.openxmlformats.org/officeDocument/2006/relationships/slide" Target="slides/slide225.xml" /><Relationship Id="rId34" Type="http://schemas.openxmlformats.org/officeDocument/2006/relationships/slideMaster" Target="slideMasters/slideMaster34.xml" /><Relationship Id="rId55" Type="http://schemas.openxmlformats.org/officeDocument/2006/relationships/slideMaster" Target="slideMasters/slideMaster55.xml" /><Relationship Id="rId76" Type="http://schemas.openxmlformats.org/officeDocument/2006/relationships/slide" Target="slides/slide20.xml" /><Relationship Id="rId97" Type="http://schemas.openxmlformats.org/officeDocument/2006/relationships/slide" Target="slides/slide41.xml" /><Relationship Id="rId120" Type="http://schemas.openxmlformats.org/officeDocument/2006/relationships/slide" Target="slides/slide64.xml" /><Relationship Id="rId141" Type="http://schemas.openxmlformats.org/officeDocument/2006/relationships/slide" Target="slides/slide85.xml" /><Relationship Id="rId7" Type="http://schemas.openxmlformats.org/officeDocument/2006/relationships/slideMaster" Target="slideMasters/slideMaster7.xml" /><Relationship Id="rId162" Type="http://schemas.openxmlformats.org/officeDocument/2006/relationships/slide" Target="slides/slide106.xml" /><Relationship Id="rId183" Type="http://schemas.openxmlformats.org/officeDocument/2006/relationships/slide" Target="slides/slide127.xml" /><Relationship Id="rId218" Type="http://schemas.openxmlformats.org/officeDocument/2006/relationships/slide" Target="slides/slide162.xml" /><Relationship Id="rId239" Type="http://schemas.openxmlformats.org/officeDocument/2006/relationships/slide" Target="slides/slide183.xml" /><Relationship Id="rId250" Type="http://schemas.openxmlformats.org/officeDocument/2006/relationships/slide" Target="slides/slide194.xml" /><Relationship Id="rId271" Type="http://schemas.openxmlformats.org/officeDocument/2006/relationships/slide" Target="slides/slide215.xml" /><Relationship Id="rId292" Type="http://schemas.openxmlformats.org/officeDocument/2006/relationships/slide" Target="slides/slide236.xml" /><Relationship Id="rId306" Type="http://schemas.openxmlformats.org/officeDocument/2006/relationships/slide" Target="slides/slide250.xml" /><Relationship Id="rId24" Type="http://schemas.openxmlformats.org/officeDocument/2006/relationships/slideMaster" Target="slideMasters/slideMaster24.xml" /><Relationship Id="rId45" Type="http://schemas.openxmlformats.org/officeDocument/2006/relationships/slideMaster" Target="slideMasters/slideMaster45.xml" /><Relationship Id="rId66" Type="http://schemas.openxmlformats.org/officeDocument/2006/relationships/slide" Target="slides/slide10.xml" /><Relationship Id="rId87" Type="http://schemas.openxmlformats.org/officeDocument/2006/relationships/slide" Target="slides/slide31.xml" /><Relationship Id="rId110" Type="http://schemas.openxmlformats.org/officeDocument/2006/relationships/slide" Target="slides/slide54.xml" /><Relationship Id="rId131" Type="http://schemas.openxmlformats.org/officeDocument/2006/relationships/slide" Target="slides/slide75.xml" /><Relationship Id="rId61" Type="http://schemas.openxmlformats.org/officeDocument/2006/relationships/slide" Target="slides/slide5.xml" /><Relationship Id="rId82" Type="http://schemas.openxmlformats.org/officeDocument/2006/relationships/slide" Target="slides/slide26.xml" /><Relationship Id="rId152" Type="http://schemas.openxmlformats.org/officeDocument/2006/relationships/slide" Target="slides/slide96.xml" /><Relationship Id="rId173" Type="http://schemas.openxmlformats.org/officeDocument/2006/relationships/slide" Target="slides/slide117.xml" /><Relationship Id="rId194" Type="http://schemas.openxmlformats.org/officeDocument/2006/relationships/slide" Target="slides/slide138.xml" /><Relationship Id="rId199" Type="http://schemas.openxmlformats.org/officeDocument/2006/relationships/slide" Target="slides/slide143.xml" /><Relationship Id="rId203" Type="http://schemas.openxmlformats.org/officeDocument/2006/relationships/slide" Target="slides/slide147.xml" /><Relationship Id="rId208" Type="http://schemas.openxmlformats.org/officeDocument/2006/relationships/slide" Target="slides/slide152.xml" /><Relationship Id="rId229" Type="http://schemas.openxmlformats.org/officeDocument/2006/relationships/slide" Target="slides/slide173.xml" /><Relationship Id="rId19" Type="http://schemas.openxmlformats.org/officeDocument/2006/relationships/slideMaster" Target="slideMasters/slideMaster19.xml" /><Relationship Id="rId224" Type="http://schemas.openxmlformats.org/officeDocument/2006/relationships/slide" Target="slides/slide168.xml" /><Relationship Id="rId240" Type="http://schemas.openxmlformats.org/officeDocument/2006/relationships/slide" Target="slides/slide184.xml" /><Relationship Id="rId245" Type="http://schemas.openxmlformats.org/officeDocument/2006/relationships/slide" Target="slides/slide189.xml" /><Relationship Id="rId261" Type="http://schemas.openxmlformats.org/officeDocument/2006/relationships/slide" Target="slides/slide205.xml" /><Relationship Id="rId266" Type="http://schemas.openxmlformats.org/officeDocument/2006/relationships/slide" Target="slides/slide210.xml" /><Relationship Id="rId287" Type="http://schemas.openxmlformats.org/officeDocument/2006/relationships/slide" Target="slides/slide231.xml" /><Relationship Id="rId14" Type="http://schemas.openxmlformats.org/officeDocument/2006/relationships/slideMaster" Target="slideMasters/slideMaster14.xml" /><Relationship Id="rId30" Type="http://schemas.openxmlformats.org/officeDocument/2006/relationships/slideMaster" Target="slideMasters/slideMaster30.xml" /><Relationship Id="rId35" Type="http://schemas.openxmlformats.org/officeDocument/2006/relationships/slideMaster" Target="slideMasters/slideMaster35.xml" /><Relationship Id="rId56" Type="http://schemas.openxmlformats.org/officeDocument/2006/relationships/slideMaster" Target="slideMasters/slideMaster56.xml" /><Relationship Id="rId77" Type="http://schemas.openxmlformats.org/officeDocument/2006/relationships/slide" Target="slides/slide21.xml" /><Relationship Id="rId100" Type="http://schemas.openxmlformats.org/officeDocument/2006/relationships/slide" Target="slides/slide44.xml" /><Relationship Id="rId105" Type="http://schemas.openxmlformats.org/officeDocument/2006/relationships/slide" Target="slides/slide49.xml" /><Relationship Id="rId126" Type="http://schemas.openxmlformats.org/officeDocument/2006/relationships/slide" Target="slides/slide70.xml" /><Relationship Id="rId147" Type="http://schemas.openxmlformats.org/officeDocument/2006/relationships/slide" Target="slides/slide91.xml" /><Relationship Id="rId168" Type="http://schemas.openxmlformats.org/officeDocument/2006/relationships/slide" Target="slides/slide112.xml" /><Relationship Id="rId282" Type="http://schemas.openxmlformats.org/officeDocument/2006/relationships/slide" Target="slides/slide226.xml" /><Relationship Id="rId312" Type="http://schemas.openxmlformats.org/officeDocument/2006/relationships/presProps" Target="presProps.xml" /><Relationship Id="rId8" Type="http://schemas.openxmlformats.org/officeDocument/2006/relationships/slideMaster" Target="slideMasters/slideMaster8.xml" /><Relationship Id="rId51" Type="http://schemas.openxmlformats.org/officeDocument/2006/relationships/slideMaster" Target="slideMasters/slideMaster51.xml" /><Relationship Id="rId72" Type="http://schemas.openxmlformats.org/officeDocument/2006/relationships/slide" Target="slides/slide16.xml" /><Relationship Id="rId93" Type="http://schemas.openxmlformats.org/officeDocument/2006/relationships/slide" Target="slides/slide37.xml" /><Relationship Id="rId98" Type="http://schemas.openxmlformats.org/officeDocument/2006/relationships/slide" Target="slides/slide42.xml" /><Relationship Id="rId121" Type="http://schemas.openxmlformats.org/officeDocument/2006/relationships/slide" Target="slides/slide65.xml" /><Relationship Id="rId142" Type="http://schemas.openxmlformats.org/officeDocument/2006/relationships/slide" Target="slides/slide86.xml" /><Relationship Id="rId163" Type="http://schemas.openxmlformats.org/officeDocument/2006/relationships/slide" Target="slides/slide107.xml" /><Relationship Id="rId184" Type="http://schemas.openxmlformats.org/officeDocument/2006/relationships/slide" Target="slides/slide128.xml" /><Relationship Id="rId189" Type="http://schemas.openxmlformats.org/officeDocument/2006/relationships/slide" Target="slides/slide133.xml" /><Relationship Id="rId219" Type="http://schemas.openxmlformats.org/officeDocument/2006/relationships/slide" Target="slides/slide163.xml" /><Relationship Id="rId3" Type="http://schemas.openxmlformats.org/officeDocument/2006/relationships/slideMaster" Target="slideMasters/slideMaster3.xml" /><Relationship Id="rId214" Type="http://schemas.openxmlformats.org/officeDocument/2006/relationships/slide" Target="slides/slide158.xml" /><Relationship Id="rId230" Type="http://schemas.openxmlformats.org/officeDocument/2006/relationships/slide" Target="slides/slide174.xml" /><Relationship Id="rId235" Type="http://schemas.openxmlformats.org/officeDocument/2006/relationships/slide" Target="slides/slide179.xml" /><Relationship Id="rId251" Type="http://schemas.openxmlformats.org/officeDocument/2006/relationships/slide" Target="slides/slide195.xml" /><Relationship Id="rId256" Type="http://schemas.openxmlformats.org/officeDocument/2006/relationships/slide" Target="slides/slide200.xml" /><Relationship Id="rId277" Type="http://schemas.openxmlformats.org/officeDocument/2006/relationships/slide" Target="slides/slide221.xml" /><Relationship Id="rId298" Type="http://schemas.openxmlformats.org/officeDocument/2006/relationships/slide" Target="slides/slide242.xml" /><Relationship Id="rId25" Type="http://schemas.openxmlformats.org/officeDocument/2006/relationships/slideMaster" Target="slideMasters/slideMaster25.xml" /><Relationship Id="rId46" Type="http://schemas.openxmlformats.org/officeDocument/2006/relationships/slideMaster" Target="slideMasters/slideMaster46.xml" /><Relationship Id="rId67" Type="http://schemas.openxmlformats.org/officeDocument/2006/relationships/slide" Target="slides/slide11.xml" /><Relationship Id="rId116" Type="http://schemas.openxmlformats.org/officeDocument/2006/relationships/slide" Target="slides/slide60.xml" /><Relationship Id="rId137" Type="http://schemas.openxmlformats.org/officeDocument/2006/relationships/slide" Target="slides/slide81.xml" /><Relationship Id="rId158" Type="http://schemas.openxmlformats.org/officeDocument/2006/relationships/slide" Target="slides/slide102.xml" /><Relationship Id="rId272" Type="http://schemas.openxmlformats.org/officeDocument/2006/relationships/slide" Target="slides/slide216.xml" /><Relationship Id="rId293" Type="http://schemas.openxmlformats.org/officeDocument/2006/relationships/slide" Target="slides/slide237.xml" /><Relationship Id="rId302" Type="http://schemas.openxmlformats.org/officeDocument/2006/relationships/slide" Target="slides/slide246.xml" /><Relationship Id="rId307" Type="http://schemas.openxmlformats.org/officeDocument/2006/relationships/slide" Target="slides/slide251.xml" /><Relationship Id="rId20" Type="http://schemas.openxmlformats.org/officeDocument/2006/relationships/slideMaster" Target="slideMasters/slideMaster20.xml" /><Relationship Id="rId41" Type="http://schemas.openxmlformats.org/officeDocument/2006/relationships/slideMaster" Target="slideMasters/slideMaster41.xml" /><Relationship Id="rId62" Type="http://schemas.openxmlformats.org/officeDocument/2006/relationships/slide" Target="slides/slide6.xml" /><Relationship Id="rId83" Type="http://schemas.openxmlformats.org/officeDocument/2006/relationships/slide" Target="slides/slide27.xml" /><Relationship Id="rId88" Type="http://schemas.openxmlformats.org/officeDocument/2006/relationships/slide" Target="slides/slide32.xml" /><Relationship Id="rId111" Type="http://schemas.openxmlformats.org/officeDocument/2006/relationships/slide" Target="slides/slide55.xml" /><Relationship Id="rId132" Type="http://schemas.openxmlformats.org/officeDocument/2006/relationships/slide" Target="slides/slide76.xml" /><Relationship Id="rId153" Type="http://schemas.openxmlformats.org/officeDocument/2006/relationships/slide" Target="slides/slide97.xml" /><Relationship Id="rId174" Type="http://schemas.openxmlformats.org/officeDocument/2006/relationships/slide" Target="slides/slide118.xml" /><Relationship Id="rId179" Type="http://schemas.openxmlformats.org/officeDocument/2006/relationships/slide" Target="slides/slide123.xml" /><Relationship Id="rId195" Type="http://schemas.openxmlformats.org/officeDocument/2006/relationships/slide" Target="slides/slide139.xml" /><Relationship Id="rId209" Type="http://schemas.openxmlformats.org/officeDocument/2006/relationships/slide" Target="slides/slide153.xml" /><Relationship Id="rId190" Type="http://schemas.openxmlformats.org/officeDocument/2006/relationships/slide" Target="slides/slide134.xml" /><Relationship Id="rId204" Type="http://schemas.openxmlformats.org/officeDocument/2006/relationships/slide" Target="slides/slide148.xml" /><Relationship Id="rId220" Type="http://schemas.openxmlformats.org/officeDocument/2006/relationships/slide" Target="slides/slide164.xml" /><Relationship Id="rId225" Type="http://schemas.openxmlformats.org/officeDocument/2006/relationships/slide" Target="slides/slide169.xml" /><Relationship Id="rId241" Type="http://schemas.openxmlformats.org/officeDocument/2006/relationships/slide" Target="slides/slide185.xml" /><Relationship Id="rId246" Type="http://schemas.openxmlformats.org/officeDocument/2006/relationships/slide" Target="slides/slide190.xml" /><Relationship Id="rId267" Type="http://schemas.openxmlformats.org/officeDocument/2006/relationships/slide" Target="slides/slide211.xml" /><Relationship Id="rId288" Type="http://schemas.openxmlformats.org/officeDocument/2006/relationships/slide" Target="slides/slide232.xml" /><Relationship Id="rId15" Type="http://schemas.openxmlformats.org/officeDocument/2006/relationships/slideMaster" Target="slideMasters/slideMaster15.xml" /><Relationship Id="rId36" Type="http://schemas.openxmlformats.org/officeDocument/2006/relationships/slideMaster" Target="slideMasters/slideMaster36.xml" /><Relationship Id="rId57" Type="http://schemas.openxmlformats.org/officeDocument/2006/relationships/slide" Target="slides/slide1.xml" /><Relationship Id="rId106" Type="http://schemas.openxmlformats.org/officeDocument/2006/relationships/slide" Target="slides/slide50.xml" /><Relationship Id="rId127" Type="http://schemas.openxmlformats.org/officeDocument/2006/relationships/slide" Target="slides/slide71.xml" /><Relationship Id="rId262" Type="http://schemas.openxmlformats.org/officeDocument/2006/relationships/slide" Target="slides/slide206.xml" /><Relationship Id="rId283" Type="http://schemas.openxmlformats.org/officeDocument/2006/relationships/slide" Target="slides/slide227.xml" /><Relationship Id="rId313" Type="http://schemas.openxmlformats.org/officeDocument/2006/relationships/viewProps" Target="viewProps.xml" /><Relationship Id="rId10" Type="http://schemas.openxmlformats.org/officeDocument/2006/relationships/slideMaster" Target="slideMasters/slideMaster10.xml" /><Relationship Id="rId31" Type="http://schemas.openxmlformats.org/officeDocument/2006/relationships/slideMaster" Target="slideMasters/slideMaster31.xml" /><Relationship Id="rId52" Type="http://schemas.openxmlformats.org/officeDocument/2006/relationships/slideMaster" Target="slideMasters/slideMaster52.xml" /><Relationship Id="rId73" Type="http://schemas.openxmlformats.org/officeDocument/2006/relationships/slide" Target="slides/slide17.xml" /><Relationship Id="rId78" Type="http://schemas.openxmlformats.org/officeDocument/2006/relationships/slide" Target="slides/slide22.xml" /><Relationship Id="rId94" Type="http://schemas.openxmlformats.org/officeDocument/2006/relationships/slide" Target="slides/slide38.xml" /><Relationship Id="rId99" Type="http://schemas.openxmlformats.org/officeDocument/2006/relationships/slide" Target="slides/slide43.xml" /><Relationship Id="rId101" Type="http://schemas.openxmlformats.org/officeDocument/2006/relationships/slide" Target="slides/slide45.xml" /><Relationship Id="rId122" Type="http://schemas.openxmlformats.org/officeDocument/2006/relationships/slide" Target="slides/slide66.xml" /><Relationship Id="rId143" Type="http://schemas.openxmlformats.org/officeDocument/2006/relationships/slide" Target="slides/slide87.xml" /><Relationship Id="rId148" Type="http://schemas.openxmlformats.org/officeDocument/2006/relationships/slide" Target="slides/slide92.xml" /><Relationship Id="rId164" Type="http://schemas.openxmlformats.org/officeDocument/2006/relationships/slide" Target="slides/slide108.xml" /><Relationship Id="rId169" Type="http://schemas.openxmlformats.org/officeDocument/2006/relationships/slide" Target="slides/slide113.xml" /><Relationship Id="rId185" Type="http://schemas.openxmlformats.org/officeDocument/2006/relationships/slide" Target="slides/slide129.xml" /><Relationship Id="rId4" Type="http://schemas.openxmlformats.org/officeDocument/2006/relationships/slideMaster" Target="slideMasters/slideMaster4.xml" /><Relationship Id="rId9" Type="http://schemas.openxmlformats.org/officeDocument/2006/relationships/slideMaster" Target="slideMasters/slideMaster9.xml" /><Relationship Id="rId180" Type="http://schemas.openxmlformats.org/officeDocument/2006/relationships/slide" Target="slides/slide124.xml" /><Relationship Id="rId210" Type="http://schemas.openxmlformats.org/officeDocument/2006/relationships/slide" Target="slides/slide154.xml" /><Relationship Id="rId215" Type="http://schemas.openxmlformats.org/officeDocument/2006/relationships/slide" Target="slides/slide159.xml" /><Relationship Id="rId236" Type="http://schemas.openxmlformats.org/officeDocument/2006/relationships/slide" Target="slides/slide180.xml" /><Relationship Id="rId257" Type="http://schemas.openxmlformats.org/officeDocument/2006/relationships/slide" Target="slides/slide201.xml" /><Relationship Id="rId278" Type="http://schemas.openxmlformats.org/officeDocument/2006/relationships/slide" Target="slides/slide222.xml" /><Relationship Id="rId26" Type="http://schemas.openxmlformats.org/officeDocument/2006/relationships/slideMaster" Target="slideMasters/slideMaster26.xml" /><Relationship Id="rId231" Type="http://schemas.openxmlformats.org/officeDocument/2006/relationships/slide" Target="slides/slide175.xml" /><Relationship Id="rId252" Type="http://schemas.openxmlformats.org/officeDocument/2006/relationships/slide" Target="slides/slide196.xml" /><Relationship Id="rId273" Type="http://schemas.openxmlformats.org/officeDocument/2006/relationships/slide" Target="slides/slide217.xml" /><Relationship Id="rId294" Type="http://schemas.openxmlformats.org/officeDocument/2006/relationships/slide" Target="slides/slide238.xml" /><Relationship Id="rId308" Type="http://schemas.openxmlformats.org/officeDocument/2006/relationships/slide" Target="slides/slide252.xml" /><Relationship Id="rId47" Type="http://schemas.openxmlformats.org/officeDocument/2006/relationships/slideMaster" Target="slideMasters/slideMaster47.xml" /><Relationship Id="rId68" Type="http://schemas.openxmlformats.org/officeDocument/2006/relationships/slide" Target="slides/slide12.xml" /><Relationship Id="rId89" Type="http://schemas.openxmlformats.org/officeDocument/2006/relationships/slide" Target="slides/slide33.xml" /><Relationship Id="rId112" Type="http://schemas.openxmlformats.org/officeDocument/2006/relationships/slide" Target="slides/slide56.xml" /><Relationship Id="rId133" Type="http://schemas.openxmlformats.org/officeDocument/2006/relationships/slide" Target="slides/slide77.xml" /><Relationship Id="rId154" Type="http://schemas.openxmlformats.org/officeDocument/2006/relationships/slide" Target="slides/slide98.xml" /><Relationship Id="rId175" Type="http://schemas.openxmlformats.org/officeDocument/2006/relationships/slide" Target="slides/slide119.xml" /><Relationship Id="rId196" Type="http://schemas.openxmlformats.org/officeDocument/2006/relationships/slide" Target="slides/slide140.xml" /><Relationship Id="rId200" Type="http://schemas.openxmlformats.org/officeDocument/2006/relationships/slide" Target="slides/slide144.xml" /><Relationship Id="rId16" Type="http://schemas.openxmlformats.org/officeDocument/2006/relationships/slideMaster" Target="slideMasters/slideMaster16.xml" /><Relationship Id="rId221" Type="http://schemas.openxmlformats.org/officeDocument/2006/relationships/slide" Target="slides/slide165.xml" /><Relationship Id="rId242" Type="http://schemas.openxmlformats.org/officeDocument/2006/relationships/slide" Target="slides/slide186.xml" /><Relationship Id="rId263" Type="http://schemas.openxmlformats.org/officeDocument/2006/relationships/slide" Target="slides/slide207.xml" /><Relationship Id="rId284" Type="http://schemas.openxmlformats.org/officeDocument/2006/relationships/slide" Target="slides/slide228.xml" /><Relationship Id="rId37" Type="http://schemas.openxmlformats.org/officeDocument/2006/relationships/slideMaster" Target="slideMasters/slideMaster37.xml" /><Relationship Id="rId58" Type="http://schemas.openxmlformats.org/officeDocument/2006/relationships/slide" Target="slides/slide2.xml" /><Relationship Id="rId79" Type="http://schemas.openxmlformats.org/officeDocument/2006/relationships/slide" Target="slides/slide23.xml" /><Relationship Id="rId102" Type="http://schemas.openxmlformats.org/officeDocument/2006/relationships/slide" Target="slides/slide46.xml" /><Relationship Id="rId123" Type="http://schemas.openxmlformats.org/officeDocument/2006/relationships/slide" Target="slides/slide67.xml" /><Relationship Id="rId144" Type="http://schemas.openxmlformats.org/officeDocument/2006/relationships/slide" Target="slides/slide88.xml" /><Relationship Id="rId90" Type="http://schemas.openxmlformats.org/officeDocument/2006/relationships/slide" Target="slides/slide34.xml" /><Relationship Id="rId165" Type="http://schemas.openxmlformats.org/officeDocument/2006/relationships/slide" Target="slides/slide109.xml" /><Relationship Id="rId186" Type="http://schemas.openxmlformats.org/officeDocument/2006/relationships/slide" Target="slides/slide130.xml" /><Relationship Id="rId211" Type="http://schemas.openxmlformats.org/officeDocument/2006/relationships/slide" Target="slides/slide155.xml" /><Relationship Id="rId232" Type="http://schemas.openxmlformats.org/officeDocument/2006/relationships/slide" Target="slides/slide176.xml" /><Relationship Id="rId253" Type="http://schemas.openxmlformats.org/officeDocument/2006/relationships/slide" Target="slides/slide197.xml" /><Relationship Id="rId274" Type="http://schemas.openxmlformats.org/officeDocument/2006/relationships/slide" Target="slides/slide218.xml" /><Relationship Id="rId295" Type="http://schemas.openxmlformats.org/officeDocument/2006/relationships/slide" Target="slides/slide239.xml" /><Relationship Id="rId309" Type="http://schemas.openxmlformats.org/officeDocument/2006/relationships/slide" Target="slides/slide253.xml" /><Relationship Id="rId27" Type="http://schemas.openxmlformats.org/officeDocument/2006/relationships/slideMaster" Target="slideMasters/slideMaster27.xml" /><Relationship Id="rId48" Type="http://schemas.openxmlformats.org/officeDocument/2006/relationships/slideMaster" Target="slideMasters/slideMaster48.xml" /><Relationship Id="rId69" Type="http://schemas.openxmlformats.org/officeDocument/2006/relationships/slide" Target="slides/slide13.xml" /><Relationship Id="rId113" Type="http://schemas.openxmlformats.org/officeDocument/2006/relationships/slide" Target="slides/slide57.xml" /><Relationship Id="rId134" Type="http://schemas.openxmlformats.org/officeDocument/2006/relationships/slide" Target="slides/slide78.xml" /><Relationship Id="rId80" Type="http://schemas.openxmlformats.org/officeDocument/2006/relationships/slide" Target="slides/slide24.xml" /><Relationship Id="rId155" Type="http://schemas.openxmlformats.org/officeDocument/2006/relationships/slide" Target="slides/slide99.xml" /><Relationship Id="rId176" Type="http://schemas.openxmlformats.org/officeDocument/2006/relationships/slide" Target="slides/slide120.xml" /><Relationship Id="rId197" Type="http://schemas.openxmlformats.org/officeDocument/2006/relationships/slide" Target="slides/slide141.xml" /><Relationship Id="rId201" Type="http://schemas.openxmlformats.org/officeDocument/2006/relationships/slide" Target="slides/slide145.xml" /><Relationship Id="rId222" Type="http://schemas.openxmlformats.org/officeDocument/2006/relationships/slide" Target="slides/slide166.xml" /><Relationship Id="rId243" Type="http://schemas.openxmlformats.org/officeDocument/2006/relationships/slide" Target="slides/slide187.xml" /><Relationship Id="rId264" Type="http://schemas.openxmlformats.org/officeDocument/2006/relationships/slide" Target="slides/slide208.xml" /><Relationship Id="rId285" Type="http://schemas.openxmlformats.org/officeDocument/2006/relationships/slide" Target="slides/slide229.xml" /><Relationship Id="rId17" Type="http://schemas.openxmlformats.org/officeDocument/2006/relationships/slideMaster" Target="slideMasters/slideMaster17.xml" /><Relationship Id="rId38" Type="http://schemas.openxmlformats.org/officeDocument/2006/relationships/slideMaster" Target="slideMasters/slideMaster38.xml" /><Relationship Id="rId59" Type="http://schemas.openxmlformats.org/officeDocument/2006/relationships/slide" Target="slides/slide3.xml" /><Relationship Id="rId103" Type="http://schemas.openxmlformats.org/officeDocument/2006/relationships/slide" Target="slides/slide47.xml" /><Relationship Id="rId124" Type="http://schemas.openxmlformats.org/officeDocument/2006/relationships/slide" Target="slides/slide68.xml" /><Relationship Id="rId310" Type="http://schemas.openxmlformats.org/officeDocument/2006/relationships/notesMaster" Target="notesMasters/notesMaster1.xml" /><Relationship Id="rId70" Type="http://schemas.openxmlformats.org/officeDocument/2006/relationships/slide" Target="slides/slide14.xml" /><Relationship Id="rId91" Type="http://schemas.openxmlformats.org/officeDocument/2006/relationships/slide" Target="slides/slide35.xml" /><Relationship Id="rId145" Type="http://schemas.openxmlformats.org/officeDocument/2006/relationships/slide" Target="slides/slide89.xml" /><Relationship Id="rId166" Type="http://schemas.openxmlformats.org/officeDocument/2006/relationships/slide" Target="slides/slide110.xml" /><Relationship Id="rId187" Type="http://schemas.openxmlformats.org/officeDocument/2006/relationships/slide" Target="slides/slide131.xml" /><Relationship Id="rId1" Type="http://schemas.openxmlformats.org/officeDocument/2006/relationships/slideMaster" Target="slideMasters/slideMaster1.xml" /><Relationship Id="rId212" Type="http://schemas.openxmlformats.org/officeDocument/2006/relationships/slide" Target="slides/slide156.xml" /><Relationship Id="rId233" Type="http://schemas.openxmlformats.org/officeDocument/2006/relationships/slide" Target="slides/slide177.xml" /><Relationship Id="rId254" Type="http://schemas.openxmlformats.org/officeDocument/2006/relationships/slide" Target="slides/slide198.xml" /><Relationship Id="rId28" Type="http://schemas.openxmlformats.org/officeDocument/2006/relationships/slideMaster" Target="slideMasters/slideMaster28.xml" /><Relationship Id="rId49" Type="http://schemas.openxmlformats.org/officeDocument/2006/relationships/slideMaster" Target="slideMasters/slideMaster49.xml" /><Relationship Id="rId114" Type="http://schemas.openxmlformats.org/officeDocument/2006/relationships/slide" Target="slides/slide58.xml" /><Relationship Id="rId275" Type="http://schemas.openxmlformats.org/officeDocument/2006/relationships/slide" Target="slides/slide219.xml" /><Relationship Id="rId296" Type="http://schemas.openxmlformats.org/officeDocument/2006/relationships/slide" Target="slides/slide240.xml" /><Relationship Id="rId300" Type="http://schemas.openxmlformats.org/officeDocument/2006/relationships/slide" Target="slides/slide244.xml" /><Relationship Id="rId60" Type="http://schemas.openxmlformats.org/officeDocument/2006/relationships/slide" Target="slides/slide4.xml" /><Relationship Id="rId81" Type="http://schemas.openxmlformats.org/officeDocument/2006/relationships/slide" Target="slides/slide25.xml" /><Relationship Id="rId135" Type="http://schemas.openxmlformats.org/officeDocument/2006/relationships/slide" Target="slides/slide79.xml" /><Relationship Id="rId156" Type="http://schemas.openxmlformats.org/officeDocument/2006/relationships/slide" Target="slides/slide100.xml" /><Relationship Id="rId177" Type="http://schemas.openxmlformats.org/officeDocument/2006/relationships/slide" Target="slides/slide121.xml" /><Relationship Id="rId198" Type="http://schemas.openxmlformats.org/officeDocument/2006/relationships/slide" Target="slides/slide142.xml" /><Relationship Id="rId202" Type="http://schemas.openxmlformats.org/officeDocument/2006/relationships/slide" Target="slides/slide146.xml" /><Relationship Id="rId223" Type="http://schemas.openxmlformats.org/officeDocument/2006/relationships/slide" Target="slides/slide167.xml" /><Relationship Id="rId244" Type="http://schemas.openxmlformats.org/officeDocument/2006/relationships/slide" Target="slides/slide188.xml" /><Relationship Id="rId18" Type="http://schemas.openxmlformats.org/officeDocument/2006/relationships/slideMaster" Target="slideMasters/slideMaster18.xml" /><Relationship Id="rId39" Type="http://schemas.openxmlformats.org/officeDocument/2006/relationships/slideMaster" Target="slideMasters/slideMaster39.xml" /><Relationship Id="rId265" Type="http://schemas.openxmlformats.org/officeDocument/2006/relationships/slide" Target="slides/slide209.xml" /><Relationship Id="rId286" Type="http://schemas.openxmlformats.org/officeDocument/2006/relationships/slide" Target="slides/slide230.xml" /><Relationship Id="rId50" Type="http://schemas.openxmlformats.org/officeDocument/2006/relationships/slideMaster" Target="slideMasters/slideMaster50.xml" /><Relationship Id="rId104" Type="http://schemas.openxmlformats.org/officeDocument/2006/relationships/slide" Target="slides/slide48.xml" /><Relationship Id="rId125" Type="http://schemas.openxmlformats.org/officeDocument/2006/relationships/slide" Target="slides/slide69.xml" /><Relationship Id="rId146" Type="http://schemas.openxmlformats.org/officeDocument/2006/relationships/slide" Target="slides/slide90.xml" /><Relationship Id="rId167" Type="http://schemas.openxmlformats.org/officeDocument/2006/relationships/slide" Target="slides/slide111.xml" /><Relationship Id="rId188" Type="http://schemas.openxmlformats.org/officeDocument/2006/relationships/slide" Target="slides/slide132.xml" /><Relationship Id="rId311" Type="http://schemas.openxmlformats.org/officeDocument/2006/relationships/commentAuthors" Target="commentAuthors.xml" /><Relationship Id="rId71" Type="http://schemas.openxmlformats.org/officeDocument/2006/relationships/slide" Target="slides/slide15.xml" /><Relationship Id="rId92" Type="http://schemas.openxmlformats.org/officeDocument/2006/relationships/slide" Target="slides/slide36.xml" /><Relationship Id="rId213" Type="http://schemas.openxmlformats.org/officeDocument/2006/relationships/slide" Target="slides/slide157.xml" /><Relationship Id="rId234" Type="http://schemas.openxmlformats.org/officeDocument/2006/relationships/slide" Target="slides/slide178.xml" /><Relationship Id="rId2" Type="http://schemas.openxmlformats.org/officeDocument/2006/relationships/slideMaster" Target="slideMasters/slideMaster2.xml" /><Relationship Id="rId29" Type="http://schemas.openxmlformats.org/officeDocument/2006/relationships/slideMaster" Target="slideMasters/slideMaster29.xml" /><Relationship Id="rId255" Type="http://schemas.openxmlformats.org/officeDocument/2006/relationships/slide" Target="slides/slide199.xml" /><Relationship Id="rId276" Type="http://schemas.openxmlformats.org/officeDocument/2006/relationships/slide" Target="slides/slide220.xml" /><Relationship Id="rId297" Type="http://schemas.openxmlformats.org/officeDocument/2006/relationships/slide" Target="slides/slide241.xml" /><Relationship Id="rId40" Type="http://schemas.openxmlformats.org/officeDocument/2006/relationships/slideMaster" Target="slideMasters/slideMaster40.xml" /><Relationship Id="rId115" Type="http://schemas.openxmlformats.org/officeDocument/2006/relationships/slide" Target="slides/slide59.xml" /><Relationship Id="rId136" Type="http://schemas.openxmlformats.org/officeDocument/2006/relationships/slide" Target="slides/slide80.xml" /><Relationship Id="rId157" Type="http://schemas.openxmlformats.org/officeDocument/2006/relationships/slide" Target="slides/slide101.xml" /><Relationship Id="rId178" Type="http://schemas.openxmlformats.org/officeDocument/2006/relationships/slide" Target="slides/slide122.xml" /><Relationship Id="rId301" Type="http://schemas.openxmlformats.org/officeDocument/2006/relationships/slide" Target="slides/slide245.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7.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op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b-NO"/>
          </a:p>
        </p:txBody>
      </p:sp>
      <p:sp>
        <p:nvSpPr>
          <p:cNvPr id="3" name="Plassholder for dato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66F2AFF-F66B-4F6C-8DF6-F9F6440492E4}" type="datetimeFigureOut">
              <a:rPr lang="nb-NO" smtClean="0"/>
              <a:t>27.08.2024</a:t>
            </a:fld>
            <a:endParaRPr lang="nb-NO"/>
          </a:p>
        </p:txBody>
      </p:sp>
      <p:sp>
        <p:nvSpPr>
          <p:cNvPr id="4" name="Plassholder for lysbil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b-NO"/>
          </a:p>
        </p:txBody>
      </p:sp>
      <p:sp>
        <p:nvSpPr>
          <p:cNvPr id="5" name="Plassholder for nota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6" name="Plassholder for bunn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b-NO"/>
          </a:p>
        </p:txBody>
      </p:sp>
      <p:sp>
        <p:nvSpPr>
          <p:cNvPr id="7" name="Plassholder for lysbilde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2B659AD-B4A8-4FC6-A3F0-1C51382DA0F9}" type="slidenum">
              <a:rPr lang="nb-NO" smtClean="0"/>
              <a:t>‹#›</a:t>
            </a:fld>
            <a:endParaRPr lang="nb-NO"/>
          </a:p>
        </p:txBody>
      </p:sp>
    </p:spTree>
    <p:extLst>
      <p:ext uri="{BB962C8B-B14F-4D97-AF65-F5344CB8AC3E}">
        <p14:creationId xmlns:p14="http://schemas.microsoft.com/office/powerpoint/2010/main" val="34887254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2.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31.xml.rels><?xml version="1.0" encoding="UTF-8" standalone="yes"?>
<Relationships xmlns="http://schemas.openxmlformats.org/package/2006/relationships"><Relationship Id="rId8" Type="http://schemas.openxmlformats.org/officeDocument/2006/relationships/slide" Target="../slides/slide21.xml" /><Relationship Id="rId3" Type="http://schemas.openxmlformats.org/officeDocument/2006/relationships/slide" Target="../slides/slide16.xml" /><Relationship Id="rId7" Type="http://schemas.openxmlformats.org/officeDocument/2006/relationships/slide" Target="../slides/slide20.xml" /><Relationship Id="rId2" Type="http://schemas.openxmlformats.org/officeDocument/2006/relationships/slide" Target="../slides/slide15.xml" /><Relationship Id="rId1" Type="http://schemas.openxmlformats.org/officeDocument/2006/relationships/slideMaster" Target="../slideMasters/slideMaster4.xml" /><Relationship Id="rId6" Type="http://schemas.openxmlformats.org/officeDocument/2006/relationships/slide" Target="../slides/slide19.xml" /><Relationship Id="rId5" Type="http://schemas.openxmlformats.org/officeDocument/2006/relationships/slide" Target="../slides/slide18.xml" /><Relationship Id="rId4" Type="http://schemas.openxmlformats.org/officeDocument/2006/relationships/slide" Target="../slides/slide17.xml" /></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36.xml.rels><?xml version="1.0" encoding="UTF-8" standalone="yes"?>
<Relationships xmlns="http://schemas.openxmlformats.org/package/2006/relationships"><Relationship Id="rId8" Type="http://schemas.openxmlformats.org/officeDocument/2006/relationships/slide" Target="../slides/slide21.xml" /><Relationship Id="rId3" Type="http://schemas.openxmlformats.org/officeDocument/2006/relationships/slide" Target="../slides/slide16.xml" /><Relationship Id="rId7" Type="http://schemas.openxmlformats.org/officeDocument/2006/relationships/slide" Target="../slides/slide20.xml" /><Relationship Id="rId2" Type="http://schemas.openxmlformats.org/officeDocument/2006/relationships/slide" Target="../slides/slide15.xml" /><Relationship Id="rId1" Type="http://schemas.openxmlformats.org/officeDocument/2006/relationships/slideMaster" Target="../slideMasters/slideMaster4.xml" /><Relationship Id="rId6" Type="http://schemas.openxmlformats.org/officeDocument/2006/relationships/slide" Target="../slides/slide19.xml" /><Relationship Id="rId5" Type="http://schemas.openxmlformats.org/officeDocument/2006/relationships/slide" Target="../slides/slide18.xml" /><Relationship Id="rId4" Type="http://schemas.openxmlformats.org/officeDocument/2006/relationships/slide" Target="../slides/slide17.xml" /></Relationships>
</file>

<file path=ppt/slideLayouts/_rels/slideLayout37.xml.rels><?xml version="1.0" encoding="UTF-8" standalone="yes"?>
<Relationships xmlns="http://schemas.openxmlformats.org/package/2006/relationships"><Relationship Id="rId8" Type="http://schemas.openxmlformats.org/officeDocument/2006/relationships/slide" Target="../slides/slide21.xml" /><Relationship Id="rId3" Type="http://schemas.openxmlformats.org/officeDocument/2006/relationships/slide" Target="../slides/slide16.xml" /><Relationship Id="rId7" Type="http://schemas.openxmlformats.org/officeDocument/2006/relationships/slide" Target="../slides/slide20.xml" /><Relationship Id="rId2" Type="http://schemas.openxmlformats.org/officeDocument/2006/relationships/slide" Target="../slides/slide15.xml" /><Relationship Id="rId1" Type="http://schemas.openxmlformats.org/officeDocument/2006/relationships/slideMaster" Target="../slideMasters/slideMaster4.xml" /><Relationship Id="rId6" Type="http://schemas.openxmlformats.org/officeDocument/2006/relationships/slide" Target="../slides/slide19.xml" /><Relationship Id="rId5" Type="http://schemas.openxmlformats.org/officeDocument/2006/relationships/slide" Target="../slides/slide18.xml" /><Relationship Id="rId4" Type="http://schemas.openxmlformats.org/officeDocument/2006/relationships/slide" Target="../slides/slide17.xml" /></Relationships>
</file>

<file path=ppt/slideLayouts/_rels/slideLayout38.xml.rels><?xml version="1.0" encoding="UTF-8" standalone="yes"?>
<Relationships xmlns="http://schemas.openxmlformats.org/package/2006/relationships"><Relationship Id="rId8" Type="http://schemas.openxmlformats.org/officeDocument/2006/relationships/slide" Target="../slides/slide21.xml" /><Relationship Id="rId3" Type="http://schemas.openxmlformats.org/officeDocument/2006/relationships/slide" Target="../slides/slide16.xml" /><Relationship Id="rId7" Type="http://schemas.openxmlformats.org/officeDocument/2006/relationships/slide" Target="../slides/slide20.xml" /><Relationship Id="rId2" Type="http://schemas.openxmlformats.org/officeDocument/2006/relationships/slide" Target="../slides/slide15.xml" /><Relationship Id="rId1" Type="http://schemas.openxmlformats.org/officeDocument/2006/relationships/slideMaster" Target="../slideMasters/slideMaster4.xml" /><Relationship Id="rId6" Type="http://schemas.openxmlformats.org/officeDocument/2006/relationships/slide" Target="../slides/slide19.xml" /><Relationship Id="rId5" Type="http://schemas.openxmlformats.org/officeDocument/2006/relationships/slide" Target="../slides/slide18.xml" /><Relationship Id="rId4" Type="http://schemas.openxmlformats.org/officeDocument/2006/relationships/slide" Target="../slides/slide17.xml" /></Relationships>
</file>

<file path=ppt/slideLayouts/_rels/slideLayout39.xml.rels><?xml version="1.0" encoding="UTF-8" standalone="yes"?>
<Relationships xmlns="http://schemas.openxmlformats.org/package/2006/relationships"><Relationship Id="rId8" Type="http://schemas.openxmlformats.org/officeDocument/2006/relationships/slide" Target="../slides/slide21.xml" /><Relationship Id="rId3" Type="http://schemas.openxmlformats.org/officeDocument/2006/relationships/slide" Target="../slides/slide16.xml" /><Relationship Id="rId7" Type="http://schemas.openxmlformats.org/officeDocument/2006/relationships/slide" Target="../slides/slide20.xml" /><Relationship Id="rId2" Type="http://schemas.openxmlformats.org/officeDocument/2006/relationships/slide" Target="../slides/slide15.xml" /><Relationship Id="rId1" Type="http://schemas.openxmlformats.org/officeDocument/2006/relationships/slideMaster" Target="../slideMasters/slideMaster4.xml" /><Relationship Id="rId6" Type="http://schemas.openxmlformats.org/officeDocument/2006/relationships/slide" Target="../slides/slide19.xml" /><Relationship Id="rId5" Type="http://schemas.openxmlformats.org/officeDocument/2006/relationships/slide" Target="../slides/slide18.xml" /><Relationship Id="rId4" Type="http://schemas.openxmlformats.org/officeDocument/2006/relationships/slide" Target="../slides/slide17.xml" /></Relationships>
</file>

<file path=ppt/slideLayouts/_rels/slideLayout40.xml.rels><?xml version="1.0" encoding="UTF-8" standalone="yes"?>
<Relationships xmlns="http://schemas.openxmlformats.org/package/2006/relationships"><Relationship Id="rId8" Type="http://schemas.openxmlformats.org/officeDocument/2006/relationships/slide" Target="../slides/slide21.xml" /><Relationship Id="rId3" Type="http://schemas.openxmlformats.org/officeDocument/2006/relationships/slide" Target="../slides/slide16.xml" /><Relationship Id="rId7" Type="http://schemas.openxmlformats.org/officeDocument/2006/relationships/slide" Target="../slides/slide20.xml" /><Relationship Id="rId2" Type="http://schemas.openxmlformats.org/officeDocument/2006/relationships/slide" Target="../slides/slide15.xml" /><Relationship Id="rId1" Type="http://schemas.openxmlformats.org/officeDocument/2006/relationships/slideMaster" Target="../slideMasters/slideMaster4.xml" /><Relationship Id="rId6" Type="http://schemas.openxmlformats.org/officeDocument/2006/relationships/slide" Target="../slides/slide19.xml" /><Relationship Id="rId5" Type="http://schemas.openxmlformats.org/officeDocument/2006/relationships/slide" Target="../slides/slide18.xml" /><Relationship Id="rId4" Type="http://schemas.openxmlformats.org/officeDocument/2006/relationships/slide" Target="../slides/slide17.xml" /></Relationships>
</file>

<file path=ppt/slideLayouts/_rels/slideLayout41.xml.rels><?xml version="1.0" encoding="UTF-8" standalone="yes"?>
<Relationships xmlns="http://schemas.openxmlformats.org/package/2006/relationships"><Relationship Id="rId8" Type="http://schemas.openxmlformats.org/officeDocument/2006/relationships/slide" Target="../slides/slide21.xml" /><Relationship Id="rId3" Type="http://schemas.openxmlformats.org/officeDocument/2006/relationships/slide" Target="../slides/slide16.xml" /><Relationship Id="rId7" Type="http://schemas.openxmlformats.org/officeDocument/2006/relationships/slide" Target="../slides/slide20.xml" /><Relationship Id="rId2" Type="http://schemas.openxmlformats.org/officeDocument/2006/relationships/slide" Target="../slides/slide15.xml" /><Relationship Id="rId1" Type="http://schemas.openxmlformats.org/officeDocument/2006/relationships/slideMaster" Target="../slideMasters/slideMaster4.xml" /><Relationship Id="rId6" Type="http://schemas.openxmlformats.org/officeDocument/2006/relationships/slide" Target="../slides/slide19.xml" /><Relationship Id="rId5" Type="http://schemas.openxmlformats.org/officeDocument/2006/relationships/slide" Target="../slides/slide18.xml" /><Relationship Id="rId4" Type="http://schemas.openxmlformats.org/officeDocument/2006/relationships/slide" Target="../slides/slide17.xml" /></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 /></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 /></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 /></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 /></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 /></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 /></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 /></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 /></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 /></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 /></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 /></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 /></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 /></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 /></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 /></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 /></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 /></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 /></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 /></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 /></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 /></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 /></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 /></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8.xml" /></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8.xml" /></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8.xml" /></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 /></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 /></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 /></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 /></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 /></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 /></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 /></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 /></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9.xml" /></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9.xml" /></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9.xml" /></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9.xml" /></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 /></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 /></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 /></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 /></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 /></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 /></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 /></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0.xml" /></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0.xml" /></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0.xml" /></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0.xml" /></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0.xml" /></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0.xml" /></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0.xml" /></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0.xml" /></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0.xml" /></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0.xml" /></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0.xml" /></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1.xml" /></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1.xml" /></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1.xml" /></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1.xml" /></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1.xml" /></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1.xml" /></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1.xml" /></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1.xml" /></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1.xml" /></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1.xml" /></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1.xml" /></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2.xml" /></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2.xml" /></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2.xml" /></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2.xml" /></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2.xml" /></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2.xml" /></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2.xml" /></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2.xml" /></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2.xml" /></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2.xml" /></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2.xml" /></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3.xml" /></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3.xml" /></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3.xml" /></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3.xml" /></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3.xml" /></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3.xml" /></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3.xml" /></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3.xml" /></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3.xml" /></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3.xml" /></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3.xml" /></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4.xml" /></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4.xml" /></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4.xml" /></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4.xml" /></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4.xml" /></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4.xml" /></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4.xml" /></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4.xml" /></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4.xml" /></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4.xml" /></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4.xml" /></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5.xml" /></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5.xml" /></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5.xml" /></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5.xml" /></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5.xml" /></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5.xml" /></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5.xml" /></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5.xml" /></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5.xml" /></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5.xml" /></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5.xml" /></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6.xml" /></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6.xml" /></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6.xml" /></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16.xml" /></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6.xml" /></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6.xml" /></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16.xml" /></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16.xml" /></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6.xml" /></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16.xml" /></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16.xml" /></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17.xml" /></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17.xml" /></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17.xml" /></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17.xml" /></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17.xml" /></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17.xml" /></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17.xml" /></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17.xml" /></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17.xml" /></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17.xml" /></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17.xml" /></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18.xml" /></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18.xml" /></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18.xml" /></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8.xml" /></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8.xml" /></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8.xml" /></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8.xml" /></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8.xml" /></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8.xml" /></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8.xml" /></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8.xml" /></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9.xml" /></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9.xml" /></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9.xml" /></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19.xml" /></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19.xml" /></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9.xml" /></Relationships>
</file>

<file path=ppt/slideLayouts/_rels/slideLayout202.xml.rels><?xml version="1.0" encoding="UTF-8" standalone="yes"?>
<Relationships xmlns="http://schemas.openxmlformats.org/package/2006/relationships"><Relationship Id="rId8" Type="http://schemas.openxmlformats.org/officeDocument/2006/relationships/slide" Target="../slides/slide42.xml" /><Relationship Id="rId3" Type="http://schemas.openxmlformats.org/officeDocument/2006/relationships/slide" Target="../slides/slide37.xml" /><Relationship Id="rId7" Type="http://schemas.openxmlformats.org/officeDocument/2006/relationships/slide" Target="../slides/slide41.xml" /><Relationship Id="rId2" Type="http://schemas.openxmlformats.org/officeDocument/2006/relationships/slide" Target="../slides/slide36.xml" /><Relationship Id="rId1" Type="http://schemas.openxmlformats.org/officeDocument/2006/relationships/slideMaster" Target="../slideMasters/slideMaster19.xml" /><Relationship Id="rId6" Type="http://schemas.openxmlformats.org/officeDocument/2006/relationships/slide" Target="../slides/slide40.xml" /><Relationship Id="rId5" Type="http://schemas.openxmlformats.org/officeDocument/2006/relationships/slide" Target="../slides/slide39.xml" /><Relationship Id="rId4" Type="http://schemas.openxmlformats.org/officeDocument/2006/relationships/slide" Target="../slides/slide38.xml" /></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9.xml" /></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9.xml" /></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19.xml" /></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19.xml" /></Relationships>
</file>

<file path=ppt/slideLayouts/_rels/slideLayout207.xml.rels><?xml version="1.0" encoding="UTF-8" standalone="yes"?>
<Relationships xmlns="http://schemas.openxmlformats.org/package/2006/relationships"><Relationship Id="rId8" Type="http://schemas.openxmlformats.org/officeDocument/2006/relationships/slide" Target="../slides/slide42.xml" /><Relationship Id="rId3" Type="http://schemas.openxmlformats.org/officeDocument/2006/relationships/slide" Target="../slides/slide37.xml" /><Relationship Id="rId7" Type="http://schemas.openxmlformats.org/officeDocument/2006/relationships/slide" Target="../slides/slide41.xml" /><Relationship Id="rId2" Type="http://schemas.openxmlformats.org/officeDocument/2006/relationships/slide" Target="../slides/slide36.xml" /><Relationship Id="rId1" Type="http://schemas.openxmlformats.org/officeDocument/2006/relationships/slideMaster" Target="../slideMasters/slideMaster19.xml" /><Relationship Id="rId6" Type="http://schemas.openxmlformats.org/officeDocument/2006/relationships/slide" Target="../slides/slide40.xml" /><Relationship Id="rId5" Type="http://schemas.openxmlformats.org/officeDocument/2006/relationships/slide" Target="../slides/slide39.xml" /><Relationship Id="rId4" Type="http://schemas.openxmlformats.org/officeDocument/2006/relationships/slide" Target="../slides/slide38.xml" /></Relationships>
</file>

<file path=ppt/slideLayouts/_rels/slideLayout208.xml.rels><?xml version="1.0" encoding="UTF-8" standalone="yes"?>
<Relationships xmlns="http://schemas.openxmlformats.org/package/2006/relationships"><Relationship Id="rId8" Type="http://schemas.openxmlformats.org/officeDocument/2006/relationships/slide" Target="../slides/slide42.xml" /><Relationship Id="rId3" Type="http://schemas.openxmlformats.org/officeDocument/2006/relationships/slide" Target="../slides/slide37.xml" /><Relationship Id="rId7" Type="http://schemas.openxmlformats.org/officeDocument/2006/relationships/slide" Target="../slides/slide41.xml" /><Relationship Id="rId2" Type="http://schemas.openxmlformats.org/officeDocument/2006/relationships/slide" Target="../slides/slide36.xml" /><Relationship Id="rId1" Type="http://schemas.openxmlformats.org/officeDocument/2006/relationships/slideMaster" Target="../slideMasters/slideMaster19.xml" /><Relationship Id="rId6" Type="http://schemas.openxmlformats.org/officeDocument/2006/relationships/slide" Target="../slides/slide40.xml" /><Relationship Id="rId5" Type="http://schemas.openxmlformats.org/officeDocument/2006/relationships/slide" Target="../slides/slide39.xml" /><Relationship Id="rId4" Type="http://schemas.openxmlformats.org/officeDocument/2006/relationships/slide" Target="../slides/slide38.xml" /></Relationships>
</file>

<file path=ppt/slideLayouts/_rels/slideLayout209.xml.rels><?xml version="1.0" encoding="UTF-8" standalone="yes"?>
<Relationships xmlns="http://schemas.openxmlformats.org/package/2006/relationships"><Relationship Id="rId8" Type="http://schemas.openxmlformats.org/officeDocument/2006/relationships/slide" Target="../slides/slide42.xml" /><Relationship Id="rId3" Type="http://schemas.openxmlformats.org/officeDocument/2006/relationships/slide" Target="../slides/slide37.xml" /><Relationship Id="rId7" Type="http://schemas.openxmlformats.org/officeDocument/2006/relationships/slide" Target="../slides/slide41.xml" /><Relationship Id="rId2" Type="http://schemas.openxmlformats.org/officeDocument/2006/relationships/slide" Target="../slides/slide36.xml" /><Relationship Id="rId1" Type="http://schemas.openxmlformats.org/officeDocument/2006/relationships/slideMaster" Target="../slideMasters/slideMaster19.xml" /><Relationship Id="rId6" Type="http://schemas.openxmlformats.org/officeDocument/2006/relationships/slide" Target="../slides/slide40.xml" /><Relationship Id="rId5" Type="http://schemas.openxmlformats.org/officeDocument/2006/relationships/slide" Target="../slides/slide39.xml" /><Relationship Id="rId4" Type="http://schemas.openxmlformats.org/officeDocument/2006/relationships/slide" Target="../slides/slide38.xml" /></Relationships>
</file>

<file path=ppt/slideLayouts/_rels/slideLayout210.xml.rels><?xml version="1.0" encoding="UTF-8" standalone="yes"?>
<Relationships xmlns="http://schemas.openxmlformats.org/package/2006/relationships"><Relationship Id="rId8" Type="http://schemas.openxmlformats.org/officeDocument/2006/relationships/slide" Target="../slides/slide42.xml" /><Relationship Id="rId3" Type="http://schemas.openxmlformats.org/officeDocument/2006/relationships/slide" Target="../slides/slide37.xml" /><Relationship Id="rId7" Type="http://schemas.openxmlformats.org/officeDocument/2006/relationships/slide" Target="../slides/slide41.xml" /><Relationship Id="rId2" Type="http://schemas.openxmlformats.org/officeDocument/2006/relationships/slide" Target="../slides/slide36.xml" /><Relationship Id="rId1" Type="http://schemas.openxmlformats.org/officeDocument/2006/relationships/slideMaster" Target="../slideMasters/slideMaster19.xml" /><Relationship Id="rId6" Type="http://schemas.openxmlformats.org/officeDocument/2006/relationships/slide" Target="../slides/slide40.xml" /><Relationship Id="rId5" Type="http://schemas.openxmlformats.org/officeDocument/2006/relationships/slide" Target="../slides/slide39.xml" /><Relationship Id="rId4" Type="http://schemas.openxmlformats.org/officeDocument/2006/relationships/slide" Target="../slides/slide38.xml" /></Relationships>
</file>

<file path=ppt/slideLayouts/_rels/slideLayout211.xml.rels><?xml version="1.0" encoding="UTF-8" standalone="yes"?>
<Relationships xmlns="http://schemas.openxmlformats.org/package/2006/relationships"><Relationship Id="rId8" Type="http://schemas.openxmlformats.org/officeDocument/2006/relationships/slide" Target="../slides/slide42.xml" /><Relationship Id="rId3" Type="http://schemas.openxmlformats.org/officeDocument/2006/relationships/slide" Target="../slides/slide37.xml" /><Relationship Id="rId7" Type="http://schemas.openxmlformats.org/officeDocument/2006/relationships/slide" Target="../slides/slide41.xml" /><Relationship Id="rId2" Type="http://schemas.openxmlformats.org/officeDocument/2006/relationships/slide" Target="../slides/slide36.xml" /><Relationship Id="rId1" Type="http://schemas.openxmlformats.org/officeDocument/2006/relationships/slideMaster" Target="../slideMasters/slideMaster19.xml" /><Relationship Id="rId6" Type="http://schemas.openxmlformats.org/officeDocument/2006/relationships/slide" Target="../slides/slide40.xml" /><Relationship Id="rId5" Type="http://schemas.openxmlformats.org/officeDocument/2006/relationships/slide" Target="../slides/slide39.xml" /><Relationship Id="rId4" Type="http://schemas.openxmlformats.org/officeDocument/2006/relationships/slide" Target="../slides/slide38.xml" /></Relationships>
</file>

<file path=ppt/slideLayouts/_rels/slideLayout212.xml.rels><?xml version="1.0" encoding="UTF-8" standalone="yes"?>
<Relationships xmlns="http://schemas.openxmlformats.org/package/2006/relationships"><Relationship Id="rId8" Type="http://schemas.openxmlformats.org/officeDocument/2006/relationships/slide" Target="../slides/slide42.xml" /><Relationship Id="rId3" Type="http://schemas.openxmlformats.org/officeDocument/2006/relationships/slide" Target="../slides/slide37.xml" /><Relationship Id="rId7" Type="http://schemas.openxmlformats.org/officeDocument/2006/relationships/slide" Target="../slides/slide41.xml" /><Relationship Id="rId2" Type="http://schemas.openxmlformats.org/officeDocument/2006/relationships/slide" Target="../slides/slide36.xml" /><Relationship Id="rId1" Type="http://schemas.openxmlformats.org/officeDocument/2006/relationships/slideMaster" Target="../slideMasters/slideMaster19.xml" /><Relationship Id="rId6" Type="http://schemas.openxmlformats.org/officeDocument/2006/relationships/slide" Target="../slides/slide40.xml" /><Relationship Id="rId5" Type="http://schemas.openxmlformats.org/officeDocument/2006/relationships/slide" Target="../slides/slide39.xml" /><Relationship Id="rId4" Type="http://schemas.openxmlformats.org/officeDocument/2006/relationships/slide" Target="../slides/slide38.xml" /></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20.xml" /></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20.xml" /></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20.xml" /></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20.xml" /></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20.xml" /></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20.xml" /></Relationships>
</file>

<file path=ppt/slideLayouts/_rels/slideLayout219.xml.rels><?xml version="1.0" encoding="UTF-8" standalone="yes"?>
<Relationships xmlns="http://schemas.openxmlformats.org/package/2006/relationships"><Relationship Id="rId8" Type="http://schemas.openxmlformats.org/officeDocument/2006/relationships/slide" Target="../slides/slide49.xml" /><Relationship Id="rId3" Type="http://schemas.openxmlformats.org/officeDocument/2006/relationships/slide" Target="../slides/slide44.xml" /><Relationship Id="rId7" Type="http://schemas.openxmlformats.org/officeDocument/2006/relationships/slide" Target="../slides/slide48.xml" /><Relationship Id="rId2" Type="http://schemas.openxmlformats.org/officeDocument/2006/relationships/slide" Target="../slides/slide43.xml" /><Relationship Id="rId1" Type="http://schemas.openxmlformats.org/officeDocument/2006/relationships/slideMaster" Target="../slideMasters/slideMaster20.xml" /><Relationship Id="rId6" Type="http://schemas.openxmlformats.org/officeDocument/2006/relationships/slide" Target="../slides/slide47.xml" /><Relationship Id="rId5" Type="http://schemas.openxmlformats.org/officeDocument/2006/relationships/slide" Target="../slides/slide46.xml" /><Relationship Id="rId4" Type="http://schemas.openxmlformats.org/officeDocument/2006/relationships/slide" Target="../slides/slide45.xml" /></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20.xml" /></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20.xml" /></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20.xml" /></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20.xml" /></Relationships>
</file>

<file path=ppt/slideLayouts/_rels/slideLayout224.xml.rels><?xml version="1.0" encoding="UTF-8" standalone="yes"?>
<Relationships xmlns="http://schemas.openxmlformats.org/package/2006/relationships"><Relationship Id="rId8" Type="http://schemas.openxmlformats.org/officeDocument/2006/relationships/slide" Target="../slides/slide49.xml" /><Relationship Id="rId3" Type="http://schemas.openxmlformats.org/officeDocument/2006/relationships/slide" Target="../slides/slide44.xml" /><Relationship Id="rId7" Type="http://schemas.openxmlformats.org/officeDocument/2006/relationships/slide" Target="../slides/slide48.xml" /><Relationship Id="rId2" Type="http://schemas.openxmlformats.org/officeDocument/2006/relationships/slide" Target="../slides/slide43.xml" /><Relationship Id="rId1" Type="http://schemas.openxmlformats.org/officeDocument/2006/relationships/slideMaster" Target="../slideMasters/slideMaster20.xml" /><Relationship Id="rId6" Type="http://schemas.openxmlformats.org/officeDocument/2006/relationships/slide" Target="../slides/slide47.xml" /><Relationship Id="rId5" Type="http://schemas.openxmlformats.org/officeDocument/2006/relationships/slide" Target="../slides/slide46.xml" /><Relationship Id="rId4" Type="http://schemas.openxmlformats.org/officeDocument/2006/relationships/slide" Target="../slides/slide45.xml" /></Relationships>
</file>

<file path=ppt/slideLayouts/_rels/slideLayout225.xml.rels><?xml version="1.0" encoding="UTF-8" standalone="yes"?>
<Relationships xmlns="http://schemas.openxmlformats.org/package/2006/relationships"><Relationship Id="rId8" Type="http://schemas.openxmlformats.org/officeDocument/2006/relationships/slide" Target="../slides/slide49.xml" /><Relationship Id="rId3" Type="http://schemas.openxmlformats.org/officeDocument/2006/relationships/slide" Target="../slides/slide44.xml" /><Relationship Id="rId7" Type="http://schemas.openxmlformats.org/officeDocument/2006/relationships/slide" Target="../slides/slide48.xml" /><Relationship Id="rId2" Type="http://schemas.openxmlformats.org/officeDocument/2006/relationships/slide" Target="../slides/slide43.xml" /><Relationship Id="rId1" Type="http://schemas.openxmlformats.org/officeDocument/2006/relationships/slideMaster" Target="../slideMasters/slideMaster20.xml" /><Relationship Id="rId6" Type="http://schemas.openxmlformats.org/officeDocument/2006/relationships/slide" Target="../slides/slide47.xml" /><Relationship Id="rId5" Type="http://schemas.openxmlformats.org/officeDocument/2006/relationships/slide" Target="../slides/slide46.xml" /><Relationship Id="rId4" Type="http://schemas.openxmlformats.org/officeDocument/2006/relationships/slide" Target="../slides/slide45.xml" /></Relationships>
</file>

<file path=ppt/slideLayouts/_rels/slideLayout226.xml.rels><?xml version="1.0" encoding="UTF-8" standalone="yes"?>
<Relationships xmlns="http://schemas.openxmlformats.org/package/2006/relationships"><Relationship Id="rId8" Type="http://schemas.openxmlformats.org/officeDocument/2006/relationships/slide" Target="../slides/slide49.xml" /><Relationship Id="rId3" Type="http://schemas.openxmlformats.org/officeDocument/2006/relationships/slide" Target="../slides/slide44.xml" /><Relationship Id="rId7" Type="http://schemas.openxmlformats.org/officeDocument/2006/relationships/slide" Target="../slides/slide48.xml" /><Relationship Id="rId2" Type="http://schemas.openxmlformats.org/officeDocument/2006/relationships/slide" Target="../slides/slide43.xml" /><Relationship Id="rId1" Type="http://schemas.openxmlformats.org/officeDocument/2006/relationships/slideMaster" Target="../slideMasters/slideMaster20.xml" /><Relationship Id="rId6" Type="http://schemas.openxmlformats.org/officeDocument/2006/relationships/slide" Target="../slides/slide47.xml" /><Relationship Id="rId5" Type="http://schemas.openxmlformats.org/officeDocument/2006/relationships/slide" Target="../slides/slide46.xml" /><Relationship Id="rId4" Type="http://schemas.openxmlformats.org/officeDocument/2006/relationships/slide" Target="../slides/slide45.xml" /></Relationships>
</file>

<file path=ppt/slideLayouts/_rels/slideLayout227.xml.rels><?xml version="1.0" encoding="UTF-8" standalone="yes"?>
<Relationships xmlns="http://schemas.openxmlformats.org/package/2006/relationships"><Relationship Id="rId8" Type="http://schemas.openxmlformats.org/officeDocument/2006/relationships/slide" Target="../slides/slide49.xml" /><Relationship Id="rId3" Type="http://schemas.openxmlformats.org/officeDocument/2006/relationships/slide" Target="../slides/slide44.xml" /><Relationship Id="rId7" Type="http://schemas.openxmlformats.org/officeDocument/2006/relationships/slide" Target="../slides/slide48.xml" /><Relationship Id="rId2" Type="http://schemas.openxmlformats.org/officeDocument/2006/relationships/slide" Target="../slides/slide43.xml" /><Relationship Id="rId1" Type="http://schemas.openxmlformats.org/officeDocument/2006/relationships/slideMaster" Target="../slideMasters/slideMaster20.xml" /><Relationship Id="rId6" Type="http://schemas.openxmlformats.org/officeDocument/2006/relationships/slide" Target="../slides/slide47.xml" /><Relationship Id="rId5" Type="http://schemas.openxmlformats.org/officeDocument/2006/relationships/slide" Target="../slides/slide46.xml" /><Relationship Id="rId4" Type="http://schemas.openxmlformats.org/officeDocument/2006/relationships/slide" Target="../slides/slide45.xml" /></Relationships>
</file>

<file path=ppt/slideLayouts/_rels/slideLayout228.xml.rels><?xml version="1.0" encoding="UTF-8" standalone="yes"?>
<Relationships xmlns="http://schemas.openxmlformats.org/package/2006/relationships"><Relationship Id="rId8" Type="http://schemas.openxmlformats.org/officeDocument/2006/relationships/slide" Target="../slides/slide49.xml" /><Relationship Id="rId3" Type="http://schemas.openxmlformats.org/officeDocument/2006/relationships/slide" Target="../slides/slide44.xml" /><Relationship Id="rId7" Type="http://schemas.openxmlformats.org/officeDocument/2006/relationships/slide" Target="../slides/slide48.xml" /><Relationship Id="rId2" Type="http://schemas.openxmlformats.org/officeDocument/2006/relationships/slide" Target="../slides/slide43.xml" /><Relationship Id="rId1" Type="http://schemas.openxmlformats.org/officeDocument/2006/relationships/slideMaster" Target="../slideMasters/slideMaster20.xml" /><Relationship Id="rId6" Type="http://schemas.openxmlformats.org/officeDocument/2006/relationships/slide" Target="../slides/slide47.xml" /><Relationship Id="rId5" Type="http://schemas.openxmlformats.org/officeDocument/2006/relationships/slide" Target="../slides/slide46.xml" /><Relationship Id="rId4" Type="http://schemas.openxmlformats.org/officeDocument/2006/relationships/slide" Target="../slides/slide45.xml" /></Relationships>
</file>

<file path=ppt/slideLayouts/_rels/slideLayout229.xml.rels><?xml version="1.0" encoding="UTF-8" standalone="yes"?>
<Relationships xmlns="http://schemas.openxmlformats.org/package/2006/relationships"><Relationship Id="rId8" Type="http://schemas.openxmlformats.org/officeDocument/2006/relationships/slide" Target="../slides/slide49.xml" /><Relationship Id="rId3" Type="http://schemas.openxmlformats.org/officeDocument/2006/relationships/slide" Target="../slides/slide44.xml" /><Relationship Id="rId7" Type="http://schemas.openxmlformats.org/officeDocument/2006/relationships/slide" Target="../slides/slide48.xml" /><Relationship Id="rId2" Type="http://schemas.openxmlformats.org/officeDocument/2006/relationships/slide" Target="../slides/slide43.xml" /><Relationship Id="rId1" Type="http://schemas.openxmlformats.org/officeDocument/2006/relationships/slideMaster" Target="../slideMasters/slideMaster20.xml" /><Relationship Id="rId6" Type="http://schemas.openxmlformats.org/officeDocument/2006/relationships/slide" Target="../slides/slide47.xml" /><Relationship Id="rId5" Type="http://schemas.openxmlformats.org/officeDocument/2006/relationships/slide" Target="../slides/slide46.xml" /><Relationship Id="rId4" Type="http://schemas.openxmlformats.org/officeDocument/2006/relationships/slide" Target="../slides/slide45.xml" /></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21.xml" /></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21.xml" /></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21.xml" /></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21.xml" /></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21.xml" /></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21.xml" /></Relationships>
</file>

<file path=ppt/slideLayouts/_rels/slideLayout236.xml.rels><?xml version="1.0" encoding="UTF-8" standalone="yes"?>
<Relationships xmlns="http://schemas.openxmlformats.org/package/2006/relationships"><Relationship Id="rId8" Type="http://schemas.openxmlformats.org/officeDocument/2006/relationships/slide" Target="../slides/slide56.xml" /><Relationship Id="rId3" Type="http://schemas.openxmlformats.org/officeDocument/2006/relationships/slide" Target="../slides/slide51.xml" /><Relationship Id="rId7" Type="http://schemas.openxmlformats.org/officeDocument/2006/relationships/slide" Target="../slides/slide55.xml" /><Relationship Id="rId2" Type="http://schemas.openxmlformats.org/officeDocument/2006/relationships/slide" Target="../slides/slide50.xml" /><Relationship Id="rId1" Type="http://schemas.openxmlformats.org/officeDocument/2006/relationships/slideMaster" Target="../slideMasters/slideMaster21.xml" /><Relationship Id="rId6" Type="http://schemas.openxmlformats.org/officeDocument/2006/relationships/slide" Target="../slides/slide54.xml" /><Relationship Id="rId5" Type="http://schemas.openxmlformats.org/officeDocument/2006/relationships/slide" Target="../slides/slide53.xml" /><Relationship Id="rId4" Type="http://schemas.openxmlformats.org/officeDocument/2006/relationships/slide" Target="../slides/slide52.xml" /></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21.xml" /></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21.xml" /></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21.xml" /></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21.xml" /></Relationships>
</file>

<file path=ppt/slideLayouts/_rels/slideLayout241.xml.rels><?xml version="1.0" encoding="UTF-8" standalone="yes"?>
<Relationships xmlns="http://schemas.openxmlformats.org/package/2006/relationships"><Relationship Id="rId8" Type="http://schemas.openxmlformats.org/officeDocument/2006/relationships/slide" Target="../slides/slide56.xml" /><Relationship Id="rId3" Type="http://schemas.openxmlformats.org/officeDocument/2006/relationships/slide" Target="../slides/slide51.xml" /><Relationship Id="rId7" Type="http://schemas.openxmlformats.org/officeDocument/2006/relationships/slide" Target="../slides/slide55.xml" /><Relationship Id="rId2" Type="http://schemas.openxmlformats.org/officeDocument/2006/relationships/slide" Target="../slides/slide50.xml" /><Relationship Id="rId1" Type="http://schemas.openxmlformats.org/officeDocument/2006/relationships/slideMaster" Target="../slideMasters/slideMaster21.xml" /><Relationship Id="rId6" Type="http://schemas.openxmlformats.org/officeDocument/2006/relationships/slide" Target="../slides/slide54.xml" /><Relationship Id="rId5" Type="http://schemas.openxmlformats.org/officeDocument/2006/relationships/slide" Target="../slides/slide53.xml" /><Relationship Id="rId4" Type="http://schemas.openxmlformats.org/officeDocument/2006/relationships/slide" Target="../slides/slide52.xml" /></Relationships>
</file>

<file path=ppt/slideLayouts/_rels/slideLayout242.xml.rels><?xml version="1.0" encoding="UTF-8" standalone="yes"?>
<Relationships xmlns="http://schemas.openxmlformats.org/package/2006/relationships"><Relationship Id="rId8" Type="http://schemas.openxmlformats.org/officeDocument/2006/relationships/slide" Target="../slides/slide56.xml" /><Relationship Id="rId3" Type="http://schemas.openxmlformats.org/officeDocument/2006/relationships/slide" Target="../slides/slide51.xml" /><Relationship Id="rId7" Type="http://schemas.openxmlformats.org/officeDocument/2006/relationships/slide" Target="../slides/slide55.xml" /><Relationship Id="rId2" Type="http://schemas.openxmlformats.org/officeDocument/2006/relationships/slide" Target="../slides/slide50.xml" /><Relationship Id="rId1" Type="http://schemas.openxmlformats.org/officeDocument/2006/relationships/slideMaster" Target="../slideMasters/slideMaster21.xml" /><Relationship Id="rId6" Type="http://schemas.openxmlformats.org/officeDocument/2006/relationships/slide" Target="../slides/slide54.xml" /><Relationship Id="rId5" Type="http://schemas.openxmlformats.org/officeDocument/2006/relationships/slide" Target="../slides/slide53.xml" /><Relationship Id="rId4" Type="http://schemas.openxmlformats.org/officeDocument/2006/relationships/slide" Target="../slides/slide52.xml" /></Relationships>
</file>

<file path=ppt/slideLayouts/_rels/slideLayout243.xml.rels><?xml version="1.0" encoding="UTF-8" standalone="yes"?>
<Relationships xmlns="http://schemas.openxmlformats.org/package/2006/relationships"><Relationship Id="rId8" Type="http://schemas.openxmlformats.org/officeDocument/2006/relationships/slide" Target="../slides/slide56.xml" /><Relationship Id="rId3" Type="http://schemas.openxmlformats.org/officeDocument/2006/relationships/slide" Target="../slides/slide51.xml" /><Relationship Id="rId7" Type="http://schemas.openxmlformats.org/officeDocument/2006/relationships/slide" Target="../slides/slide55.xml" /><Relationship Id="rId2" Type="http://schemas.openxmlformats.org/officeDocument/2006/relationships/slide" Target="../slides/slide50.xml" /><Relationship Id="rId1" Type="http://schemas.openxmlformats.org/officeDocument/2006/relationships/slideMaster" Target="../slideMasters/slideMaster21.xml" /><Relationship Id="rId6" Type="http://schemas.openxmlformats.org/officeDocument/2006/relationships/slide" Target="../slides/slide54.xml" /><Relationship Id="rId5" Type="http://schemas.openxmlformats.org/officeDocument/2006/relationships/slide" Target="../slides/slide53.xml" /><Relationship Id="rId4" Type="http://schemas.openxmlformats.org/officeDocument/2006/relationships/slide" Target="../slides/slide52.xml" /></Relationships>
</file>

<file path=ppt/slideLayouts/_rels/slideLayout244.xml.rels><?xml version="1.0" encoding="UTF-8" standalone="yes"?>
<Relationships xmlns="http://schemas.openxmlformats.org/package/2006/relationships"><Relationship Id="rId8" Type="http://schemas.openxmlformats.org/officeDocument/2006/relationships/slide" Target="../slides/slide56.xml" /><Relationship Id="rId3" Type="http://schemas.openxmlformats.org/officeDocument/2006/relationships/slide" Target="../slides/slide51.xml" /><Relationship Id="rId7" Type="http://schemas.openxmlformats.org/officeDocument/2006/relationships/slide" Target="../slides/slide55.xml" /><Relationship Id="rId2" Type="http://schemas.openxmlformats.org/officeDocument/2006/relationships/slide" Target="../slides/slide50.xml" /><Relationship Id="rId1" Type="http://schemas.openxmlformats.org/officeDocument/2006/relationships/slideMaster" Target="../slideMasters/slideMaster21.xml" /><Relationship Id="rId6" Type="http://schemas.openxmlformats.org/officeDocument/2006/relationships/slide" Target="../slides/slide54.xml" /><Relationship Id="rId5" Type="http://schemas.openxmlformats.org/officeDocument/2006/relationships/slide" Target="../slides/slide53.xml" /><Relationship Id="rId4" Type="http://schemas.openxmlformats.org/officeDocument/2006/relationships/slide" Target="../slides/slide52.xml" /></Relationships>
</file>

<file path=ppt/slideLayouts/_rels/slideLayout245.xml.rels><?xml version="1.0" encoding="UTF-8" standalone="yes"?>
<Relationships xmlns="http://schemas.openxmlformats.org/package/2006/relationships"><Relationship Id="rId8" Type="http://schemas.openxmlformats.org/officeDocument/2006/relationships/slide" Target="../slides/slide56.xml" /><Relationship Id="rId3" Type="http://schemas.openxmlformats.org/officeDocument/2006/relationships/slide" Target="../slides/slide51.xml" /><Relationship Id="rId7" Type="http://schemas.openxmlformats.org/officeDocument/2006/relationships/slide" Target="../slides/slide55.xml" /><Relationship Id="rId2" Type="http://schemas.openxmlformats.org/officeDocument/2006/relationships/slide" Target="../slides/slide50.xml" /><Relationship Id="rId1" Type="http://schemas.openxmlformats.org/officeDocument/2006/relationships/slideMaster" Target="../slideMasters/slideMaster21.xml" /><Relationship Id="rId6" Type="http://schemas.openxmlformats.org/officeDocument/2006/relationships/slide" Target="../slides/slide54.xml" /><Relationship Id="rId5" Type="http://schemas.openxmlformats.org/officeDocument/2006/relationships/slide" Target="../slides/slide53.xml" /><Relationship Id="rId4" Type="http://schemas.openxmlformats.org/officeDocument/2006/relationships/slide" Target="../slides/slide52.xml" /></Relationships>
</file>

<file path=ppt/slideLayouts/_rels/slideLayout246.xml.rels><?xml version="1.0" encoding="UTF-8" standalone="yes"?>
<Relationships xmlns="http://schemas.openxmlformats.org/package/2006/relationships"><Relationship Id="rId8" Type="http://schemas.openxmlformats.org/officeDocument/2006/relationships/slide" Target="../slides/slide56.xml" /><Relationship Id="rId3" Type="http://schemas.openxmlformats.org/officeDocument/2006/relationships/slide" Target="../slides/slide51.xml" /><Relationship Id="rId7" Type="http://schemas.openxmlformats.org/officeDocument/2006/relationships/slide" Target="../slides/slide55.xml" /><Relationship Id="rId2" Type="http://schemas.openxmlformats.org/officeDocument/2006/relationships/slide" Target="../slides/slide50.xml" /><Relationship Id="rId1" Type="http://schemas.openxmlformats.org/officeDocument/2006/relationships/slideMaster" Target="../slideMasters/slideMaster21.xml" /><Relationship Id="rId6" Type="http://schemas.openxmlformats.org/officeDocument/2006/relationships/slide" Target="../slides/slide54.xml" /><Relationship Id="rId5" Type="http://schemas.openxmlformats.org/officeDocument/2006/relationships/slide" Target="../slides/slide53.xml" /><Relationship Id="rId4" Type="http://schemas.openxmlformats.org/officeDocument/2006/relationships/slide" Target="../slides/slide52.xml" /></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22.xml" /></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22.xml" /></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22.xml" /></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22.xml" /></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22.xml" /></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22.xml" /></Relationships>
</file>

<file path=ppt/slideLayouts/_rels/slideLayout253.xml.rels><?xml version="1.0" encoding="UTF-8" standalone="yes"?>
<Relationships xmlns="http://schemas.openxmlformats.org/package/2006/relationships"><Relationship Id="rId8" Type="http://schemas.openxmlformats.org/officeDocument/2006/relationships/slide" Target="../slides/slide63.xml" /><Relationship Id="rId3" Type="http://schemas.openxmlformats.org/officeDocument/2006/relationships/slide" Target="../slides/slide58.xml" /><Relationship Id="rId7" Type="http://schemas.openxmlformats.org/officeDocument/2006/relationships/slide" Target="../slides/slide62.xml" /><Relationship Id="rId2" Type="http://schemas.openxmlformats.org/officeDocument/2006/relationships/slide" Target="../slides/slide57.xml" /><Relationship Id="rId1" Type="http://schemas.openxmlformats.org/officeDocument/2006/relationships/slideMaster" Target="../slideMasters/slideMaster22.xml" /><Relationship Id="rId6" Type="http://schemas.openxmlformats.org/officeDocument/2006/relationships/slide" Target="../slides/slide61.xml" /><Relationship Id="rId5" Type="http://schemas.openxmlformats.org/officeDocument/2006/relationships/slide" Target="../slides/slide60.xml" /><Relationship Id="rId4" Type="http://schemas.openxmlformats.org/officeDocument/2006/relationships/slide" Target="../slides/slide59.xml" /></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22.xml" /></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22.xml" /></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22.xml" /></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22.xml" /></Relationships>
</file>

<file path=ppt/slideLayouts/_rels/slideLayout258.xml.rels><?xml version="1.0" encoding="UTF-8" standalone="yes"?>
<Relationships xmlns="http://schemas.openxmlformats.org/package/2006/relationships"><Relationship Id="rId8" Type="http://schemas.openxmlformats.org/officeDocument/2006/relationships/slide" Target="../slides/slide63.xml" /><Relationship Id="rId3" Type="http://schemas.openxmlformats.org/officeDocument/2006/relationships/slide" Target="../slides/slide58.xml" /><Relationship Id="rId7" Type="http://schemas.openxmlformats.org/officeDocument/2006/relationships/slide" Target="../slides/slide62.xml" /><Relationship Id="rId2" Type="http://schemas.openxmlformats.org/officeDocument/2006/relationships/slide" Target="../slides/slide57.xml" /><Relationship Id="rId1" Type="http://schemas.openxmlformats.org/officeDocument/2006/relationships/slideMaster" Target="../slideMasters/slideMaster22.xml" /><Relationship Id="rId6" Type="http://schemas.openxmlformats.org/officeDocument/2006/relationships/slide" Target="../slides/slide61.xml" /><Relationship Id="rId5" Type="http://schemas.openxmlformats.org/officeDocument/2006/relationships/slide" Target="../slides/slide60.xml" /><Relationship Id="rId4" Type="http://schemas.openxmlformats.org/officeDocument/2006/relationships/slide" Target="../slides/slide59.xml" /></Relationships>
</file>

<file path=ppt/slideLayouts/_rels/slideLayout259.xml.rels><?xml version="1.0" encoding="UTF-8" standalone="yes"?>
<Relationships xmlns="http://schemas.openxmlformats.org/package/2006/relationships"><Relationship Id="rId8" Type="http://schemas.openxmlformats.org/officeDocument/2006/relationships/slide" Target="../slides/slide63.xml" /><Relationship Id="rId3" Type="http://schemas.openxmlformats.org/officeDocument/2006/relationships/slide" Target="../slides/slide58.xml" /><Relationship Id="rId7" Type="http://schemas.openxmlformats.org/officeDocument/2006/relationships/slide" Target="../slides/slide62.xml" /><Relationship Id="rId2" Type="http://schemas.openxmlformats.org/officeDocument/2006/relationships/slide" Target="../slides/slide57.xml" /><Relationship Id="rId1" Type="http://schemas.openxmlformats.org/officeDocument/2006/relationships/slideMaster" Target="../slideMasters/slideMaster22.xml" /><Relationship Id="rId6" Type="http://schemas.openxmlformats.org/officeDocument/2006/relationships/slide" Target="../slides/slide61.xml" /><Relationship Id="rId5" Type="http://schemas.openxmlformats.org/officeDocument/2006/relationships/slide" Target="../slides/slide60.xml" /><Relationship Id="rId4" Type="http://schemas.openxmlformats.org/officeDocument/2006/relationships/slide" Target="../slides/slide59.xml" /></Relationships>
</file>

<file path=ppt/slideLayouts/_rels/slideLayout260.xml.rels><?xml version="1.0" encoding="UTF-8" standalone="yes"?>
<Relationships xmlns="http://schemas.openxmlformats.org/package/2006/relationships"><Relationship Id="rId8" Type="http://schemas.openxmlformats.org/officeDocument/2006/relationships/slide" Target="../slides/slide63.xml" /><Relationship Id="rId3" Type="http://schemas.openxmlformats.org/officeDocument/2006/relationships/slide" Target="../slides/slide58.xml" /><Relationship Id="rId7" Type="http://schemas.openxmlformats.org/officeDocument/2006/relationships/slide" Target="../slides/slide62.xml" /><Relationship Id="rId2" Type="http://schemas.openxmlformats.org/officeDocument/2006/relationships/slide" Target="../slides/slide57.xml" /><Relationship Id="rId1" Type="http://schemas.openxmlformats.org/officeDocument/2006/relationships/slideMaster" Target="../slideMasters/slideMaster22.xml" /><Relationship Id="rId6" Type="http://schemas.openxmlformats.org/officeDocument/2006/relationships/slide" Target="../slides/slide61.xml" /><Relationship Id="rId5" Type="http://schemas.openxmlformats.org/officeDocument/2006/relationships/slide" Target="../slides/slide60.xml" /><Relationship Id="rId4" Type="http://schemas.openxmlformats.org/officeDocument/2006/relationships/slide" Target="../slides/slide59.xml" /></Relationships>
</file>

<file path=ppt/slideLayouts/_rels/slideLayout261.xml.rels><?xml version="1.0" encoding="UTF-8" standalone="yes"?>
<Relationships xmlns="http://schemas.openxmlformats.org/package/2006/relationships"><Relationship Id="rId8" Type="http://schemas.openxmlformats.org/officeDocument/2006/relationships/slide" Target="../slides/slide63.xml" /><Relationship Id="rId3" Type="http://schemas.openxmlformats.org/officeDocument/2006/relationships/slide" Target="../slides/slide58.xml" /><Relationship Id="rId7" Type="http://schemas.openxmlformats.org/officeDocument/2006/relationships/slide" Target="../slides/slide62.xml" /><Relationship Id="rId2" Type="http://schemas.openxmlformats.org/officeDocument/2006/relationships/slide" Target="../slides/slide57.xml" /><Relationship Id="rId1" Type="http://schemas.openxmlformats.org/officeDocument/2006/relationships/slideMaster" Target="../slideMasters/slideMaster22.xml" /><Relationship Id="rId6" Type="http://schemas.openxmlformats.org/officeDocument/2006/relationships/slide" Target="../slides/slide61.xml" /><Relationship Id="rId5" Type="http://schemas.openxmlformats.org/officeDocument/2006/relationships/slide" Target="../slides/slide60.xml" /><Relationship Id="rId4" Type="http://schemas.openxmlformats.org/officeDocument/2006/relationships/slide" Target="../slides/slide59.xml" /></Relationships>
</file>

<file path=ppt/slideLayouts/_rels/slideLayout262.xml.rels><?xml version="1.0" encoding="UTF-8" standalone="yes"?>
<Relationships xmlns="http://schemas.openxmlformats.org/package/2006/relationships"><Relationship Id="rId8" Type="http://schemas.openxmlformats.org/officeDocument/2006/relationships/slide" Target="../slides/slide63.xml" /><Relationship Id="rId3" Type="http://schemas.openxmlformats.org/officeDocument/2006/relationships/slide" Target="../slides/slide58.xml" /><Relationship Id="rId7" Type="http://schemas.openxmlformats.org/officeDocument/2006/relationships/slide" Target="../slides/slide62.xml" /><Relationship Id="rId2" Type="http://schemas.openxmlformats.org/officeDocument/2006/relationships/slide" Target="../slides/slide57.xml" /><Relationship Id="rId1" Type="http://schemas.openxmlformats.org/officeDocument/2006/relationships/slideMaster" Target="../slideMasters/slideMaster22.xml" /><Relationship Id="rId6" Type="http://schemas.openxmlformats.org/officeDocument/2006/relationships/slide" Target="../slides/slide61.xml" /><Relationship Id="rId5" Type="http://schemas.openxmlformats.org/officeDocument/2006/relationships/slide" Target="../slides/slide60.xml" /><Relationship Id="rId4" Type="http://schemas.openxmlformats.org/officeDocument/2006/relationships/slide" Target="../slides/slide59.xml" /></Relationships>
</file>

<file path=ppt/slideLayouts/_rels/slideLayout263.xml.rels><?xml version="1.0" encoding="UTF-8" standalone="yes"?>
<Relationships xmlns="http://schemas.openxmlformats.org/package/2006/relationships"><Relationship Id="rId8" Type="http://schemas.openxmlformats.org/officeDocument/2006/relationships/slide" Target="../slides/slide63.xml" /><Relationship Id="rId3" Type="http://schemas.openxmlformats.org/officeDocument/2006/relationships/slide" Target="../slides/slide58.xml" /><Relationship Id="rId7" Type="http://schemas.openxmlformats.org/officeDocument/2006/relationships/slide" Target="../slides/slide62.xml" /><Relationship Id="rId2" Type="http://schemas.openxmlformats.org/officeDocument/2006/relationships/slide" Target="../slides/slide57.xml" /><Relationship Id="rId1" Type="http://schemas.openxmlformats.org/officeDocument/2006/relationships/slideMaster" Target="../slideMasters/slideMaster22.xml" /><Relationship Id="rId6" Type="http://schemas.openxmlformats.org/officeDocument/2006/relationships/slide" Target="../slides/slide61.xml" /><Relationship Id="rId5" Type="http://schemas.openxmlformats.org/officeDocument/2006/relationships/slide" Target="../slides/slide60.xml" /><Relationship Id="rId4" Type="http://schemas.openxmlformats.org/officeDocument/2006/relationships/slide" Target="../slides/slide59.xml" /></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23.xml" /></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23.xml" /></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23.xml" /></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23.xml" /></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23.xml" /></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23.xml" /></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23.xml" /></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23.xml" /></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23.xml" /></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23.xml" /></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23.xml" /></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24.xml" /></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24.xml" /></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24.xml" /></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24.xml" /></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24.xml" /></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24.xml" /></Relationships>
</file>

<file path=ppt/slideLayouts/_rels/slideLayout281.xml.rels><?xml version="1.0" encoding="UTF-8" standalone="yes"?>
<Relationships xmlns="http://schemas.openxmlformats.org/package/2006/relationships"><Relationship Id="rId8" Type="http://schemas.openxmlformats.org/officeDocument/2006/relationships/slide" Target="../slides/slide71.xml" /><Relationship Id="rId3" Type="http://schemas.openxmlformats.org/officeDocument/2006/relationships/slide" Target="../slides/slide66.xml" /><Relationship Id="rId7" Type="http://schemas.openxmlformats.org/officeDocument/2006/relationships/slide" Target="../slides/slide70.xml" /><Relationship Id="rId2" Type="http://schemas.openxmlformats.org/officeDocument/2006/relationships/slide" Target="../slides/slide65.xml" /><Relationship Id="rId1" Type="http://schemas.openxmlformats.org/officeDocument/2006/relationships/slideMaster" Target="../slideMasters/slideMaster24.xml" /><Relationship Id="rId6" Type="http://schemas.openxmlformats.org/officeDocument/2006/relationships/slide" Target="../slides/slide69.xml" /><Relationship Id="rId5" Type="http://schemas.openxmlformats.org/officeDocument/2006/relationships/slide" Target="../slides/slide68.xml" /><Relationship Id="rId4" Type="http://schemas.openxmlformats.org/officeDocument/2006/relationships/slide" Target="../slides/slide67.xml" /></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24.xml" /></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24.xml" /></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24.xml" /></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24.xml" /></Relationships>
</file>

<file path=ppt/slideLayouts/_rels/slideLayout286.xml.rels><?xml version="1.0" encoding="UTF-8" standalone="yes"?>
<Relationships xmlns="http://schemas.openxmlformats.org/package/2006/relationships"><Relationship Id="rId8" Type="http://schemas.openxmlformats.org/officeDocument/2006/relationships/slide" Target="../slides/slide71.xml" /><Relationship Id="rId3" Type="http://schemas.openxmlformats.org/officeDocument/2006/relationships/slide" Target="../slides/slide66.xml" /><Relationship Id="rId7" Type="http://schemas.openxmlformats.org/officeDocument/2006/relationships/slide" Target="../slides/slide70.xml" /><Relationship Id="rId2" Type="http://schemas.openxmlformats.org/officeDocument/2006/relationships/slide" Target="../slides/slide65.xml" /><Relationship Id="rId1" Type="http://schemas.openxmlformats.org/officeDocument/2006/relationships/slideMaster" Target="../slideMasters/slideMaster24.xml" /><Relationship Id="rId6" Type="http://schemas.openxmlformats.org/officeDocument/2006/relationships/slide" Target="../slides/slide69.xml" /><Relationship Id="rId5" Type="http://schemas.openxmlformats.org/officeDocument/2006/relationships/slide" Target="../slides/slide68.xml" /><Relationship Id="rId4" Type="http://schemas.openxmlformats.org/officeDocument/2006/relationships/slide" Target="../slides/slide67.xml" /></Relationships>
</file>

<file path=ppt/slideLayouts/_rels/slideLayout287.xml.rels><?xml version="1.0" encoding="UTF-8" standalone="yes"?>
<Relationships xmlns="http://schemas.openxmlformats.org/package/2006/relationships"><Relationship Id="rId8" Type="http://schemas.openxmlformats.org/officeDocument/2006/relationships/slide" Target="../slides/slide71.xml" /><Relationship Id="rId3" Type="http://schemas.openxmlformats.org/officeDocument/2006/relationships/slide" Target="../slides/slide66.xml" /><Relationship Id="rId7" Type="http://schemas.openxmlformats.org/officeDocument/2006/relationships/slide" Target="../slides/slide70.xml" /><Relationship Id="rId2" Type="http://schemas.openxmlformats.org/officeDocument/2006/relationships/slide" Target="../slides/slide65.xml" /><Relationship Id="rId1" Type="http://schemas.openxmlformats.org/officeDocument/2006/relationships/slideMaster" Target="../slideMasters/slideMaster24.xml" /><Relationship Id="rId6" Type="http://schemas.openxmlformats.org/officeDocument/2006/relationships/slide" Target="../slides/slide69.xml" /><Relationship Id="rId5" Type="http://schemas.openxmlformats.org/officeDocument/2006/relationships/slide" Target="../slides/slide68.xml" /><Relationship Id="rId4" Type="http://schemas.openxmlformats.org/officeDocument/2006/relationships/slide" Target="../slides/slide67.xml" /></Relationships>
</file>

<file path=ppt/slideLayouts/_rels/slideLayout288.xml.rels><?xml version="1.0" encoding="UTF-8" standalone="yes"?>
<Relationships xmlns="http://schemas.openxmlformats.org/package/2006/relationships"><Relationship Id="rId8" Type="http://schemas.openxmlformats.org/officeDocument/2006/relationships/slide" Target="../slides/slide71.xml" /><Relationship Id="rId3" Type="http://schemas.openxmlformats.org/officeDocument/2006/relationships/slide" Target="../slides/slide66.xml" /><Relationship Id="rId7" Type="http://schemas.openxmlformats.org/officeDocument/2006/relationships/slide" Target="../slides/slide70.xml" /><Relationship Id="rId2" Type="http://schemas.openxmlformats.org/officeDocument/2006/relationships/slide" Target="../slides/slide65.xml" /><Relationship Id="rId1" Type="http://schemas.openxmlformats.org/officeDocument/2006/relationships/slideMaster" Target="../slideMasters/slideMaster24.xml" /><Relationship Id="rId6" Type="http://schemas.openxmlformats.org/officeDocument/2006/relationships/slide" Target="../slides/slide69.xml" /><Relationship Id="rId5" Type="http://schemas.openxmlformats.org/officeDocument/2006/relationships/slide" Target="../slides/slide68.xml" /><Relationship Id="rId4" Type="http://schemas.openxmlformats.org/officeDocument/2006/relationships/slide" Target="../slides/slide67.xml" /></Relationships>
</file>

<file path=ppt/slideLayouts/_rels/slideLayout289.xml.rels><?xml version="1.0" encoding="UTF-8" standalone="yes"?>
<Relationships xmlns="http://schemas.openxmlformats.org/package/2006/relationships"><Relationship Id="rId8" Type="http://schemas.openxmlformats.org/officeDocument/2006/relationships/slide" Target="../slides/slide71.xml" /><Relationship Id="rId3" Type="http://schemas.openxmlformats.org/officeDocument/2006/relationships/slide" Target="../slides/slide66.xml" /><Relationship Id="rId7" Type="http://schemas.openxmlformats.org/officeDocument/2006/relationships/slide" Target="../slides/slide70.xml" /><Relationship Id="rId2" Type="http://schemas.openxmlformats.org/officeDocument/2006/relationships/slide" Target="../slides/slide65.xml" /><Relationship Id="rId1" Type="http://schemas.openxmlformats.org/officeDocument/2006/relationships/slideMaster" Target="../slideMasters/slideMaster24.xml" /><Relationship Id="rId6" Type="http://schemas.openxmlformats.org/officeDocument/2006/relationships/slide" Target="../slides/slide69.xml" /><Relationship Id="rId5" Type="http://schemas.openxmlformats.org/officeDocument/2006/relationships/slide" Target="../slides/slide68.xml" /><Relationship Id="rId4" Type="http://schemas.openxmlformats.org/officeDocument/2006/relationships/slide" Target="../slides/slide67.xml" /></Relationships>
</file>

<file path=ppt/slideLayouts/_rels/slideLayout290.xml.rels><?xml version="1.0" encoding="UTF-8" standalone="yes"?>
<Relationships xmlns="http://schemas.openxmlformats.org/package/2006/relationships"><Relationship Id="rId8" Type="http://schemas.openxmlformats.org/officeDocument/2006/relationships/slide" Target="../slides/slide71.xml" /><Relationship Id="rId3" Type="http://schemas.openxmlformats.org/officeDocument/2006/relationships/slide" Target="../slides/slide66.xml" /><Relationship Id="rId7" Type="http://schemas.openxmlformats.org/officeDocument/2006/relationships/slide" Target="../slides/slide70.xml" /><Relationship Id="rId2" Type="http://schemas.openxmlformats.org/officeDocument/2006/relationships/slide" Target="../slides/slide65.xml" /><Relationship Id="rId1" Type="http://schemas.openxmlformats.org/officeDocument/2006/relationships/slideMaster" Target="../slideMasters/slideMaster24.xml" /><Relationship Id="rId6" Type="http://schemas.openxmlformats.org/officeDocument/2006/relationships/slide" Target="../slides/slide69.xml" /><Relationship Id="rId5" Type="http://schemas.openxmlformats.org/officeDocument/2006/relationships/slide" Target="../slides/slide68.xml" /><Relationship Id="rId4" Type="http://schemas.openxmlformats.org/officeDocument/2006/relationships/slide" Target="../slides/slide67.xml" /></Relationships>
</file>

<file path=ppt/slideLayouts/_rels/slideLayout291.xml.rels><?xml version="1.0" encoding="UTF-8" standalone="yes"?>
<Relationships xmlns="http://schemas.openxmlformats.org/package/2006/relationships"><Relationship Id="rId8" Type="http://schemas.openxmlformats.org/officeDocument/2006/relationships/slide" Target="../slides/slide71.xml" /><Relationship Id="rId3" Type="http://schemas.openxmlformats.org/officeDocument/2006/relationships/slide" Target="../slides/slide66.xml" /><Relationship Id="rId7" Type="http://schemas.openxmlformats.org/officeDocument/2006/relationships/slide" Target="../slides/slide70.xml" /><Relationship Id="rId2" Type="http://schemas.openxmlformats.org/officeDocument/2006/relationships/slide" Target="../slides/slide65.xml" /><Relationship Id="rId1" Type="http://schemas.openxmlformats.org/officeDocument/2006/relationships/slideMaster" Target="../slideMasters/slideMaster24.xml" /><Relationship Id="rId6" Type="http://schemas.openxmlformats.org/officeDocument/2006/relationships/slide" Target="../slides/slide69.xml" /><Relationship Id="rId5" Type="http://schemas.openxmlformats.org/officeDocument/2006/relationships/slide" Target="../slides/slide68.xml" /><Relationship Id="rId4" Type="http://schemas.openxmlformats.org/officeDocument/2006/relationships/slide" Target="../slides/slide67.xml" /></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25.xml" /></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25.xml" /></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25.xml" /></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25.xml" /></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25.xml" /></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25.xml" /></Relationships>
</file>

<file path=ppt/slideLayouts/_rels/slideLayout298.xml.rels><?xml version="1.0" encoding="UTF-8" standalone="yes"?>
<Relationships xmlns="http://schemas.openxmlformats.org/package/2006/relationships"><Relationship Id="rId8" Type="http://schemas.openxmlformats.org/officeDocument/2006/relationships/slide" Target="../slides/slide78.xml" /><Relationship Id="rId3" Type="http://schemas.openxmlformats.org/officeDocument/2006/relationships/slide" Target="../slides/slide73.xml" /><Relationship Id="rId7" Type="http://schemas.openxmlformats.org/officeDocument/2006/relationships/slide" Target="../slides/slide77.xml" /><Relationship Id="rId2" Type="http://schemas.openxmlformats.org/officeDocument/2006/relationships/slide" Target="../slides/slide72.xml" /><Relationship Id="rId1" Type="http://schemas.openxmlformats.org/officeDocument/2006/relationships/slideMaster" Target="../slideMasters/slideMaster25.xml" /><Relationship Id="rId6" Type="http://schemas.openxmlformats.org/officeDocument/2006/relationships/slide" Target="../slides/slide76.xml" /><Relationship Id="rId5" Type="http://schemas.openxmlformats.org/officeDocument/2006/relationships/slide" Target="../slides/slide75.xml" /><Relationship Id="rId4" Type="http://schemas.openxmlformats.org/officeDocument/2006/relationships/slide" Target="../slides/slide74.xml" /></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25.xml" /></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25.xml" /></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25.xml" /></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25.xml" /></Relationships>
</file>

<file path=ppt/slideLayouts/_rels/slideLayout303.xml.rels><?xml version="1.0" encoding="UTF-8" standalone="yes"?>
<Relationships xmlns="http://schemas.openxmlformats.org/package/2006/relationships"><Relationship Id="rId8" Type="http://schemas.openxmlformats.org/officeDocument/2006/relationships/slide" Target="../slides/slide78.xml" /><Relationship Id="rId3" Type="http://schemas.openxmlformats.org/officeDocument/2006/relationships/slide" Target="../slides/slide73.xml" /><Relationship Id="rId7" Type="http://schemas.openxmlformats.org/officeDocument/2006/relationships/slide" Target="../slides/slide77.xml" /><Relationship Id="rId2" Type="http://schemas.openxmlformats.org/officeDocument/2006/relationships/slide" Target="../slides/slide72.xml" /><Relationship Id="rId1" Type="http://schemas.openxmlformats.org/officeDocument/2006/relationships/slideMaster" Target="../slideMasters/slideMaster25.xml" /><Relationship Id="rId6" Type="http://schemas.openxmlformats.org/officeDocument/2006/relationships/slide" Target="../slides/slide76.xml" /><Relationship Id="rId5" Type="http://schemas.openxmlformats.org/officeDocument/2006/relationships/slide" Target="../slides/slide75.xml" /><Relationship Id="rId4" Type="http://schemas.openxmlformats.org/officeDocument/2006/relationships/slide" Target="../slides/slide74.xml" /></Relationships>
</file>

<file path=ppt/slideLayouts/_rels/slideLayout304.xml.rels><?xml version="1.0" encoding="UTF-8" standalone="yes"?>
<Relationships xmlns="http://schemas.openxmlformats.org/package/2006/relationships"><Relationship Id="rId8" Type="http://schemas.openxmlformats.org/officeDocument/2006/relationships/slide" Target="../slides/slide78.xml" /><Relationship Id="rId3" Type="http://schemas.openxmlformats.org/officeDocument/2006/relationships/slide" Target="../slides/slide73.xml" /><Relationship Id="rId7" Type="http://schemas.openxmlformats.org/officeDocument/2006/relationships/slide" Target="../slides/slide77.xml" /><Relationship Id="rId2" Type="http://schemas.openxmlformats.org/officeDocument/2006/relationships/slide" Target="../slides/slide72.xml" /><Relationship Id="rId1" Type="http://schemas.openxmlformats.org/officeDocument/2006/relationships/slideMaster" Target="../slideMasters/slideMaster25.xml" /><Relationship Id="rId6" Type="http://schemas.openxmlformats.org/officeDocument/2006/relationships/slide" Target="../slides/slide76.xml" /><Relationship Id="rId5" Type="http://schemas.openxmlformats.org/officeDocument/2006/relationships/slide" Target="../slides/slide75.xml" /><Relationship Id="rId4" Type="http://schemas.openxmlformats.org/officeDocument/2006/relationships/slide" Target="../slides/slide74.xml" /></Relationships>
</file>

<file path=ppt/slideLayouts/_rels/slideLayout305.xml.rels><?xml version="1.0" encoding="UTF-8" standalone="yes"?>
<Relationships xmlns="http://schemas.openxmlformats.org/package/2006/relationships"><Relationship Id="rId8" Type="http://schemas.openxmlformats.org/officeDocument/2006/relationships/slide" Target="../slides/slide78.xml" /><Relationship Id="rId3" Type="http://schemas.openxmlformats.org/officeDocument/2006/relationships/slide" Target="../slides/slide73.xml" /><Relationship Id="rId7" Type="http://schemas.openxmlformats.org/officeDocument/2006/relationships/slide" Target="../slides/slide77.xml" /><Relationship Id="rId2" Type="http://schemas.openxmlformats.org/officeDocument/2006/relationships/slide" Target="../slides/slide72.xml" /><Relationship Id="rId1" Type="http://schemas.openxmlformats.org/officeDocument/2006/relationships/slideMaster" Target="../slideMasters/slideMaster25.xml" /><Relationship Id="rId6" Type="http://schemas.openxmlformats.org/officeDocument/2006/relationships/slide" Target="../slides/slide76.xml" /><Relationship Id="rId5" Type="http://schemas.openxmlformats.org/officeDocument/2006/relationships/slide" Target="../slides/slide75.xml" /><Relationship Id="rId4" Type="http://schemas.openxmlformats.org/officeDocument/2006/relationships/slide" Target="../slides/slide74.xml" /></Relationships>
</file>

<file path=ppt/slideLayouts/_rels/slideLayout306.xml.rels><?xml version="1.0" encoding="UTF-8" standalone="yes"?>
<Relationships xmlns="http://schemas.openxmlformats.org/package/2006/relationships"><Relationship Id="rId8" Type="http://schemas.openxmlformats.org/officeDocument/2006/relationships/slide" Target="../slides/slide78.xml" /><Relationship Id="rId3" Type="http://schemas.openxmlformats.org/officeDocument/2006/relationships/slide" Target="../slides/slide73.xml" /><Relationship Id="rId7" Type="http://schemas.openxmlformats.org/officeDocument/2006/relationships/slide" Target="../slides/slide77.xml" /><Relationship Id="rId2" Type="http://schemas.openxmlformats.org/officeDocument/2006/relationships/slide" Target="../slides/slide72.xml" /><Relationship Id="rId1" Type="http://schemas.openxmlformats.org/officeDocument/2006/relationships/slideMaster" Target="../slideMasters/slideMaster25.xml" /><Relationship Id="rId6" Type="http://schemas.openxmlformats.org/officeDocument/2006/relationships/slide" Target="../slides/slide76.xml" /><Relationship Id="rId5" Type="http://schemas.openxmlformats.org/officeDocument/2006/relationships/slide" Target="../slides/slide75.xml" /><Relationship Id="rId4" Type="http://schemas.openxmlformats.org/officeDocument/2006/relationships/slide" Target="../slides/slide74.xml" /></Relationships>
</file>

<file path=ppt/slideLayouts/_rels/slideLayout307.xml.rels><?xml version="1.0" encoding="UTF-8" standalone="yes"?>
<Relationships xmlns="http://schemas.openxmlformats.org/package/2006/relationships"><Relationship Id="rId8" Type="http://schemas.openxmlformats.org/officeDocument/2006/relationships/slide" Target="../slides/slide78.xml" /><Relationship Id="rId3" Type="http://schemas.openxmlformats.org/officeDocument/2006/relationships/slide" Target="../slides/slide73.xml" /><Relationship Id="rId7" Type="http://schemas.openxmlformats.org/officeDocument/2006/relationships/slide" Target="../slides/slide77.xml" /><Relationship Id="rId2" Type="http://schemas.openxmlformats.org/officeDocument/2006/relationships/slide" Target="../slides/slide72.xml" /><Relationship Id="rId1" Type="http://schemas.openxmlformats.org/officeDocument/2006/relationships/slideMaster" Target="../slideMasters/slideMaster25.xml" /><Relationship Id="rId6" Type="http://schemas.openxmlformats.org/officeDocument/2006/relationships/slide" Target="../slides/slide76.xml" /><Relationship Id="rId5" Type="http://schemas.openxmlformats.org/officeDocument/2006/relationships/slide" Target="../slides/slide75.xml" /><Relationship Id="rId4" Type="http://schemas.openxmlformats.org/officeDocument/2006/relationships/slide" Target="../slides/slide74.xml" /></Relationships>
</file>

<file path=ppt/slideLayouts/_rels/slideLayout308.xml.rels><?xml version="1.0" encoding="UTF-8" standalone="yes"?>
<Relationships xmlns="http://schemas.openxmlformats.org/package/2006/relationships"><Relationship Id="rId8" Type="http://schemas.openxmlformats.org/officeDocument/2006/relationships/slide" Target="../slides/slide78.xml" /><Relationship Id="rId3" Type="http://schemas.openxmlformats.org/officeDocument/2006/relationships/slide" Target="../slides/slide73.xml" /><Relationship Id="rId7" Type="http://schemas.openxmlformats.org/officeDocument/2006/relationships/slide" Target="../slides/slide77.xml" /><Relationship Id="rId2" Type="http://schemas.openxmlformats.org/officeDocument/2006/relationships/slide" Target="../slides/slide72.xml" /><Relationship Id="rId1" Type="http://schemas.openxmlformats.org/officeDocument/2006/relationships/slideMaster" Target="../slideMasters/slideMaster25.xml" /><Relationship Id="rId6" Type="http://schemas.openxmlformats.org/officeDocument/2006/relationships/slide" Target="../slides/slide76.xml" /><Relationship Id="rId5" Type="http://schemas.openxmlformats.org/officeDocument/2006/relationships/slide" Target="../slides/slide75.xml" /><Relationship Id="rId4" Type="http://schemas.openxmlformats.org/officeDocument/2006/relationships/slide" Target="../slides/slide74.xml" /></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26.xml" /></Relationships>
</file>

<file path=ppt/slideLayouts/_rels/slideLayout310.xml.rels><?xml version="1.0" encoding="UTF-8" standalone="yes"?>
<Relationships xmlns="http://schemas.openxmlformats.org/package/2006/relationships"><Relationship Id="rId1" Type="http://schemas.openxmlformats.org/officeDocument/2006/relationships/slideMaster" Target="../slideMasters/slideMaster26.xml" /></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26.xml" /></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26.xml" /></Relationships>
</file>

<file path=ppt/slideLayouts/_rels/slideLayout313.xml.rels><?xml version="1.0" encoding="UTF-8" standalone="yes"?>
<Relationships xmlns="http://schemas.openxmlformats.org/package/2006/relationships"><Relationship Id="rId1" Type="http://schemas.openxmlformats.org/officeDocument/2006/relationships/slideMaster" Target="../slideMasters/slideMaster26.xml" /></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26.xml" /></Relationships>
</file>

<file path=ppt/slideLayouts/_rels/slideLayout315.xml.rels><?xml version="1.0" encoding="UTF-8" standalone="yes"?>
<Relationships xmlns="http://schemas.openxmlformats.org/package/2006/relationships"><Relationship Id="rId1" Type="http://schemas.openxmlformats.org/officeDocument/2006/relationships/slideMaster" Target="../slideMasters/slideMaster26.xml" /></Relationships>
</file>

<file path=ppt/slideLayouts/_rels/slideLayout316.xml.rels><?xml version="1.0" encoding="UTF-8" standalone="yes"?>
<Relationships xmlns="http://schemas.openxmlformats.org/package/2006/relationships"><Relationship Id="rId1" Type="http://schemas.openxmlformats.org/officeDocument/2006/relationships/slideMaster" Target="../slideMasters/slideMaster26.xml" /></Relationships>
</file>

<file path=ppt/slideLayouts/_rels/slideLayout317.xml.rels><?xml version="1.0" encoding="UTF-8" standalone="yes"?>
<Relationships xmlns="http://schemas.openxmlformats.org/package/2006/relationships"><Relationship Id="rId1" Type="http://schemas.openxmlformats.org/officeDocument/2006/relationships/slideMaster" Target="../slideMasters/slideMaster26.xml" /></Relationships>
</file>

<file path=ppt/slideLayouts/_rels/slideLayout318.xml.rels><?xml version="1.0" encoding="UTF-8" standalone="yes"?>
<Relationships xmlns="http://schemas.openxmlformats.org/package/2006/relationships"><Relationship Id="rId1" Type="http://schemas.openxmlformats.org/officeDocument/2006/relationships/slideMaster" Target="../slideMasters/slideMaster26.xml" /></Relationships>
</file>

<file path=ppt/slideLayouts/_rels/slideLayout319.xml.rels><?xml version="1.0" encoding="UTF-8" standalone="yes"?>
<Relationships xmlns="http://schemas.openxmlformats.org/package/2006/relationships"><Relationship Id="rId1" Type="http://schemas.openxmlformats.org/officeDocument/2006/relationships/slideMaster" Target="../slideMasters/slideMaster26.xml" /></Relationships>
</file>

<file path=ppt/slideLayouts/_rels/slideLayout320.xml.rels><?xml version="1.0" encoding="UTF-8" standalone="yes"?>
<Relationships xmlns="http://schemas.openxmlformats.org/package/2006/relationships"><Relationship Id="rId1" Type="http://schemas.openxmlformats.org/officeDocument/2006/relationships/slideMaster" Target="../slideMasters/slideMaster27.xml" /></Relationships>
</file>

<file path=ppt/slideLayouts/_rels/slideLayout321.xml.rels><?xml version="1.0" encoding="UTF-8" standalone="yes"?>
<Relationships xmlns="http://schemas.openxmlformats.org/package/2006/relationships"><Relationship Id="rId1" Type="http://schemas.openxmlformats.org/officeDocument/2006/relationships/slideMaster" Target="../slideMasters/slideMaster27.xml" /></Relationships>
</file>

<file path=ppt/slideLayouts/_rels/slideLayout322.xml.rels><?xml version="1.0" encoding="UTF-8" standalone="yes"?>
<Relationships xmlns="http://schemas.openxmlformats.org/package/2006/relationships"><Relationship Id="rId1" Type="http://schemas.openxmlformats.org/officeDocument/2006/relationships/slideMaster" Target="../slideMasters/slideMaster27.xml" /></Relationships>
</file>

<file path=ppt/slideLayouts/_rels/slideLayout323.xml.rels><?xml version="1.0" encoding="UTF-8" standalone="yes"?>
<Relationships xmlns="http://schemas.openxmlformats.org/package/2006/relationships"><Relationship Id="rId1" Type="http://schemas.openxmlformats.org/officeDocument/2006/relationships/slideMaster" Target="../slideMasters/slideMaster27.xml" /></Relationships>
</file>

<file path=ppt/slideLayouts/_rels/slideLayout324.xml.rels><?xml version="1.0" encoding="UTF-8" standalone="yes"?>
<Relationships xmlns="http://schemas.openxmlformats.org/package/2006/relationships"><Relationship Id="rId1" Type="http://schemas.openxmlformats.org/officeDocument/2006/relationships/slideMaster" Target="../slideMasters/slideMaster27.xml" /></Relationships>
</file>

<file path=ppt/slideLayouts/_rels/slideLayout325.xml.rels><?xml version="1.0" encoding="UTF-8" standalone="yes"?>
<Relationships xmlns="http://schemas.openxmlformats.org/package/2006/relationships"><Relationship Id="rId1" Type="http://schemas.openxmlformats.org/officeDocument/2006/relationships/slideMaster" Target="../slideMasters/slideMaster27.xml" /></Relationships>
</file>

<file path=ppt/slideLayouts/_rels/slideLayout326.xml.rels><?xml version="1.0" encoding="UTF-8" standalone="yes"?>
<Relationships xmlns="http://schemas.openxmlformats.org/package/2006/relationships"><Relationship Id="rId1" Type="http://schemas.openxmlformats.org/officeDocument/2006/relationships/slideMaster" Target="../slideMasters/slideMaster27.xml" /></Relationships>
</file>

<file path=ppt/slideLayouts/_rels/slideLayout327.xml.rels><?xml version="1.0" encoding="UTF-8" standalone="yes"?>
<Relationships xmlns="http://schemas.openxmlformats.org/package/2006/relationships"><Relationship Id="rId1" Type="http://schemas.openxmlformats.org/officeDocument/2006/relationships/slideMaster" Target="../slideMasters/slideMaster27.xml" /></Relationships>
</file>

<file path=ppt/slideLayouts/_rels/slideLayout328.xml.rels><?xml version="1.0" encoding="UTF-8" standalone="yes"?>
<Relationships xmlns="http://schemas.openxmlformats.org/package/2006/relationships"><Relationship Id="rId1" Type="http://schemas.openxmlformats.org/officeDocument/2006/relationships/slideMaster" Target="../slideMasters/slideMaster27.xml" /></Relationships>
</file>

<file path=ppt/slideLayouts/_rels/slideLayout329.xml.rels><?xml version="1.0" encoding="UTF-8" standalone="yes"?>
<Relationships xmlns="http://schemas.openxmlformats.org/package/2006/relationships"><Relationship Id="rId1" Type="http://schemas.openxmlformats.org/officeDocument/2006/relationships/slideMaster" Target="../slideMasters/slideMaster27.xml" /></Relationships>
</file>

<file path=ppt/slideLayouts/_rels/slideLayout330.xml.rels><?xml version="1.0" encoding="UTF-8" standalone="yes"?>
<Relationships xmlns="http://schemas.openxmlformats.org/package/2006/relationships"><Relationship Id="rId1" Type="http://schemas.openxmlformats.org/officeDocument/2006/relationships/slideMaster" Target="../slideMasters/slideMaster27.xml" /></Relationships>
</file>

<file path=ppt/slideLayouts/_rels/slideLayout331.xml.rels><?xml version="1.0" encoding="UTF-8" standalone="yes"?>
<Relationships xmlns="http://schemas.openxmlformats.org/package/2006/relationships"><Relationship Id="rId1" Type="http://schemas.openxmlformats.org/officeDocument/2006/relationships/slideMaster" Target="../slideMasters/slideMaster28.xml" /></Relationships>
</file>

<file path=ppt/slideLayouts/_rels/slideLayout332.xml.rels><?xml version="1.0" encoding="UTF-8" standalone="yes"?>
<Relationships xmlns="http://schemas.openxmlformats.org/package/2006/relationships"><Relationship Id="rId1" Type="http://schemas.openxmlformats.org/officeDocument/2006/relationships/slideMaster" Target="../slideMasters/slideMaster28.xml" /></Relationships>
</file>

<file path=ppt/slideLayouts/_rels/slideLayout333.xml.rels><?xml version="1.0" encoding="UTF-8" standalone="yes"?>
<Relationships xmlns="http://schemas.openxmlformats.org/package/2006/relationships"><Relationship Id="rId1" Type="http://schemas.openxmlformats.org/officeDocument/2006/relationships/slideMaster" Target="../slideMasters/slideMaster28.xml" /></Relationships>
</file>

<file path=ppt/slideLayouts/_rels/slideLayout334.xml.rels><?xml version="1.0" encoding="UTF-8" standalone="yes"?>
<Relationships xmlns="http://schemas.openxmlformats.org/package/2006/relationships"><Relationship Id="rId1" Type="http://schemas.openxmlformats.org/officeDocument/2006/relationships/slideMaster" Target="../slideMasters/slideMaster28.xml" /></Relationships>
</file>

<file path=ppt/slideLayouts/_rels/slideLayout335.xml.rels><?xml version="1.0" encoding="UTF-8" standalone="yes"?>
<Relationships xmlns="http://schemas.openxmlformats.org/package/2006/relationships"><Relationship Id="rId1" Type="http://schemas.openxmlformats.org/officeDocument/2006/relationships/slideMaster" Target="../slideMasters/slideMaster28.xml" /></Relationships>
</file>

<file path=ppt/slideLayouts/_rels/slideLayout336.xml.rels><?xml version="1.0" encoding="UTF-8" standalone="yes"?>
<Relationships xmlns="http://schemas.openxmlformats.org/package/2006/relationships"><Relationship Id="rId1" Type="http://schemas.openxmlformats.org/officeDocument/2006/relationships/slideMaster" Target="../slideMasters/slideMaster28.xml" /></Relationships>
</file>

<file path=ppt/slideLayouts/_rels/slideLayout337.xml.rels><?xml version="1.0" encoding="UTF-8" standalone="yes"?>
<Relationships xmlns="http://schemas.openxmlformats.org/package/2006/relationships"><Relationship Id="rId1" Type="http://schemas.openxmlformats.org/officeDocument/2006/relationships/slideMaster" Target="../slideMasters/slideMaster28.xml" /></Relationships>
</file>

<file path=ppt/slideLayouts/_rels/slideLayout338.xml.rels><?xml version="1.0" encoding="UTF-8" standalone="yes"?>
<Relationships xmlns="http://schemas.openxmlformats.org/package/2006/relationships"><Relationship Id="rId1" Type="http://schemas.openxmlformats.org/officeDocument/2006/relationships/slideMaster" Target="../slideMasters/slideMaster28.xml" /></Relationships>
</file>

<file path=ppt/slideLayouts/_rels/slideLayout339.xml.rels><?xml version="1.0" encoding="UTF-8" standalone="yes"?>
<Relationships xmlns="http://schemas.openxmlformats.org/package/2006/relationships"><Relationship Id="rId1" Type="http://schemas.openxmlformats.org/officeDocument/2006/relationships/slideMaster" Target="../slideMasters/slideMaster28.xml" /></Relationships>
</file>

<file path=ppt/slideLayouts/_rels/slideLayout340.xml.rels><?xml version="1.0" encoding="UTF-8" standalone="yes"?>
<Relationships xmlns="http://schemas.openxmlformats.org/package/2006/relationships"><Relationship Id="rId1" Type="http://schemas.openxmlformats.org/officeDocument/2006/relationships/slideMaster" Target="../slideMasters/slideMaster28.xml" /></Relationships>
</file>

<file path=ppt/slideLayouts/_rels/slideLayout341.xml.rels><?xml version="1.0" encoding="UTF-8" standalone="yes"?>
<Relationships xmlns="http://schemas.openxmlformats.org/package/2006/relationships"><Relationship Id="rId1" Type="http://schemas.openxmlformats.org/officeDocument/2006/relationships/slideMaster" Target="../slideMasters/slideMaster28.xml" /></Relationships>
</file>

<file path=ppt/slideLayouts/_rels/slideLayout342.xml.rels><?xml version="1.0" encoding="UTF-8" standalone="yes"?>
<Relationships xmlns="http://schemas.openxmlformats.org/package/2006/relationships"><Relationship Id="rId1" Type="http://schemas.openxmlformats.org/officeDocument/2006/relationships/slideMaster" Target="../slideMasters/slideMaster29.xml" /></Relationships>
</file>

<file path=ppt/slideLayouts/_rels/slideLayout343.xml.rels><?xml version="1.0" encoding="UTF-8" standalone="yes"?>
<Relationships xmlns="http://schemas.openxmlformats.org/package/2006/relationships"><Relationship Id="rId1" Type="http://schemas.openxmlformats.org/officeDocument/2006/relationships/slideMaster" Target="../slideMasters/slideMaster29.xml" /></Relationships>
</file>

<file path=ppt/slideLayouts/_rels/slideLayout344.xml.rels><?xml version="1.0" encoding="UTF-8" standalone="yes"?>
<Relationships xmlns="http://schemas.openxmlformats.org/package/2006/relationships"><Relationship Id="rId1" Type="http://schemas.openxmlformats.org/officeDocument/2006/relationships/slideMaster" Target="../slideMasters/slideMaster29.xml" /></Relationships>
</file>

<file path=ppt/slideLayouts/_rels/slideLayout345.xml.rels><?xml version="1.0" encoding="UTF-8" standalone="yes"?>
<Relationships xmlns="http://schemas.openxmlformats.org/package/2006/relationships"><Relationship Id="rId1" Type="http://schemas.openxmlformats.org/officeDocument/2006/relationships/slideMaster" Target="../slideMasters/slideMaster29.xml" /></Relationships>
</file>

<file path=ppt/slideLayouts/_rels/slideLayout346.xml.rels><?xml version="1.0" encoding="UTF-8" standalone="yes"?>
<Relationships xmlns="http://schemas.openxmlformats.org/package/2006/relationships"><Relationship Id="rId1" Type="http://schemas.openxmlformats.org/officeDocument/2006/relationships/slideMaster" Target="../slideMasters/slideMaster29.xml" /></Relationships>
</file>

<file path=ppt/slideLayouts/_rels/slideLayout347.xml.rels><?xml version="1.0" encoding="UTF-8" standalone="yes"?>
<Relationships xmlns="http://schemas.openxmlformats.org/package/2006/relationships"><Relationship Id="rId1" Type="http://schemas.openxmlformats.org/officeDocument/2006/relationships/slideMaster" Target="../slideMasters/slideMaster29.xml" /></Relationships>
</file>

<file path=ppt/slideLayouts/_rels/slideLayout348.xml.rels><?xml version="1.0" encoding="UTF-8" standalone="yes"?>
<Relationships xmlns="http://schemas.openxmlformats.org/package/2006/relationships"><Relationship Id="rId1" Type="http://schemas.openxmlformats.org/officeDocument/2006/relationships/slideMaster" Target="../slideMasters/slideMaster29.xml" /></Relationships>
</file>

<file path=ppt/slideLayouts/_rels/slideLayout349.xml.rels><?xml version="1.0" encoding="UTF-8" standalone="yes"?>
<Relationships xmlns="http://schemas.openxmlformats.org/package/2006/relationships"><Relationship Id="rId1" Type="http://schemas.openxmlformats.org/officeDocument/2006/relationships/slideMaster" Target="../slideMasters/slideMaster29.xml" /></Relationships>
</file>

<file path=ppt/slideLayouts/_rels/slideLayout350.xml.rels><?xml version="1.0" encoding="UTF-8" standalone="yes"?>
<Relationships xmlns="http://schemas.openxmlformats.org/package/2006/relationships"><Relationship Id="rId1" Type="http://schemas.openxmlformats.org/officeDocument/2006/relationships/slideMaster" Target="../slideMasters/slideMaster29.xml" /></Relationships>
</file>

<file path=ppt/slideLayouts/_rels/slideLayout351.xml.rels><?xml version="1.0" encoding="UTF-8" standalone="yes"?>
<Relationships xmlns="http://schemas.openxmlformats.org/package/2006/relationships"><Relationship Id="rId1" Type="http://schemas.openxmlformats.org/officeDocument/2006/relationships/slideMaster" Target="../slideMasters/slideMaster29.xml" /></Relationships>
</file>

<file path=ppt/slideLayouts/_rels/slideLayout352.xml.rels><?xml version="1.0" encoding="UTF-8" standalone="yes"?>
<Relationships xmlns="http://schemas.openxmlformats.org/package/2006/relationships"><Relationship Id="rId1" Type="http://schemas.openxmlformats.org/officeDocument/2006/relationships/slideMaster" Target="../slideMasters/slideMaster29.xml" /></Relationships>
</file>

<file path=ppt/slideLayouts/_rels/slideLayout353.xml.rels><?xml version="1.0" encoding="UTF-8" standalone="yes"?>
<Relationships xmlns="http://schemas.openxmlformats.org/package/2006/relationships"><Relationship Id="rId1" Type="http://schemas.openxmlformats.org/officeDocument/2006/relationships/slideMaster" Target="../slideMasters/slideMaster30.xml" /></Relationships>
</file>

<file path=ppt/slideLayouts/_rels/slideLayout354.xml.rels><?xml version="1.0" encoding="UTF-8" standalone="yes"?>
<Relationships xmlns="http://schemas.openxmlformats.org/package/2006/relationships"><Relationship Id="rId1" Type="http://schemas.openxmlformats.org/officeDocument/2006/relationships/slideMaster" Target="../slideMasters/slideMaster30.xml" /></Relationships>
</file>

<file path=ppt/slideLayouts/_rels/slideLayout355.xml.rels><?xml version="1.0" encoding="UTF-8" standalone="yes"?>
<Relationships xmlns="http://schemas.openxmlformats.org/package/2006/relationships"><Relationship Id="rId1" Type="http://schemas.openxmlformats.org/officeDocument/2006/relationships/slideMaster" Target="../slideMasters/slideMaster30.xml" /></Relationships>
</file>

<file path=ppt/slideLayouts/_rels/slideLayout356.xml.rels><?xml version="1.0" encoding="UTF-8" standalone="yes"?>
<Relationships xmlns="http://schemas.openxmlformats.org/package/2006/relationships"><Relationship Id="rId1" Type="http://schemas.openxmlformats.org/officeDocument/2006/relationships/slideMaster" Target="../slideMasters/slideMaster30.xml" /></Relationships>
</file>

<file path=ppt/slideLayouts/_rels/slideLayout357.xml.rels><?xml version="1.0" encoding="UTF-8" standalone="yes"?>
<Relationships xmlns="http://schemas.openxmlformats.org/package/2006/relationships"><Relationship Id="rId1" Type="http://schemas.openxmlformats.org/officeDocument/2006/relationships/slideMaster" Target="../slideMasters/slideMaster30.xml" /></Relationships>
</file>

<file path=ppt/slideLayouts/_rels/slideLayout358.xml.rels><?xml version="1.0" encoding="UTF-8" standalone="yes"?>
<Relationships xmlns="http://schemas.openxmlformats.org/package/2006/relationships"><Relationship Id="rId1" Type="http://schemas.openxmlformats.org/officeDocument/2006/relationships/slideMaster" Target="../slideMasters/slideMaster30.xml" /></Relationships>
</file>

<file path=ppt/slideLayouts/_rels/slideLayout359.xml.rels><?xml version="1.0" encoding="UTF-8" standalone="yes"?>
<Relationships xmlns="http://schemas.openxmlformats.org/package/2006/relationships"><Relationship Id="rId1" Type="http://schemas.openxmlformats.org/officeDocument/2006/relationships/slideMaster" Target="../slideMasters/slideMaster30.xml" /></Relationships>
</file>

<file path=ppt/slideLayouts/_rels/slideLayout360.xml.rels><?xml version="1.0" encoding="UTF-8" standalone="yes"?>
<Relationships xmlns="http://schemas.openxmlformats.org/package/2006/relationships"><Relationship Id="rId1" Type="http://schemas.openxmlformats.org/officeDocument/2006/relationships/slideMaster" Target="../slideMasters/slideMaster30.xml" /></Relationships>
</file>

<file path=ppt/slideLayouts/_rels/slideLayout361.xml.rels><?xml version="1.0" encoding="UTF-8" standalone="yes"?>
<Relationships xmlns="http://schemas.openxmlformats.org/package/2006/relationships"><Relationship Id="rId1" Type="http://schemas.openxmlformats.org/officeDocument/2006/relationships/slideMaster" Target="../slideMasters/slideMaster30.xml" /></Relationships>
</file>

<file path=ppt/slideLayouts/_rels/slideLayout362.xml.rels><?xml version="1.0" encoding="UTF-8" standalone="yes"?>
<Relationships xmlns="http://schemas.openxmlformats.org/package/2006/relationships"><Relationship Id="rId1" Type="http://schemas.openxmlformats.org/officeDocument/2006/relationships/slideMaster" Target="../slideMasters/slideMaster30.xml" /></Relationships>
</file>

<file path=ppt/slideLayouts/_rels/slideLayout363.xml.rels><?xml version="1.0" encoding="UTF-8" standalone="yes"?>
<Relationships xmlns="http://schemas.openxmlformats.org/package/2006/relationships"><Relationship Id="rId1" Type="http://schemas.openxmlformats.org/officeDocument/2006/relationships/slideMaster" Target="../slideMasters/slideMaster30.xml" /></Relationships>
</file>

<file path=ppt/slideLayouts/_rels/slideLayout364.xml.rels><?xml version="1.0" encoding="UTF-8" standalone="yes"?>
<Relationships xmlns="http://schemas.openxmlformats.org/package/2006/relationships"><Relationship Id="rId1" Type="http://schemas.openxmlformats.org/officeDocument/2006/relationships/slideMaster" Target="../slideMasters/slideMaster31.xml" /></Relationships>
</file>

<file path=ppt/slideLayouts/_rels/slideLayout365.xml.rels><?xml version="1.0" encoding="UTF-8" standalone="yes"?>
<Relationships xmlns="http://schemas.openxmlformats.org/package/2006/relationships"><Relationship Id="rId1" Type="http://schemas.openxmlformats.org/officeDocument/2006/relationships/slideMaster" Target="../slideMasters/slideMaster31.xml" /></Relationships>
</file>

<file path=ppt/slideLayouts/_rels/slideLayout366.xml.rels><?xml version="1.0" encoding="UTF-8" standalone="yes"?>
<Relationships xmlns="http://schemas.openxmlformats.org/package/2006/relationships"><Relationship Id="rId1" Type="http://schemas.openxmlformats.org/officeDocument/2006/relationships/slideMaster" Target="../slideMasters/slideMaster31.xml" /></Relationships>
</file>

<file path=ppt/slideLayouts/_rels/slideLayout367.xml.rels><?xml version="1.0" encoding="UTF-8" standalone="yes"?>
<Relationships xmlns="http://schemas.openxmlformats.org/package/2006/relationships"><Relationship Id="rId1" Type="http://schemas.openxmlformats.org/officeDocument/2006/relationships/slideMaster" Target="../slideMasters/slideMaster31.xml" /></Relationships>
</file>

<file path=ppt/slideLayouts/_rels/slideLayout368.xml.rels><?xml version="1.0" encoding="UTF-8" standalone="yes"?>
<Relationships xmlns="http://schemas.openxmlformats.org/package/2006/relationships"><Relationship Id="rId1" Type="http://schemas.openxmlformats.org/officeDocument/2006/relationships/slideMaster" Target="../slideMasters/slideMaster31.xml" /></Relationships>
</file>

<file path=ppt/slideLayouts/_rels/slideLayout369.xml.rels><?xml version="1.0" encoding="UTF-8" standalone="yes"?>
<Relationships xmlns="http://schemas.openxmlformats.org/package/2006/relationships"><Relationship Id="rId1" Type="http://schemas.openxmlformats.org/officeDocument/2006/relationships/slideMaster" Target="../slideMasters/slideMaster31.xml" /></Relationships>
</file>

<file path=ppt/slideLayouts/_rels/slideLayout370.xml.rels><?xml version="1.0" encoding="UTF-8" standalone="yes"?>
<Relationships xmlns="http://schemas.openxmlformats.org/package/2006/relationships"><Relationship Id="rId1" Type="http://schemas.openxmlformats.org/officeDocument/2006/relationships/slideMaster" Target="../slideMasters/slideMaster31.xml" /></Relationships>
</file>

<file path=ppt/slideLayouts/_rels/slideLayout371.xml.rels><?xml version="1.0" encoding="UTF-8" standalone="yes"?>
<Relationships xmlns="http://schemas.openxmlformats.org/package/2006/relationships"><Relationship Id="rId1" Type="http://schemas.openxmlformats.org/officeDocument/2006/relationships/slideMaster" Target="../slideMasters/slideMaster31.xml" /></Relationships>
</file>

<file path=ppt/slideLayouts/_rels/slideLayout372.xml.rels><?xml version="1.0" encoding="UTF-8" standalone="yes"?>
<Relationships xmlns="http://schemas.openxmlformats.org/package/2006/relationships"><Relationship Id="rId1" Type="http://schemas.openxmlformats.org/officeDocument/2006/relationships/slideMaster" Target="../slideMasters/slideMaster31.xml" /></Relationships>
</file>

<file path=ppt/slideLayouts/_rels/slideLayout373.xml.rels><?xml version="1.0" encoding="UTF-8" standalone="yes"?>
<Relationships xmlns="http://schemas.openxmlformats.org/package/2006/relationships"><Relationship Id="rId1" Type="http://schemas.openxmlformats.org/officeDocument/2006/relationships/slideMaster" Target="../slideMasters/slideMaster31.xml" /></Relationships>
</file>

<file path=ppt/slideLayouts/_rels/slideLayout374.xml.rels><?xml version="1.0" encoding="UTF-8" standalone="yes"?>
<Relationships xmlns="http://schemas.openxmlformats.org/package/2006/relationships"><Relationship Id="rId1" Type="http://schemas.openxmlformats.org/officeDocument/2006/relationships/slideMaster" Target="../slideMasters/slideMaster31.xml" /></Relationships>
</file>

<file path=ppt/slideLayouts/_rels/slideLayout375.xml.rels><?xml version="1.0" encoding="UTF-8" standalone="yes"?>
<Relationships xmlns="http://schemas.openxmlformats.org/package/2006/relationships"><Relationship Id="rId1" Type="http://schemas.openxmlformats.org/officeDocument/2006/relationships/slideMaster" Target="../slideMasters/slideMaster32.xml" /></Relationships>
</file>

<file path=ppt/slideLayouts/_rels/slideLayout376.xml.rels><?xml version="1.0" encoding="UTF-8" standalone="yes"?>
<Relationships xmlns="http://schemas.openxmlformats.org/package/2006/relationships"><Relationship Id="rId1" Type="http://schemas.openxmlformats.org/officeDocument/2006/relationships/slideMaster" Target="../slideMasters/slideMaster32.xml" /></Relationships>
</file>

<file path=ppt/slideLayouts/_rels/slideLayout377.xml.rels><?xml version="1.0" encoding="UTF-8" standalone="yes"?>
<Relationships xmlns="http://schemas.openxmlformats.org/package/2006/relationships"><Relationship Id="rId1" Type="http://schemas.openxmlformats.org/officeDocument/2006/relationships/slideMaster" Target="../slideMasters/slideMaster32.xml" /></Relationships>
</file>

<file path=ppt/slideLayouts/_rels/slideLayout378.xml.rels><?xml version="1.0" encoding="UTF-8" standalone="yes"?>
<Relationships xmlns="http://schemas.openxmlformats.org/package/2006/relationships"><Relationship Id="rId1" Type="http://schemas.openxmlformats.org/officeDocument/2006/relationships/slideMaster" Target="../slideMasters/slideMaster32.xml" /></Relationships>
</file>

<file path=ppt/slideLayouts/_rels/slideLayout379.xml.rels><?xml version="1.0" encoding="UTF-8" standalone="yes"?>
<Relationships xmlns="http://schemas.openxmlformats.org/package/2006/relationships"><Relationship Id="rId1" Type="http://schemas.openxmlformats.org/officeDocument/2006/relationships/slideMaster" Target="../slideMasters/slideMaster32.xml" /></Relationships>
</file>

<file path=ppt/slideLayouts/_rels/slideLayout380.xml.rels><?xml version="1.0" encoding="UTF-8" standalone="yes"?>
<Relationships xmlns="http://schemas.openxmlformats.org/package/2006/relationships"><Relationship Id="rId1" Type="http://schemas.openxmlformats.org/officeDocument/2006/relationships/slideMaster" Target="../slideMasters/slideMaster32.xml" /></Relationships>
</file>

<file path=ppt/slideLayouts/_rels/slideLayout381.xml.rels><?xml version="1.0" encoding="UTF-8" standalone="yes"?>
<Relationships xmlns="http://schemas.openxmlformats.org/package/2006/relationships"><Relationship Id="rId1" Type="http://schemas.openxmlformats.org/officeDocument/2006/relationships/slideMaster" Target="../slideMasters/slideMaster32.xml" /></Relationships>
</file>

<file path=ppt/slideLayouts/_rels/slideLayout382.xml.rels><?xml version="1.0" encoding="UTF-8" standalone="yes"?>
<Relationships xmlns="http://schemas.openxmlformats.org/package/2006/relationships"><Relationship Id="rId1" Type="http://schemas.openxmlformats.org/officeDocument/2006/relationships/slideMaster" Target="../slideMasters/slideMaster32.xml" /></Relationships>
</file>

<file path=ppt/slideLayouts/_rels/slideLayout383.xml.rels><?xml version="1.0" encoding="UTF-8" standalone="yes"?>
<Relationships xmlns="http://schemas.openxmlformats.org/package/2006/relationships"><Relationship Id="rId1" Type="http://schemas.openxmlformats.org/officeDocument/2006/relationships/slideMaster" Target="../slideMasters/slideMaster32.xml" /></Relationships>
</file>

<file path=ppt/slideLayouts/_rels/slideLayout384.xml.rels><?xml version="1.0" encoding="UTF-8" standalone="yes"?>
<Relationships xmlns="http://schemas.openxmlformats.org/package/2006/relationships"><Relationship Id="rId1" Type="http://schemas.openxmlformats.org/officeDocument/2006/relationships/slideMaster" Target="../slideMasters/slideMaster32.xml" /></Relationships>
</file>

<file path=ppt/slideLayouts/_rels/slideLayout385.xml.rels><?xml version="1.0" encoding="UTF-8" standalone="yes"?>
<Relationships xmlns="http://schemas.openxmlformats.org/package/2006/relationships"><Relationship Id="rId1" Type="http://schemas.openxmlformats.org/officeDocument/2006/relationships/slideMaster" Target="../slideMasters/slideMaster32.xml" /></Relationships>
</file>

<file path=ppt/slideLayouts/_rels/slideLayout386.xml.rels><?xml version="1.0" encoding="UTF-8" standalone="yes"?>
<Relationships xmlns="http://schemas.openxmlformats.org/package/2006/relationships"><Relationship Id="rId1" Type="http://schemas.openxmlformats.org/officeDocument/2006/relationships/slideMaster" Target="../slideMasters/slideMaster33.xml" /></Relationships>
</file>

<file path=ppt/slideLayouts/_rels/slideLayout387.xml.rels><?xml version="1.0" encoding="UTF-8" standalone="yes"?>
<Relationships xmlns="http://schemas.openxmlformats.org/package/2006/relationships"><Relationship Id="rId1" Type="http://schemas.openxmlformats.org/officeDocument/2006/relationships/slideMaster" Target="../slideMasters/slideMaster33.xml" /></Relationships>
</file>

<file path=ppt/slideLayouts/_rels/slideLayout388.xml.rels><?xml version="1.0" encoding="UTF-8" standalone="yes"?>
<Relationships xmlns="http://schemas.openxmlformats.org/package/2006/relationships"><Relationship Id="rId1" Type="http://schemas.openxmlformats.org/officeDocument/2006/relationships/slideMaster" Target="../slideMasters/slideMaster33.xml" /></Relationships>
</file>

<file path=ppt/slideLayouts/_rels/slideLayout389.xml.rels><?xml version="1.0" encoding="UTF-8" standalone="yes"?>
<Relationships xmlns="http://schemas.openxmlformats.org/package/2006/relationships"><Relationship Id="rId1" Type="http://schemas.openxmlformats.org/officeDocument/2006/relationships/slideMaster" Target="../slideMasters/slideMaster33.xml" /></Relationships>
</file>

<file path=ppt/slideLayouts/_rels/slideLayout390.xml.rels><?xml version="1.0" encoding="UTF-8" standalone="yes"?>
<Relationships xmlns="http://schemas.openxmlformats.org/package/2006/relationships"><Relationship Id="rId1" Type="http://schemas.openxmlformats.org/officeDocument/2006/relationships/slideMaster" Target="../slideMasters/slideMaster33.xml" /></Relationships>
</file>

<file path=ppt/slideLayouts/_rels/slideLayout391.xml.rels><?xml version="1.0" encoding="UTF-8" standalone="yes"?>
<Relationships xmlns="http://schemas.openxmlformats.org/package/2006/relationships"><Relationship Id="rId1" Type="http://schemas.openxmlformats.org/officeDocument/2006/relationships/slideMaster" Target="../slideMasters/slideMaster33.xml" /></Relationships>
</file>

<file path=ppt/slideLayouts/_rels/slideLayout392.xml.rels><?xml version="1.0" encoding="UTF-8" standalone="yes"?>
<Relationships xmlns="http://schemas.openxmlformats.org/package/2006/relationships"><Relationship Id="rId1" Type="http://schemas.openxmlformats.org/officeDocument/2006/relationships/slideMaster" Target="../slideMasters/slideMaster33.xml" /></Relationships>
</file>

<file path=ppt/slideLayouts/_rels/slideLayout393.xml.rels><?xml version="1.0" encoding="UTF-8" standalone="yes"?>
<Relationships xmlns="http://schemas.openxmlformats.org/package/2006/relationships"><Relationship Id="rId1" Type="http://schemas.openxmlformats.org/officeDocument/2006/relationships/slideMaster" Target="../slideMasters/slideMaster33.xml" /></Relationships>
</file>

<file path=ppt/slideLayouts/_rels/slideLayout394.xml.rels><?xml version="1.0" encoding="UTF-8" standalone="yes"?>
<Relationships xmlns="http://schemas.openxmlformats.org/package/2006/relationships"><Relationship Id="rId1" Type="http://schemas.openxmlformats.org/officeDocument/2006/relationships/slideMaster" Target="../slideMasters/slideMaster33.xml" /></Relationships>
</file>

<file path=ppt/slideLayouts/_rels/slideLayout395.xml.rels><?xml version="1.0" encoding="UTF-8" standalone="yes"?>
<Relationships xmlns="http://schemas.openxmlformats.org/package/2006/relationships"><Relationship Id="rId1" Type="http://schemas.openxmlformats.org/officeDocument/2006/relationships/slideMaster" Target="../slideMasters/slideMaster33.xml" /></Relationships>
</file>

<file path=ppt/slideLayouts/_rels/slideLayout396.xml.rels><?xml version="1.0" encoding="UTF-8" standalone="yes"?>
<Relationships xmlns="http://schemas.openxmlformats.org/package/2006/relationships"><Relationship Id="rId1" Type="http://schemas.openxmlformats.org/officeDocument/2006/relationships/slideMaster" Target="../slideMasters/slideMaster33.xml" /></Relationships>
</file>

<file path=ppt/slideLayouts/_rels/slideLayout397.xml.rels><?xml version="1.0" encoding="UTF-8" standalone="yes"?>
<Relationships xmlns="http://schemas.openxmlformats.org/package/2006/relationships"><Relationship Id="rId1" Type="http://schemas.openxmlformats.org/officeDocument/2006/relationships/slideMaster" Target="../slideMasters/slideMaster33.xml" /></Relationships>
</file>

<file path=ppt/slideLayouts/_rels/slideLayout398.xml.rels><?xml version="1.0" encoding="UTF-8" standalone="yes"?>
<Relationships xmlns="http://schemas.openxmlformats.org/package/2006/relationships"><Relationship Id="rId8" Type="http://schemas.openxmlformats.org/officeDocument/2006/relationships/slide" Target="../slides/slide92.xml" /><Relationship Id="rId3" Type="http://schemas.openxmlformats.org/officeDocument/2006/relationships/slide" Target="../slides/slide87.xml" /><Relationship Id="rId7" Type="http://schemas.openxmlformats.org/officeDocument/2006/relationships/slide" Target="../slides/slide91.xml" /><Relationship Id="rId2" Type="http://schemas.openxmlformats.org/officeDocument/2006/relationships/slide" Target="../slides/slide86.xml" /><Relationship Id="rId1" Type="http://schemas.openxmlformats.org/officeDocument/2006/relationships/slideMaster" Target="../slideMasters/slideMaster33.xml" /><Relationship Id="rId6" Type="http://schemas.openxmlformats.org/officeDocument/2006/relationships/slide" Target="../slides/slide90.xml" /><Relationship Id="rId5" Type="http://schemas.openxmlformats.org/officeDocument/2006/relationships/slide" Target="../slides/slide89.xml" /><Relationship Id="rId4" Type="http://schemas.openxmlformats.org/officeDocument/2006/relationships/slide" Target="../slides/slide88.xml" /></Relationships>
</file>

<file path=ppt/slideLayouts/_rels/slideLayout399.xml.rels><?xml version="1.0" encoding="UTF-8" standalone="yes"?>
<Relationships xmlns="http://schemas.openxmlformats.org/package/2006/relationships"><Relationship Id="rId8" Type="http://schemas.openxmlformats.org/officeDocument/2006/relationships/slide" Target="../slides/slide92.xml" /><Relationship Id="rId3" Type="http://schemas.openxmlformats.org/officeDocument/2006/relationships/slide" Target="../slides/slide87.xml" /><Relationship Id="rId7" Type="http://schemas.openxmlformats.org/officeDocument/2006/relationships/slide" Target="../slides/slide91.xml" /><Relationship Id="rId2" Type="http://schemas.openxmlformats.org/officeDocument/2006/relationships/slide" Target="../slides/slide86.xml" /><Relationship Id="rId1" Type="http://schemas.openxmlformats.org/officeDocument/2006/relationships/slideMaster" Target="../slideMasters/slideMaster33.xml" /><Relationship Id="rId6" Type="http://schemas.openxmlformats.org/officeDocument/2006/relationships/slide" Target="../slides/slide90.xml" /><Relationship Id="rId5" Type="http://schemas.openxmlformats.org/officeDocument/2006/relationships/slide" Target="../slides/slide89.xml" /><Relationship Id="rId4" Type="http://schemas.openxmlformats.org/officeDocument/2006/relationships/slide" Target="../slides/slide88.xml" /></Relationships>
</file>

<file path=ppt/slideLayouts/_rels/slideLayout400.xml.rels><?xml version="1.0" encoding="UTF-8" standalone="yes"?>
<Relationships xmlns="http://schemas.openxmlformats.org/package/2006/relationships"><Relationship Id="rId3" Type="http://schemas.openxmlformats.org/officeDocument/2006/relationships/slide" Target="../slides/slide87.xml" /><Relationship Id="rId7" Type="http://schemas.openxmlformats.org/officeDocument/2006/relationships/slide" Target="../slides/slide91.xml" /><Relationship Id="rId2" Type="http://schemas.openxmlformats.org/officeDocument/2006/relationships/slide" Target="../slides/slide86.xml" /><Relationship Id="rId1" Type="http://schemas.openxmlformats.org/officeDocument/2006/relationships/slideMaster" Target="../slideMasters/slideMaster33.xml" /><Relationship Id="rId6" Type="http://schemas.openxmlformats.org/officeDocument/2006/relationships/slide" Target="../slides/slide90.xml" /><Relationship Id="rId5" Type="http://schemas.openxmlformats.org/officeDocument/2006/relationships/slide" Target="../slides/slide89.xml" /><Relationship Id="rId4" Type="http://schemas.openxmlformats.org/officeDocument/2006/relationships/slide" Target="../slides/slide88.xml" /></Relationships>
</file>

<file path=ppt/slideLayouts/_rels/slideLayout401.xml.rels><?xml version="1.0" encoding="UTF-8" standalone="yes"?>
<Relationships xmlns="http://schemas.openxmlformats.org/package/2006/relationships"><Relationship Id="rId8" Type="http://schemas.openxmlformats.org/officeDocument/2006/relationships/slide" Target="../slides/slide92.xml" /><Relationship Id="rId3" Type="http://schemas.openxmlformats.org/officeDocument/2006/relationships/slide" Target="../slides/slide87.xml" /><Relationship Id="rId7" Type="http://schemas.openxmlformats.org/officeDocument/2006/relationships/slide" Target="../slides/slide91.xml" /><Relationship Id="rId2" Type="http://schemas.openxmlformats.org/officeDocument/2006/relationships/slide" Target="../slides/slide86.xml" /><Relationship Id="rId1" Type="http://schemas.openxmlformats.org/officeDocument/2006/relationships/slideMaster" Target="../slideMasters/slideMaster33.xml" /><Relationship Id="rId6" Type="http://schemas.openxmlformats.org/officeDocument/2006/relationships/slide" Target="../slides/slide90.xml" /><Relationship Id="rId5" Type="http://schemas.openxmlformats.org/officeDocument/2006/relationships/slide" Target="../slides/slide89.xml" /><Relationship Id="rId4" Type="http://schemas.openxmlformats.org/officeDocument/2006/relationships/slide" Target="../slides/slide88.xml" /></Relationships>
</file>

<file path=ppt/slideLayouts/_rels/slideLayout402.xml.rels><?xml version="1.0" encoding="UTF-8" standalone="yes"?>
<Relationships xmlns="http://schemas.openxmlformats.org/package/2006/relationships"><Relationship Id="rId3" Type="http://schemas.openxmlformats.org/officeDocument/2006/relationships/slide" Target="../slides/slide87.xml" /><Relationship Id="rId7" Type="http://schemas.openxmlformats.org/officeDocument/2006/relationships/slide" Target="../slides/slide91.xml" /><Relationship Id="rId2" Type="http://schemas.openxmlformats.org/officeDocument/2006/relationships/slide" Target="../slides/slide86.xml" /><Relationship Id="rId1" Type="http://schemas.openxmlformats.org/officeDocument/2006/relationships/slideMaster" Target="../slideMasters/slideMaster33.xml" /><Relationship Id="rId6" Type="http://schemas.openxmlformats.org/officeDocument/2006/relationships/slide" Target="../slides/slide90.xml" /><Relationship Id="rId5" Type="http://schemas.openxmlformats.org/officeDocument/2006/relationships/slide" Target="../slides/slide89.xml" /><Relationship Id="rId4" Type="http://schemas.openxmlformats.org/officeDocument/2006/relationships/slide" Target="../slides/slide88.xml" /></Relationships>
</file>

<file path=ppt/slideLayouts/_rels/slideLayout403.xml.rels><?xml version="1.0" encoding="UTF-8" standalone="yes"?>
<Relationships xmlns="http://schemas.openxmlformats.org/package/2006/relationships"><Relationship Id="rId8" Type="http://schemas.openxmlformats.org/officeDocument/2006/relationships/slide" Target="../slides/slide92.xml" /><Relationship Id="rId3" Type="http://schemas.openxmlformats.org/officeDocument/2006/relationships/slide" Target="../slides/slide87.xml" /><Relationship Id="rId7" Type="http://schemas.openxmlformats.org/officeDocument/2006/relationships/slide" Target="../slides/slide91.xml" /><Relationship Id="rId2" Type="http://schemas.openxmlformats.org/officeDocument/2006/relationships/slide" Target="../slides/slide86.xml" /><Relationship Id="rId1" Type="http://schemas.openxmlformats.org/officeDocument/2006/relationships/slideMaster" Target="../slideMasters/slideMaster33.xml" /><Relationship Id="rId6" Type="http://schemas.openxmlformats.org/officeDocument/2006/relationships/slide" Target="../slides/slide90.xml" /><Relationship Id="rId5" Type="http://schemas.openxmlformats.org/officeDocument/2006/relationships/slide" Target="../slides/slide89.xml" /><Relationship Id="rId4" Type="http://schemas.openxmlformats.org/officeDocument/2006/relationships/slide" Target="../slides/slide88.xml" /></Relationships>
</file>

<file path=ppt/slideLayouts/_rels/slideLayout404.xml.rels><?xml version="1.0" encoding="UTF-8" standalone="yes"?>
<Relationships xmlns="http://schemas.openxmlformats.org/package/2006/relationships"><Relationship Id="rId1" Type="http://schemas.openxmlformats.org/officeDocument/2006/relationships/slideMaster" Target="../slideMasters/slideMaster34.xml" /></Relationships>
</file>

<file path=ppt/slideLayouts/_rels/slideLayout405.xml.rels><?xml version="1.0" encoding="UTF-8" standalone="yes"?>
<Relationships xmlns="http://schemas.openxmlformats.org/package/2006/relationships"><Relationship Id="rId1" Type="http://schemas.openxmlformats.org/officeDocument/2006/relationships/slideMaster" Target="../slideMasters/slideMaster34.xml" /></Relationships>
</file>

<file path=ppt/slideLayouts/_rels/slideLayout406.xml.rels><?xml version="1.0" encoding="UTF-8" standalone="yes"?>
<Relationships xmlns="http://schemas.openxmlformats.org/package/2006/relationships"><Relationship Id="rId1" Type="http://schemas.openxmlformats.org/officeDocument/2006/relationships/slideMaster" Target="../slideMasters/slideMaster34.xml" /></Relationships>
</file>

<file path=ppt/slideLayouts/_rels/slideLayout407.xml.rels><?xml version="1.0" encoding="UTF-8" standalone="yes"?>
<Relationships xmlns="http://schemas.openxmlformats.org/package/2006/relationships"><Relationship Id="rId1" Type="http://schemas.openxmlformats.org/officeDocument/2006/relationships/slideMaster" Target="../slideMasters/slideMaster34.xml" /></Relationships>
</file>

<file path=ppt/slideLayouts/_rels/slideLayout408.xml.rels><?xml version="1.0" encoding="UTF-8" standalone="yes"?>
<Relationships xmlns="http://schemas.openxmlformats.org/package/2006/relationships"><Relationship Id="rId1" Type="http://schemas.openxmlformats.org/officeDocument/2006/relationships/slideMaster" Target="../slideMasters/slideMaster34.xml" /></Relationships>
</file>

<file path=ppt/slideLayouts/_rels/slideLayout409.xml.rels><?xml version="1.0" encoding="UTF-8" standalone="yes"?>
<Relationships xmlns="http://schemas.openxmlformats.org/package/2006/relationships"><Relationship Id="rId1" Type="http://schemas.openxmlformats.org/officeDocument/2006/relationships/slideMaster" Target="../slideMasters/slideMaster34.xml" /></Relationships>
</file>

<file path=ppt/slideLayouts/_rels/slideLayout410.xml.rels><?xml version="1.0" encoding="UTF-8" standalone="yes"?>
<Relationships xmlns="http://schemas.openxmlformats.org/package/2006/relationships"><Relationship Id="rId8" Type="http://schemas.openxmlformats.org/officeDocument/2006/relationships/slide" Target="../slides/slide99.xml" /><Relationship Id="rId3" Type="http://schemas.openxmlformats.org/officeDocument/2006/relationships/slide" Target="../slides/slide94.xml" /><Relationship Id="rId7" Type="http://schemas.openxmlformats.org/officeDocument/2006/relationships/slide" Target="../slides/slide98.xml" /><Relationship Id="rId2" Type="http://schemas.openxmlformats.org/officeDocument/2006/relationships/slide" Target="../slides/slide93.xml" /><Relationship Id="rId1" Type="http://schemas.openxmlformats.org/officeDocument/2006/relationships/slideMaster" Target="../slideMasters/slideMaster34.xml" /><Relationship Id="rId6" Type="http://schemas.openxmlformats.org/officeDocument/2006/relationships/slide" Target="../slides/slide97.xml" /><Relationship Id="rId5" Type="http://schemas.openxmlformats.org/officeDocument/2006/relationships/slide" Target="../slides/slide96.xml" /><Relationship Id="rId4" Type="http://schemas.openxmlformats.org/officeDocument/2006/relationships/slide" Target="../slides/slide95.xml" /></Relationships>
</file>

<file path=ppt/slideLayouts/_rels/slideLayout411.xml.rels><?xml version="1.0" encoding="UTF-8" standalone="yes"?>
<Relationships xmlns="http://schemas.openxmlformats.org/package/2006/relationships"><Relationship Id="rId1" Type="http://schemas.openxmlformats.org/officeDocument/2006/relationships/slideMaster" Target="../slideMasters/slideMaster34.xml" /></Relationships>
</file>

<file path=ppt/slideLayouts/_rels/slideLayout412.xml.rels><?xml version="1.0" encoding="UTF-8" standalone="yes"?>
<Relationships xmlns="http://schemas.openxmlformats.org/package/2006/relationships"><Relationship Id="rId1" Type="http://schemas.openxmlformats.org/officeDocument/2006/relationships/slideMaster" Target="../slideMasters/slideMaster34.xml" /></Relationships>
</file>

<file path=ppt/slideLayouts/_rels/slideLayout413.xml.rels><?xml version="1.0" encoding="UTF-8" standalone="yes"?>
<Relationships xmlns="http://schemas.openxmlformats.org/package/2006/relationships"><Relationship Id="rId1" Type="http://schemas.openxmlformats.org/officeDocument/2006/relationships/slideMaster" Target="../slideMasters/slideMaster34.xml" /></Relationships>
</file>

<file path=ppt/slideLayouts/_rels/slideLayout414.xml.rels><?xml version="1.0" encoding="UTF-8" standalone="yes"?>
<Relationships xmlns="http://schemas.openxmlformats.org/package/2006/relationships"><Relationship Id="rId1" Type="http://schemas.openxmlformats.org/officeDocument/2006/relationships/slideMaster" Target="../slideMasters/slideMaster34.xml" /></Relationships>
</file>

<file path=ppt/slideLayouts/_rels/slideLayout415.xml.rels><?xml version="1.0" encoding="UTF-8" standalone="yes"?>
<Relationships xmlns="http://schemas.openxmlformats.org/package/2006/relationships"><Relationship Id="rId8" Type="http://schemas.openxmlformats.org/officeDocument/2006/relationships/slide" Target="../slides/slide99.xml" /><Relationship Id="rId3" Type="http://schemas.openxmlformats.org/officeDocument/2006/relationships/slide" Target="../slides/slide94.xml" /><Relationship Id="rId7" Type="http://schemas.openxmlformats.org/officeDocument/2006/relationships/slide" Target="../slides/slide98.xml" /><Relationship Id="rId2" Type="http://schemas.openxmlformats.org/officeDocument/2006/relationships/slide" Target="../slides/slide93.xml" /><Relationship Id="rId1" Type="http://schemas.openxmlformats.org/officeDocument/2006/relationships/slideMaster" Target="../slideMasters/slideMaster34.xml" /><Relationship Id="rId6" Type="http://schemas.openxmlformats.org/officeDocument/2006/relationships/slide" Target="../slides/slide97.xml" /><Relationship Id="rId5" Type="http://schemas.openxmlformats.org/officeDocument/2006/relationships/slide" Target="../slides/slide96.xml" /><Relationship Id="rId4" Type="http://schemas.openxmlformats.org/officeDocument/2006/relationships/slide" Target="../slides/slide95.xml" /></Relationships>
</file>

<file path=ppt/slideLayouts/_rels/slideLayout416.xml.rels><?xml version="1.0" encoding="UTF-8" standalone="yes"?>
<Relationships xmlns="http://schemas.openxmlformats.org/package/2006/relationships"><Relationship Id="rId8" Type="http://schemas.openxmlformats.org/officeDocument/2006/relationships/slide" Target="../slides/slide99.xml" /><Relationship Id="rId3" Type="http://schemas.openxmlformats.org/officeDocument/2006/relationships/slide" Target="../slides/slide94.xml" /><Relationship Id="rId7" Type="http://schemas.openxmlformats.org/officeDocument/2006/relationships/slide" Target="../slides/slide98.xml" /><Relationship Id="rId2" Type="http://schemas.openxmlformats.org/officeDocument/2006/relationships/slide" Target="../slides/slide93.xml" /><Relationship Id="rId1" Type="http://schemas.openxmlformats.org/officeDocument/2006/relationships/slideMaster" Target="../slideMasters/slideMaster34.xml" /><Relationship Id="rId6" Type="http://schemas.openxmlformats.org/officeDocument/2006/relationships/slide" Target="../slides/slide97.xml" /><Relationship Id="rId5" Type="http://schemas.openxmlformats.org/officeDocument/2006/relationships/slide" Target="../slides/slide96.xml" /><Relationship Id="rId4" Type="http://schemas.openxmlformats.org/officeDocument/2006/relationships/slide" Target="../slides/slide95.xml" /></Relationships>
</file>

<file path=ppt/slideLayouts/_rels/slideLayout417.xml.rels><?xml version="1.0" encoding="UTF-8" standalone="yes"?>
<Relationships xmlns="http://schemas.openxmlformats.org/package/2006/relationships"><Relationship Id="rId8" Type="http://schemas.openxmlformats.org/officeDocument/2006/relationships/slide" Target="../slides/slide99.xml" /><Relationship Id="rId3" Type="http://schemas.openxmlformats.org/officeDocument/2006/relationships/slide" Target="../slides/slide94.xml" /><Relationship Id="rId7" Type="http://schemas.openxmlformats.org/officeDocument/2006/relationships/slide" Target="../slides/slide98.xml" /><Relationship Id="rId2" Type="http://schemas.openxmlformats.org/officeDocument/2006/relationships/slide" Target="../slides/slide93.xml" /><Relationship Id="rId1" Type="http://schemas.openxmlformats.org/officeDocument/2006/relationships/slideMaster" Target="../slideMasters/slideMaster34.xml" /><Relationship Id="rId6" Type="http://schemas.openxmlformats.org/officeDocument/2006/relationships/slide" Target="../slides/slide97.xml" /><Relationship Id="rId5" Type="http://schemas.openxmlformats.org/officeDocument/2006/relationships/slide" Target="../slides/slide96.xml" /><Relationship Id="rId4" Type="http://schemas.openxmlformats.org/officeDocument/2006/relationships/slide" Target="../slides/slide95.xml" /></Relationships>
</file>

<file path=ppt/slideLayouts/_rels/slideLayout418.xml.rels><?xml version="1.0" encoding="UTF-8" standalone="yes"?>
<Relationships xmlns="http://schemas.openxmlformats.org/package/2006/relationships"><Relationship Id="rId8" Type="http://schemas.openxmlformats.org/officeDocument/2006/relationships/slide" Target="../slides/slide99.xml" /><Relationship Id="rId3" Type="http://schemas.openxmlformats.org/officeDocument/2006/relationships/slide" Target="../slides/slide94.xml" /><Relationship Id="rId7" Type="http://schemas.openxmlformats.org/officeDocument/2006/relationships/slide" Target="../slides/slide98.xml" /><Relationship Id="rId2" Type="http://schemas.openxmlformats.org/officeDocument/2006/relationships/slide" Target="../slides/slide93.xml" /><Relationship Id="rId1" Type="http://schemas.openxmlformats.org/officeDocument/2006/relationships/slideMaster" Target="../slideMasters/slideMaster34.xml" /><Relationship Id="rId6" Type="http://schemas.openxmlformats.org/officeDocument/2006/relationships/slide" Target="../slides/slide97.xml" /><Relationship Id="rId5" Type="http://schemas.openxmlformats.org/officeDocument/2006/relationships/slide" Target="../slides/slide96.xml" /><Relationship Id="rId4" Type="http://schemas.openxmlformats.org/officeDocument/2006/relationships/slide" Target="../slides/slide95.xml" /></Relationships>
</file>

<file path=ppt/slideLayouts/_rels/slideLayout419.xml.rels><?xml version="1.0" encoding="UTF-8" standalone="yes"?>
<Relationships xmlns="http://schemas.openxmlformats.org/package/2006/relationships"><Relationship Id="rId8" Type="http://schemas.openxmlformats.org/officeDocument/2006/relationships/slide" Target="../slides/slide99.xml" /><Relationship Id="rId3" Type="http://schemas.openxmlformats.org/officeDocument/2006/relationships/slide" Target="../slides/slide94.xml" /><Relationship Id="rId7" Type="http://schemas.openxmlformats.org/officeDocument/2006/relationships/slide" Target="../slides/slide98.xml" /><Relationship Id="rId2" Type="http://schemas.openxmlformats.org/officeDocument/2006/relationships/slide" Target="../slides/slide93.xml" /><Relationship Id="rId1" Type="http://schemas.openxmlformats.org/officeDocument/2006/relationships/slideMaster" Target="../slideMasters/slideMaster34.xml" /><Relationship Id="rId6" Type="http://schemas.openxmlformats.org/officeDocument/2006/relationships/slide" Target="../slides/slide97.xml" /><Relationship Id="rId5" Type="http://schemas.openxmlformats.org/officeDocument/2006/relationships/slide" Target="../slides/slide96.xml" /><Relationship Id="rId4" Type="http://schemas.openxmlformats.org/officeDocument/2006/relationships/slide" Target="../slides/slide95.xml" /></Relationships>
</file>

<file path=ppt/slideLayouts/_rels/slideLayout420.xml.rels><?xml version="1.0" encoding="UTF-8" standalone="yes"?>
<Relationships xmlns="http://schemas.openxmlformats.org/package/2006/relationships"><Relationship Id="rId8" Type="http://schemas.openxmlformats.org/officeDocument/2006/relationships/slide" Target="../slides/slide99.xml" /><Relationship Id="rId3" Type="http://schemas.openxmlformats.org/officeDocument/2006/relationships/slide" Target="../slides/slide94.xml" /><Relationship Id="rId7" Type="http://schemas.openxmlformats.org/officeDocument/2006/relationships/slide" Target="../slides/slide98.xml" /><Relationship Id="rId2" Type="http://schemas.openxmlformats.org/officeDocument/2006/relationships/slide" Target="../slides/slide93.xml" /><Relationship Id="rId1" Type="http://schemas.openxmlformats.org/officeDocument/2006/relationships/slideMaster" Target="../slideMasters/slideMaster34.xml" /><Relationship Id="rId6" Type="http://schemas.openxmlformats.org/officeDocument/2006/relationships/slide" Target="../slides/slide97.xml" /><Relationship Id="rId5" Type="http://schemas.openxmlformats.org/officeDocument/2006/relationships/slide" Target="../slides/slide96.xml" /><Relationship Id="rId4" Type="http://schemas.openxmlformats.org/officeDocument/2006/relationships/slide" Target="../slides/slide95.xml" /></Relationships>
</file>

<file path=ppt/slideLayouts/_rels/slideLayout421.xml.rels><?xml version="1.0" encoding="UTF-8" standalone="yes"?>
<Relationships xmlns="http://schemas.openxmlformats.org/package/2006/relationships"><Relationship Id="rId1" Type="http://schemas.openxmlformats.org/officeDocument/2006/relationships/slideMaster" Target="../slideMasters/slideMaster35.xml" /></Relationships>
</file>

<file path=ppt/slideLayouts/_rels/slideLayout422.xml.rels><?xml version="1.0" encoding="UTF-8" standalone="yes"?>
<Relationships xmlns="http://schemas.openxmlformats.org/package/2006/relationships"><Relationship Id="rId1" Type="http://schemas.openxmlformats.org/officeDocument/2006/relationships/slideMaster" Target="../slideMasters/slideMaster35.xml" /></Relationships>
</file>

<file path=ppt/slideLayouts/_rels/slideLayout423.xml.rels><?xml version="1.0" encoding="UTF-8" standalone="yes"?>
<Relationships xmlns="http://schemas.openxmlformats.org/package/2006/relationships"><Relationship Id="rId1" Type="http://schemas.openxmlformats.org/officeDocument/2006/relationships/slideMaster" Target="../slideMasters/slideMaster35.xml" /></Relationships>
</file>

<file path=ppt/slideLayouts/_rels/slideLayout424.xml.rels><?xml version="1.0" encoding="UTF-8" standalone="yes"?>
<Relationships xmlns="http://schemas.openxmlformats.org/package/2006/relationships"><Relationship Id="rId1" Type="http://schemas.openxmlformats.org/officeDocument/2006/relationships/slideMaster" Target="../slideMasters/slideMaster35.xml" /></Relationships>
</file>

<file path=ppt/slideLayouts/_rels/slideLayout425.xml.rels><?xml version="1.0" encoding="UTF-8" standalone="yes"?>
<Relationships xmlns="http://schemas.openxmlformats.org/package/2006/relationships"><Relationship Id="rId1" Type="http://schemas.openxmlformats.org/officeDocument/2006/relationships/slideMaster" Target="../slideMasters/slideMaster35.xml" /></Relationships>
</file>

<file path=ppt/slideLayouts/_rels/slideLayout426.xml.rels><?xml version="1.0" encoding="UTF-8" standalone="yes"?>
<Relationships xmlns="http://schemas.openxmlformats.org/package/2006/relationships"><Relationship Id="rId1" Type="http://schemas.openxmlformats.org/officeDocument/2006/relationships/slideMaster" Target="../slideMasters/slideMaster35.xml" /></Relationships>
</file>

<file path=ppt/slideLayouts/_rels/slideLayout427.xml.rels><?xml version="1.0" encoding="UTF-8" standalone="yes"?>
<Relationships xmlns="http://schemas.openxmlformats.org/package/2006/relationships"><Relationship Id="rId8" Type="http://schemas.openxmlformats.org/officeDocument/2006/relationships/slide" Target="../slides/slide106.xml" /><Relationship Id="rId3" Type="http://schemas.openxmlformats.org/officeDocument/2006/relationships/slide" Target="../slides/slide101.xml" /><Relationship Id="rId7" Type="http://schemas.openxmlformats.org/officeDocument/2006/relationships/slide" Target="../slides/slide105.xml" /><Relationship Id="rId2" Type="http://schemas.openxmlformats.org/officeDocument/2006/relationships/slide" Target="../slides/slide100.xml" /><Relationship Id="rId1" Type="http://schemas.openxmlformats.org/officeDocument/2006/relationships/slideMaster" Target="../slideMasters/slideMaster35.xml" /><Relationship Id="rId6" Type="http://schemas.openxmlformats.org/officeDocument/2006/relationships/slide" Target="../slides/slide104.xml" /><Relationship Id="rId5" Type="http://schemas.openxmlformats.org/officeDocument/2006/relationships/slide" Target="../slides/slide103.xml" /><Relationship Id="rId4" Type="http://schemas.openxmlformats.org/officeDocument/2006/relationships/slide" Target="../slides/slide102.xml" /></Relationships>
</file>

<file path=ppt/slideLayouts/_rels/slideLayout428.xml.rels><?xml version="1.0" encoding="UTF-8" standalone="yes"?>
<Relationships xmlns="http://schemas.openxmlformats.org/package/2006/relationships"><Relationship Id="rId1" Type="http://schemas.openxmlformats.org/officeDocument/2006/relationships/slideMaster" Target="../slideMasters/slideMaster35.xml" /></Relationships>
</file>

<file path=ppt/slideLayouts/_rels/slideLayout429.xml.rels><?xml version="1.0" encoding="UTF-8" standalone="yes"?>
<Relationships xmlns="http://schemas.openxmlformats.org/package/2006/relationships"><Relationship Id="rId1" Type="http://schemas.openxmlformats.org/officeDocument/2006/relationships/slideMaster" Target="../slideMasters/slideMaster35.xml" /></Relationships>
</file>

<file path=ppt/slideLayouts/_rels/slideLayout430.xml.rels><?xml version="1.0" encoding="UTF-8" standalone="yes"?>
<Relationships xmlns="http://schemas.openxmlformats.org/package/2006/relationships"><Relationship Id="rId1" Type="http://schemas.openxmlformats.org/officeDocument/2006/relationships/slideMaster" Target="../slideMasters/slideMaster35.xml" /></Relationships>
</file>

<file path=ppt/slideLayouts/_rels/slideLayout431.xml.rels><?xml version="1.0" encoding="UTF-8" standalone="yes"?>
<Relationships xmlns="http://schemas.openxmlformats.org/package/2006/relationships"><Relationship Id="rId1" Type="http://schemas.openxmlformats.org/officeDocument/2006/relationships/slideMaster" Target="../slideMasters/slideMaster35.xml" /></Relationships>
</file>

<file path=ppt/slideLayouts/_rels/slideLayout432.xml.rels><?xml version="1.0" encoding="UTF-8" standalone="yes"?>
<Relationships xmlns="http://schemas.openxmlformats.org/package/2006/relationships"><Relationship Id="rId8" Type="http://schemas.openxmlformats.org/officeDocument/2006/relationships/slide" Target="../slides/slide106.xml" /><Relationship Id="rId3" Type="http://schemas.openxmlformats.org/officeDocument/2006/relationships/slide" Target="../slides/slide101.xml" /><Relationship Id="rId7" Type="http://schemas.openxmlformats.org/officeDocument/2006/relationships/slide" Target="../slides/slide105.xml" /><Relationship Id="rId2" Type="http://schemas.openxmlformats.org/officeDocument/2006/relationships/slide" Target="../slides/slide100.xml" /><Relationship Id="rId1" Type="http://schemas.openxmlformats.org/officeDocument/2006/relationships/slideMaster" Target="../slideMasters/slideMaster35.xml" /><Relationship Id="rId6" Type="http://schemas.openxmlformats.org/officeDocument/2006/relationships/slide" Target="../slides/slide104.xml" /><Relationship Id="rId5" Type="http://schemas.openxmlformats.org/officeDocument/2006/relationships/slide" Target="../slides/slide103.xml" /><Relationship Id="rId4" Type="http://schemas.openxmlformats.org/officeDocument/2006/relationships/slide" Target="../slides/slide102.xml" /></Relationships>
</file>

<file path=ppt/slideLayouts/_rels/slideLayout433.xml.rels><?xml version="1.0" encoding="UTF-8" standalone="yes"?>
<Relationships xmlns="http://schemas.openxmlformats.org/package/2006/relationships"><Relationship Id="rId8" Type="http://schemas.openxmlformats.org/officeDocument/2006/relationships/slide" Target="../slides/slide106.xml" /><Relationship Id="rId3" Type="http://schemas.openxmlformats.org/officeDocument/2006/relationships/slide" Target="../slides/slide101.xml" /><Relationship Id="rId7" Type="http://schemas.openxmlformats.org/officeDocument/2006/relationships/slide" Target="../slides/slide105.xml" /><Relationship Id="rId2" Type="http://schemas.openxmlformats.org/officeDocument/2006/relationships/slide" Target="../slides/slide100.xml" /><Relationship Id="rId1" Type="http://schemas.openxmlformats.org/officeDocument/2006/relationships/slideMaster" Target="../slideMasters/slideMaster35.xml" /><Relationship Id="rId6" Type="http://schemas.openxmlformats.org/officeDocument/2006/relationships/slide" Target="../slides/slide104.xml" /><Relationship Id="rId5" Type="http://schemas.openxmlformats.org/officeDocument/2006/relationships/slide" Target="../slides/slide103.xml" /><Relationship Id="rId4" Type="http://schemas.openxmlformats.org/officeDocument/2006/relationships/slide" Target="../slides/slide102.xml" /></Relationships>
</file>

<file path=ppt/slideLayouts/_rels/slideLayout434.xml.rels><?xml version="1.0" encoding="UTF-8" standalone="yes"?>
<Relationships xmlns="http://schemas.openxmlformats.org/package/2006/relationships"><Relationship Id="rId8" Type="http://schemas.openxmlformats.org/officeDocument/2006/relationships/slide" Target="../slides/slide106.xml" /><Relationship Id="rId3" Type="http://schemas.openxmlformats.org/officeDocument/2006/relationships/slide" Target="../slides/slide101.xml" /><Relationship Id="rId7" Type="http://schemas.openxmlformats.org/officeDocument/2006/relationships/slide" Target="../slides/slide105.xml" /><Relationship Id="rId2" Type="http://schemas.openxmlformats.org/officeDocument/2006/relationships/slide" Target="../slides/slide100.xml" /><Relationship Id="rId1" Type="http://schemas.openxmlformats.org/officeDocument/2006/relationships/slideMaster" Target="../slideMasters/slideMaster35.xml" /><Relationship Id="rId6" Type="http://schemas.openxmlformats.org/officeDocument/2006/relationships/slide" Target="../slides/slide104.xml" /><Relationship Id="rId5" Type="http://schemas.openxmlformats.org/officeDocument/2006/relationships/slide" Target="../slides/slide103.xml" /><Relationship Id="rId4" Type="http://schemas.openxmlformats.org/officeDocument/2006/relationships/slide" Target="../slides/slide102.xml" /></Relationships>
</file>

<file path=ppt/slideLayouts/_rels/slideLayout435.xml.rels><?xml version="1.0" encoding="UTF-8" standalone="yes"?>
<Relationships xmlns="http://schemas.openxmlformats.org/package/2006/relationships"><Relationship Id="rId8" Type="http://schemas.openxmlformats.org/officeDocument/2006/relationships/slide" Target="../slides/slide106.xml" /><Relationship Id="rId3" Type="http://schemas.openxmlformats.org/officeDocument/2006/relationships/slide" Target="../slides/slide101.xml" /><Relationship Id="rId7" Type="http://schemas.openxmlformats.org/officeDocument/2006/relationships/slide" Target="../slides/slide105.xml" /><Relationship Id="rId2" Type="http://schemas.openxmlformats.org/officeDocument/2006/relationships/slide" Target="../slides/slide100.xml" /><Relationship Id="rId1" Type="http://schemas.openxmlformats.org/officeDocument/2006/relationships/slideMaster" Target="../slideMasters/slideMaster35.xml" /><Relationship Id="rId6" Type="http://schemas.openxmlformats.org/officeDocument/2006/relationships/slide" Target="../slides/slide104.xml" /><Relationship Id="rId5" Type="http://schemas.openxmlformats.org/officeDocument/2006/relationships/slide" Target="../slides/slide103.xml" /><Relationship Id="rId4" Type="http://schemas.openxmlformats.org/officeDocument/2006/relationships/slide" Target="../slides/slide102.xml" /></Relationships>
</file>

<file path=ppt/slideLayouts/_rels/slideLayout436.xml.rels><?xml version="1.0" encoding="UTF-8" standalone="yes"?>
<Relationships xmlns="http://schemas.openxmlformats.org/package/2006/relationships"><Relationship Id="rId8" Type="http://schemas.openxmlformats.org/officeDocument/2006/relationships/slide" Target="../slides/slide106.xml" /><Relationship Id="rId3" Type="http://schemas.openxmlformats.org/officeDocument/2006/relationships/slide" Target="../slides/slide101.xml" /><Relationship Id="rId7" Type="http://schemas.openxmlformats.org/officeDocument/2006/relationships/slide" Target="../slides/slide105.xml" /><Relationship Id="rId2" Type="http://schemas.openxmlformats.org/officeDocument/2006/relationships/slide" Target="../slides/slide100.xml" /><Relationship Id="rId1" Type="http://schemas.openxmlformats.org/officeDocument/2006/relationships/slideMaster" Target="../slideMasters/slideMaster35.xml" /><Relationship Id="rId6" Type="http://schemas.openxmlformats.org/officeDocument/2006/relationships/slide" Target="../slides/slide104.xml" /><Relationship Id="rId5" Type="http://schemas.openxmlformats.org/officeDocument/2006/relationships/slide" Target="../slides/slide103.xml" /><Relationship Id="rId4" Type="http://schemas.openxmlformats.org/officeDocument/2006/relationships/slide" Target="../slides/slide102.xml" /></Relationships>
</file>

<file path=ppt/slideLayouts/_rels/slideLayout437.xml.rels><?xml version="1.0" encoding="UTF-8" standalone="yes"?>
<Relationships xmlns="http://schemas.openxmlformats.org/package/2006/relationships"><Relationship Id="rId8" Type="http://schemas.openxmlformats.org/officeDocument/2006/relationships/slide" Target="../slides/slide106.xml" /><Relationship Id="rId3" Type="http://schemas.openxmlformats.org/officeDocument/2006/relationships/slide" Target="../slides/slide101.xml" /><Relationship Id="rId7" Type="http://schemas.openxmlformats.org/officeDocument/2006/relationships/slide" Target="../slides/slide105.xml" /><Relationship Id="rId2" Type="http://schemas.openxmlformats.org/officeDocument/2006/relationships/slide" Target="../slides/slide100.xml" /><Relationship Id="rId1" Type="http://schemas.openxmlformats.org/officeDocument/2006/relationships/slideMaster" Target="../slideMasters/slideMaster35.xml" /><Relationship Id="rId6" Type="http://schemas.openxmlformats.org/officeDocument/2006/relationships/slide" Target="../slides/slide104.xml" /><Relationship Id="rId5" Type="http://schemas.openxmlformats.org/officeDocument/2006/relationships/slide" Target="../slides/slide103.xml" /><Relationship Id="rId4" Type="http://schemas.openxmlformats.org/officeDocument/2006/relationships/slide" Target="../slides/slide102.xml" /></Relationships>
</file>

<file path=ppt/slideLayouts/_rels/slideLayout438.xml.rels><?xml version="1.0" encoding="UTF-8" standalone="yes"?>
<Relationships xmlns="http://schemas.openxmlformats.org/package/2006/relationships"><Relationship Id="rId1" Type="http://schemas.openxmlformats.org/officeDocument/2006/relationships/slideMaster" Target="../slideMasters/slideMaster36.xml" /></Relationships>
</file>

<file path=ppt/slideLayouts/_rels/slideLayout439.xml.rels><?xml version="1.0" encoding="UTF-8" standalone="yes"?>
<Relationships xmlns="http://schemas.openxmlformats.org/package/2006/relationships"><Relationship Id="rId1" Type="http://schemas.openxmlformats.org/officeDocument/2006/relationships/slideMaster" Target="../slideMasters/slideMaster36.xml" /></Relationships>
</file>

<file path=ppt/slideLayouts/_rels/slideLayout440.xml.rels><?xml version="1.0" encoding="UTF-8" standalone="yes"?>
<Relationships xmlns="http://schemas.openxmlformats.org/package/2006/relationships"><Relationship Id="rId1" Type="http://schemas.openxmlformats.org/officeDocument/2006/relationships/slideMaster" Target="../slideMasters/slideMaster36.xml" /></Relationships>
</file>

<file path=ppt/slideLayouts/_rels/slideLayout441.xml.rels><?xml version="1.0" encoding="UTF-8" standalone="yes"?>
<Relationships xmlns="http://schemas.openxmlformats.org/package/2006/relationships"><Relationship Id="rId1" Type="http://schemas.openxmlformats.org/officeDocument/2006/relationships/slideMaster" Target="../slideMasters/slideMaster36.xml" /></Relationships>
</file>

<file path=ppt/slideLayouts/_rels/slideLayout442.xml.rels><?xml version="1.0" encoding="UTF-8" standalone="yes"?>
<Relationships xmlns="http://schemas.openxmlformats.org/package/2006/relationships"><Relationship Id="rId1" Type="http://schemas.openxmlformats.org/officeDocument/2006/relationships/slideMaster" Target="../slideMasters/slideMaster36.xml" /></Relationships>
</file>

<file path=ppt/slideLayouts/_rels/slideLayout443.xml.rels><?xml version="1.0" encoding="UTF-8" standalone="yes"?>
<Relationships xmlns="http://schemas.openxmlformats.org/package/2006/relationships"><Relationship Id="rId1" Type="http://schemas.openxmlformats.org/officeDocument/2006/relationships/slideMaster" Target="../slideMasters/slideMaster36.xml" /></Relationships>
</file>

<file path=ppt/slideLayouts/_rels/slideLayout444.xml.rels><?xml version="1.0" encoding="UTF-8" standalone="yes"?>
<Relationships xmlns="http://schemas.openxmlformats.org/package/2006/relationships"><Relationship Id="rId8" Type="http://schemas.openxmlformats.org/officeDocument/2006/relationships/slide" Target="../slides/slide116.xml" /><Relationship Id="rId3" Type="http://schemas.openxmlformats.org/officeDocument/2006/relationships/slide" Target="../slides/slide108.xml" /><Relationship Id="rId7" Type="http://schemas.openxmlformats.org/officeDocument/2006/relationships/slide" Target="../slides/slide113.xml" /><Relationship Id="rId2" Type="http://schemas.openxmlformats.org/officeDocument/2006/relationships/slide" Target="../slides/slide107.xml" /><Relationship Id="rId1" Type="http://schemas.openxmlformats.org/officeDocument/2006/relationships/slideMaster" Target="../slideMasters/slideMaster36.xml" /><Relationship Id="rId6" Type="http://schemas.openxmlformats.org/officeDocument/2006/relationships/slide" Target="../slides/slide112.xml" /><Relationship Id="rId5" Type="http://schemas.openxmlformats.org/officeDocument/2006/relationships/slide" Target="../slides/slide111.xml" /><Relationship Id="rId4" Type="http://schemas.openxmlformats.org/officeDocument/2006/relationships/slide" Target="../slides/slide110.xml" /></Relationships>
</file>

<file path=ppt/slideLayouts/_rels/slideLayout445.xml.rels><?xml version="1.0" encoding="UTF-8" standalone="yes"?>
<Relationships xmlns="http://schemas.openxmlformats.org/package/2006/relationships"><Relationship Id="rId1" Type="http://schemas.openxmlformats.org/officeDocument/2006/relationships/slideMaster" Target="../slideMasters/slideMaster36.xml" /></Relationships>
</file>

<file path=ppt/slideLayouts/_rels/slideLayout446.xml.rels><?xml version="1.0" encoding="UTF-8" standalone="yes"?>
<Relationships xmlns="http://schemas.openxmlformats.org/package/2006/relationships"><Relationship Id="rId1" Type="http://schemas.openxmlformats.org/officeDocument/2006/relationships/slideMaster" Target="../slideMasters/slideMaster36.xml" /></Relationships>
</file>

<file path=ppt/slideLayouts/_rels/slideLayout447.xml.rels><?xml version="1.0" encoding="UTF-8" standalone="yes"?>
<Relationships xmlns="http://schemas.openxmlformats.org/package/2006/relationships"><Relationship Id="rId1" Type="http://schemas.openxmlformats.org/officeDocument/2006/relationships/slideMaster" Target="../slideMasters/slideMaster36.xml" /></Relationships>
</file>

<file path=ppt/slideLayouts/_rels/slideLayout448.xml.rels><?xml version="1.0" encoding="UTF-8" standalone="yes"?>
<Relationships xmlns="http://schemas.openxmlformats.org/package/2006/relationships"><Relationship Id="rId1" Type="http://schemas.openxmlformats.org/officeDocument/2006/relationships/slideMaster" Target="../slideMasters/slideMaster36.xml" /></Relationships>
</file>

<file path=ppt/slideLayouts/_rels/slideLayout449.xml.rels><?xml version="1.0" encoding="UTF-8" standalone="yes"?>
<Relationships xmlns="http://schemas.openxmlformats.org/package/2006/relationships"><Relationship Id="rId8" Type="http://schemas.openxmlformats.org/officeDocument/2006/relationships/slide" Target="../slides/slide116.xml" /><Relationship Id="rId3" Type="http://schemas.openxmlformats.org/officeDocument/2006/relationships/slide" Target="../slides/slide108.xml" /><Relationship Id="rId7" Type="http://schemas.openxmlformats.org/officeDocument/2006/relationships/slide" Target="../slides/slide113.xml" /><Relationship Id="rId2" Type="http://schemas.openxmlformats.org/officeDocument/2006/relationships/slide" Target="../slides/slide107.xml" /><Relationship Id="rId1" Type="http://schemas.openxmlformats.org/officeDocument/2006/relationships/slideMaster" Target="../slideMasters/slideMaster36.xml" /><Relationship Id="rId6" Type="http://schemas.openxmlformats.org/officeDocument/2006/relationships/slide" Target="../slides/slide112.xml" /><Relationship Id="rId5" Type="http://schemas.openxmlformats.org/officeDocument/2006/relationships/slide" Target="../slides/slide111.xml" /><Relationship Id="rId4" Type="http://schemas.openxmlformats.org/officeDocument/2006/relationships/slide" Target="../slides/slide110.xml" /></Relationships>
</file>

<file path=ppt/slideLayouts/_rels/slideLayout450.xml.rels><?xml version="1.0" encoding="UTF-8" standalone="yes"?>
<Relationships xmlns="http://schemas.openxmlformats.org/package/2006/relationships"><Relationship Id="rId8" Type="http://schemas.openxmlformats.org/officeDocument/2006/relationships/slide" Target="../slides/slide116.xml" /><Relationship Id="rId3" Type="http://schemas.openxmlformats.org/officeDocument/2006/relationships/slide" Target="../slides/slide108.xml" /><Relationship Id="rId7" Type="http://schemas.openxmlformats.org/officeDocument/2006/relationships/slide" Target="../slides/slide113.xml" /><Relationship Id="rId2" Type="http://schemas.openxmlformats.org/officeDocument/2006/relationships/slide" Target="../slides/slide107.xml" /><Relationship Id="rId1" Type="http://schemas.openxmlformats.org/officeDocument/2006/relationships/slideMaster" Target="../slideMasters/slideMaster36.xml" /><Relationship Id="rId6" Type="http://schemas.openxmlformats.org/officeDocument/2006/relationships/slide" Target="../slides/slide112.xml" /><Relationship Id="rId5" Type="http://schemas.openxmlformats.org/officeDocument/2006/relationships/slide" Target="../slides/slide111.xml" /><Relationship Id="rId4" Type="http://schemas.openxmlformats.org/officeDocument/2006/relationships/slide" Target="../slides/slide110.xml" /></Relationships>
</file>

<file path=ppt/slideLayouts/_rels/slideLayout451.xml.rels><?xml version="1.0" encoding="UTF-8" standalone="yes"?>
<Relationships xmlns="http://schemas.openxmlformats.org/package/2006/relationships"><Relationship Id="rId8" Type="http://schemas.openxmlformats.org/officeDocument/2006/relationships/slide" Target="../slides/slide116.xml" /><Relationship Id="rId3" Type="http://schemas.openxmlformats.org/officeDocument/2006/relationships/slide" Target="../slides/slide108.xml" /><Relationship Id="rId7" Type="http://schemas.openxmlformats.org/officeDocument/2006/relationships/slide" Target="../slides/slide113.xml" /><Relationship Id="rId2" Type="http://schemas.openxmlformats.org/officeDocument/2006/relationships/slide" Target="../slides/slide107.xml" /><Relationship Id="rId1" Type="http://schemas.openxmlformats.org/officeDocument/2006/relationships/slideMaster" Target="../slideMasters/slideMaster36.xml" /><Relationship Id="rId6" Type="http://schemas.openxmlformats.org/officeDocument/2006/relationships/slide" Target="../slides/slide112.xml" /><Relationship Id="rId5" Type="http://schemas.openxmlformats.org/officeDocument/2006/relationships/slide" Target="../slides/slide111.xml" /><Relationship Id="rId4" Type="http://schemas.openxmlformats.org/officeDocument/2006/relationships/slide" Target="../slides/slide110.xml" /></Relationships>
</file>

<file path=ppt/slideLayouts/_rels/slideLayout452.xml.rels><?xml version="1.0" encoding="UTF-8" standalone="yes"?>
<Relationships xmlns="http://schemas.openxmlformats.org/package/2006/relationships"><Relationship Id="rId8" Type="http://schemas.openxmlformats.org/officeDocument/2006/relationships/slide" Target="../slides/slide116.xml" /><Relationship Id="rId3" Type="http://schemas.openxmlformats.org/officeDocument/2006/relationships/slide" Target="../slides/slide108.xml" /><Relationship Id="rId7" Type="http://schemas.openxmlformats.org/officeDocument/2006/relationships/slide" Target="../slides/slide113.xml" /><Relationship Id="rId2" Type="http://schemas.openxmlformats.org/officeDocument/2006/relationships/slide" Target="../slides/slide107.xml" /><Relationship Id="rId1" Type="http://schemas.openxmlformats.org/officeDocument/2006/relationships/slideMaster" Target="../slideMasters/slideMaster36.xml" /><Relationship Id="rId6" Type="http://schemas.openxmlformats.org/officeDocument/2006/relationships/slide" Target="../slides/slide112.xml" /><Relationship Id="rId5" Type="http://schemas.openxmlformats.org/officeDocument/2006/relationships/slide" Target="../slides/slide111.xml" /><Relationship Id="rId4" Type="http://schemas.openxmlformats.org/officeDocument/2006/relationships/slide" Target="../slides/slide110.xml" /></Relationships>
</file>

<file path=ppt/slideLayouts/_rels/slideLayout453.xml.rels><?xml version="1.0" encoding="UTF-8" standalone="yes"?>
<Relationships xmlns="http://schemas.openxmlformats.org/package/2006/relationships"><Relationship Id="rId8" Type="http://schemas.openxmlformats.org/officeDocument/2006/relationships/slide" Target="../slides/slide116.xml" /><Relationship Id="rId3" Type="http://schemas.openxmlformats.org/officeDocument/2006/relationships/slide" Target="../slides/slide108.xml" /><Relationship Id="rId7" Type="http://schemas.openxmlformats.org/officeDocument/2006/relationships/slide" Target="../slides/slide113.xml" /><Relationship Id="rId2" Type="http://schemas.openxmlformats.org/officeDocument/2006/relationships/slide" Target="../slides/slide107.xml" /><Relationship Id="rId1" Type="http://schemas.openxmlformats.org/officeDocument/2006/relationships/slideMaster" Target="../slideMasters/slideMaster36.xml" /><Relationship Id="rId6" Type="http://schemas.openxmlformats.org/officeDocument/2006/relationships/slide" Target="../slides/slide112.xml" /><Relationship Id="rId5" Type="http://schemas.openxmlformats.org/officeDocument/2006/relationships/slide" Target="../slides/slide111.xml" /><Relationship Id="rId4" Type="http://schemas.openxmlformats.org/officeDocument/2006/relationships/slide" Target="../slides/slide110.xml" /></Relationships>
</file>

<file path=ppt/slideLayouts/_rels/slideLayout454.xml.rels><?xml version="1.0" encoding="UTF-8" standalone="yes"?>
<Relationships xmlns="http://schemas.openxmlformats.org/package/2006/relationships"><Relationship Id="rId8" Type="http://schemas.openxmlformats.org/officeDocument/2006/relationships/slide" Target="../slides/slide116.xml" /><Relationship Id="rId3" Type="http://schemas.openxmlformats.org/officeDocument/2006/relationships/slide" Target="../slides/slide108.xml" /><Relationship Id="rId7" Type="http://schemas.openxmlformats.org/officeDocument/2006/relationships/slide" Target="../slides/slide113.xml" /><Relationship Id="rId2" Type="http://schemas.openxmlformats.org/officeDocument/2006/relationships/slide" Target="../slides/slide107.xml" /><Relationship Id="rId1" Type="http://schemas.openxmlformats.org/officeDocument/2006/relationships/slideMaster" Target="../slideMasters/slideMaster36.xml" /><Relationship Id="rId6" Type="http://schemas.openxmlformats.org/officeDocument/2006/relationships/slide" Target="../slides/slide112.xml" /><Relationship Id="rId5" Type="http://schemas.openxmlformats.org/officeDocument/2006/relationships/slide" Target="../slides/slide111.xml" /><Relationship Id="rId4" Type="http://schemas.openxmlformats.org/officeDocument/2006/relationships/slide" Target="../slides/slide110.xml" /></Relationships>
</file>

<file path=ppt/slideLayouts/_rels/slideLayout455.xml.rels><?xml version="1.0" encoding="UTF-8" standalone="yes"?>
<Relationships xmlns="http://schemas.openxmlformats.org/package/2006/relationships"><Relationship Id="rId1" Type="http://schemas.openxmlformats.org/officeDocument/2006/relationships/slideMaster" Target="../slideMasters/slideMaster37.xml" /></Relationships>
</file>

<file path=ppt/slideLayouts/_rels/slideLayout456.xml.rels><?xml version="1.0" encoding="UTF-8" standalone="yes"?>
<Relationships xmlns="http://schemas.openxmlformats.org/package/2006/relationships"><Relationship Id="rId1" Type="http://schemas.openxmlformats.org/officeDocument/2006/relationships/slideMaster" Target="../slideMasters/slideMaster37.xml" /></Relationships>
</file>

<file path=ppt/slideLayouts/_rels/slideLayout457.xml.rels><?xml version="1.0" encoding="UTF-8" standalone="yes"?>
<Relationships xmlns="http://schemas.openxmlformats.org/package/2006/relationships"><Relationship Id="rId1" Type="http://schemas.openxmlformats.org/officeDocument/2006/relationships/slideMaster" Target="../slideMasters/slideMaster37.xml" /></Relationships>
</file>

<file path=ppt/slideLayouts/_rels/slideLayout458.xml.rels><?xml version="1.0" encoding="UTF-8" standalone="yes"?>
<Relationships xmlns="http://schemas.openxmlformats.org/package/2006/relationships"><Relationship Id="rId1" Type="http://schemas.openxmlformats.org/officeDocument/2006/relationships/slideMaster" Target="../slideMasters/slideMaster37.xml" /></Relationships>
</file>

<file path=ppt/slideLayouts/_rels/slideLayout459.xml.rels><?xml version="1.0" encoding="UTF-8" standalone="yes"?>
<Relationships xmlns="http://schemas.openxmlformats.org/package/2006/relationships"><Relationship Id="rId1" Type="http://schemas.openxmlformats.org/officeDocument/2006/relationships/slideMaster" Target="../slideMasters/slideMaster37.xml" /></Relationships>
</file>

<file path=ppt/slideLayouts/_rels/slideLayout460.xml.rels><?xml version="1.0" encoding="UTF-8" standalone="yes"?>
<Relationships xmlns="http://schemas.openxmlformats.org/package/2006/relationships"><Relationship Id="rId1" Type="http://schemas.openxmlformats.org/officeDocument/2006/relationships/slideMaster" Target="../slideMasters/slideMaster37.xml" /></Relationships>
</file>

<file path=ppt/slideLayouts/_rels/slideLayout461.xml.rels><?xml version="1.0" encoding="UTF-8" standalone="yes"?>
<Relationships xmlns="http://schemas.openxmlformats.org/package/2006/relationships"><Relationship Id="rId8" Type="http://schemas.openxmlformats.org/officeDocument/2006/relationships/slide" Target="../slides/slide123.xml" /><Relationship Id="rId3" Type="http://schemas.openxmlformats.org/officeDocument/2006/relationships/slide" Target="../slides/slide118.xml" /><Relationship Id="rId7" Type="http://schemas.openxmlformats.org/officeDocument/2006/relationships/slide" Target="../slides/slide122.xml" /><Relationship Id="rId2" Type="http://schemas.openxmlformats.org/officeDocument/2006/relationships/slide" Target="../slides/slide117.xml" /><Relationship Id="rId1" Type="http://schemas.openxmlformats.org/officeDocument/2006/relationships/slideMaster" Target="../slideMasters/slideMaster37.xml" /><Relationship Id="rId6" Type="http://schemas.openxmlformats.org/officeDocument/2006/relationships/slide" Target="../slides/slide121.xml" /><Relationship Id="rId5" Type="http://schemas.openxmlformats.org/officeDocument/2006/relationships/slide" Target="../slides/slide120.xml" /><Relationship Id="rId4" Type="http://schemas.openxmlformats.org/officeDocument/2006/relationships/slide" Target="../slides/slide119.xml" /></Relationships>
</file>

<file path=ppt/slideLayouts/_rels/slideLayout462.xml.rels><?xml version="1.0" encoding="UTF-8" standalone="yes"?>
<Relationships xmlns="http://schemas.openxmlformats.org/package/2006/relationships"><Relationship Id="rId1" Type="http://schemas.openxmlformats.org/officeDocument/2006/relationships/slideMaster" Target="../slideMasters/slideMaster37.xml" /></Relationships>
</file>

<file path=ppt/slideLayouts/_rels/slideLayout463.xml.rels><?xml version="1.0" encoding="UTF-8" standalone="yes"?>
<Relationships xmlns="http://schemas.openxmlformats.org/package/2006/relationships"><Relationship Id="rId1" Type="http://schemas.openxmlformats.org/officeDocument/2006/relationships/slideMaster" Target="../slideMasters/slideMaster37.xml" /></Relationships>
</file>

<file path=ppt/slideLayouts/_rels/slideLayout464.xml.rels><?xml version="1.0" encoding="UTF-8" standalone="yes"?>
<Relationships xmlns="http://schemas.openxmlformats.org/package/2006/relationships"><Relationship Id="rId1" Type="http://schemas.openxmlformats.org/officeDocument/2006/relationships/slideMaster" Target="../slideMasters/slideMaster37.xml" /></Relationships>
</file>

<file path=ppt/slideLayouts/_rels/slideLayout465.xml.rels><?xml version="1.0" encoding="UTF-8" standalone="yes"?>
<Relationships xmlns="http://schemas.openxmlformats.org/package/2006/relationships"><Relationship Id="rId1" Type="http://schemas.openxmlformats.org/officeDocument/2006/relationships/slideMaster" Target="../slideMasters/slideMaster37.xml" /></Relationships>
</file>

<file path=ppt/slideLayouts/_rels/slideLayout466.xml.rels><?xml version="1.0" encoding="UTF-8" standalone="yes"?>
<Relationships xmlns="http://schemas.openxmlformats.org/package/2006/relationships"><Relationship Id="rId8" Type="http://schemas.openxmlformats.org/officeDocument/2006/relationships/slide" Target="../slides/slide123.xml" /><Relationship Id="rId3" Type="http://schemas.openxmlformats.org/officeDocument/2006/relationships/slide" Target="../slides/slide118.xml" /><Relationship Id="rId7" Type="http://schemas.openxmlformats.org/officeDocument/2006/relationships/slide" Target="../slides/slide122.xml" /><Relationship Id="rId2" Type="http://schemas.openxmlformats.org/officeDocument/2006/relationships/slide" Target="../slides/slide117.xml" /><Relationship Id="rId1" Type="http://schemas.openxmlformats.org/officeDocument/2006/relationships/slideMaster" Target="../slideMasters/slideMaster37.xml" /><Relationship Id="rId6" Type="http://schemas.openxmlformats.org/officeDocument/2006/relationships/slide" Target="../slides/slide121.xml" /><Relationship Id="rId5" Type="http://schemas.openxmlformats.org/officeDocument/2006/relationships/slide" Target="../slides/slide120.xml" /><Relationship Id="rId4" Type="http://schemas.openxmlformats.org/officeDocument/2006/relationships/slide" Target="../slides/slide119.xml" /></Relationships>
</file>

<file path=ppt/slideLayouts/_rels/slideLayout467.xml.rels><?xml version="1.0" encoding="UTF-8" standalone="yes"?>
<Relationships xmlns="http://schemas.openxmlformats.org/package/2006/relationships"><Relationship Id="rId8" Type="http://schemas.openxmlformats.org/officeDocument/2006/relationships/slide" Target="../slides/slide123.xml" /><Relationship Id="rId3" Type="http://schemas.openxmlformats.org/officeDocument/2006/relationships/slide" Target="../slides/slide118.xml" /><Relationship Id="rId7" Type="http://schemas.openxmlformats.org/officeDocument/2006/relationships/slide" Target="../slides/slide122.xml" /><Relationship Id="rId2" Type="http://schemas.openxmlformats.org/officeDocument/2006/relationships/slide" Target="../slides/slide117.xml" /><Relationship Id="rId1" Type="http://schemas.openxmlformats.org/officeDocument/2006/relationships/slideMaster" Target="../slideMasters/slideMaster37.xml" /><Relationship Id="rId6" Type="http://schemas.openxmlformats.org/officeDocument/2006/relationships/slide" Target="../slides/slide121.xml" /><Relationship Id="rId5" Type="http://schemas.openxmlformats.org/officeDocument/2006/relationships/slide" Target="../slides/slide120.xml" /><Relationship Id="rId4" Type="http://schemas.openxmlformats.org/officeDocument/2006/relationships/slide" Target="../slides/slide119.xml" /></Relationships>
</file>

<file path=ppt/slideLayouts/_rels/slideLayout468.xml.rels><?xml version="1.0" encoding="UTF-8" standalone="yes"?>
<Relationships xmlns="http://schemas.openxmlformats.org/package/2006/relationships"><Relationship Id="rId8" Type="http://schemas.openxmlformats.org/officeDocument/2006/relationships/slide" Target="../slides/slide123.xml" /><Relationship Id="rId3" Type="http://schemas.openxmlformats.org/officeDocument/2006/relationships/slide" Target="../slides/slide118.xml" /><Relationship Id="rId7" Type="http://schemas.openxmlformats.org/officeDocument/2006/relationships/slide" Target="../slides/slide122.xml" /><Relationship Id="rId2" Type="http://schemas.openxmlformats.org/officeDocument/2006/relationships/slide" Target="../slides/slide117.xml" /><Relationship Id="rId1" Type="http://schemas.openxmlformats.org/officeDocument/2006/relationships/slideMaster" Target="../slideMasters/slideMaster37.xml" /><Relationship Id="rId6" Type="http://schemas.openxmlformats.org/officeDocument/2006/relationships/slide" Target="../slides/slide121.xml" /><Relationship Id="rId5" Type="http://schemas.openxmlformats.org/officeDocument/2006/relationships/slide" Target="../slides/slide120.xml" /><Relationship Id="rId4" Type="http://schemas.openxmlformats.org/officeDocument/2006/relationships/slide" Target="../slides/slide119.xml" /></Relationships>
</file>

<file path=ppt/slideLayouts/_rels/slideLayout469.xml.rels><?xml version="1.0" encoding="UTF-8" standalone="yes"?>
<Relationships xmlns="http://schemas.openxmlformats.org/package/2006/relationships"><Relationship Id="rId8" Type="http://schemas.openxmlformats.org/officeDocument/2006/relationships/slide" Target="../slides/slide123.xml" /><Relationship Id="rId3" Type="http://schemas.openxmlformats.org/officeDocument/2006/relationships/slide" Target="../slides/slide118.xml" /><Relationship Id="rId7" Type="http://schemas.openxmlformats.org/officeDocument/2006/relationships/slide" Target="../slides/slide122.xml" /><Relationship Id="rId2" Type="http://schemas.openxmlformats.org/officeDocument/2006/relationships/slide" Target="../slides/slide117.xml" /><Relationship Id="rId1" Type="http://schemas.openxmlformats.org/officeDocument/2006/relationships/slideMaster" Target="../slideMasters/slideMaster37.xml" /><Relationship Id="rId6" Type="http://schemas.openxmlformats.org/officeDocument/2006/relationships/slide" Target="../slides/slide121.xml" /><Relationship Id="rId5" Type="http://schemas.openxmlformats.org/officeDocument/2006/relationships/slide" Target="../slides/slide120.xml" /><Relationship Id="rId4" Type="http://schemas.openxmlformats.org/officeDocument/2006/relationships/slide" Target="../slides/slide119.xml" /></Relationships>
</file>

<file path=ppt/slideLayouts/_rels/slideLayout470.xml.rels><?xml version="1.0" encoding="UTF-8" standalone="yes"?>
<Relationships xmlns="http://schemas.openxmlformats.org/package/2006/relationships"><Relationship Id="rId8" Type="http://schemas.openxmlformats.org/officeDocument/2006/relationships/slide" Target="../slides/slide123.xml" /><Relationship Id="rId3" Type="http://schemas.openxmlformats.org/officeDocument/2006/relationships/slide" Target="../slides/slide118.xml" /><Relationship Id="rId7" Type="http://schemas.openxmlformats.org/officeDocument/2006/relationships/slide" Target="../slides/slide122.xml" /><Relationship Id="rId2" Type="http://schemas.openxmlformats.org/officeDocument/2006/relationships/slide" Target="../slides/slide117.xml" /><Relationship Id="rId1" Type="http://schemas.openxmlformats.org/officeDocument/2006/relationships/slideMaster" Target="../slideMasters/slideMaster37.xml" /><Relationship Id="rId6" Type="http://schemas.openxmlformats.org/officeDocument/2006/relationships/slide" Target="../slides/slide121.xml" /><Relationship Id="rId5" Type="http://schemas.openxmlformats.org/officeDocument/2006/relationships/slide" Target="../slides/slide120.xml" /><Relationship Id="rId4" Type="http://schemas.openxmlformats.org/officeDocument/2006/relationships/slide" Target="../slides/slide119.xml" /></Relationships>
</file>

<file path=ppt/slideLayouts/_rels/slideLayout471.xml.rels><?xml version="1.0" encoding="UTF-8" standalone="yes"?>
<Relationships xmlns="http://schemas.openxmlformats.org/package/2006/relationships"><Relationship Id="rId8" Type="http://schemas.openxmlformats.org/officeDocument/2006/relationships/slide" Target="../slides/slide123.xml" /><Relationship Id="rId3" Type="http://schemas.openxmlformats.org/officeDocument/2006/relationships/slide" Target="../slides/slide118.xml" /><Relationship Id="rId7" Type="http://schemas.openxmlformats.org/officeDocument/2006/relationships/slide" Target="../slides/slide122.xml" /><Relationship Id="rId2" Type="http://schemas.openxmlformats.org/officeDocument/2006/relationships/slide" Target="../slides/slide117.xml" /><Relationship Id="rId1" Type="http://schemas.openxmlformats.org/officeDocument/2006/relationships/slideMaster" Target="../slideMasters/slideMaster37.xml" /><Relationship Id="rId6" Type="http://schemas.openxmlformats.org/officeDocument/2006/relationships/slide" Target="../slides/slide121.xml" /><Relationship Id="rId5" Type="http://schemas.openxmlformats.org/officeDocument/2006/relationships/slide" Target="../slides/slide120.xml" /><Relationship Id="rId4" Type="http://schemas.openxmlformats.org/officeDocument/2006/relationships/slide" Target="../slides/slide119.xml" /></Relationships>
</file>

<file path=ppt/slideLayouts/_rels/slideLayout472.xml.rels><?xml version="1.0" encoding="UTF-8" standalone="yes"?>
<Relationships xmlns="http://schemas.openxmlformats.org/package/2006/relationships"><Relationship Id="rId1" Type="http://schemas.openxmlformats.org/officeDocument/2006/relationships/slideMaster" Target="../slideMasters/slideMaster38.xml" /></Relationships>
</file>

<file path=ppt/slideLayouts/_rels/slideLayout473.xml.rels><?xml version="1.0" encoding="UTF-8" standalone="yes"?>
<Relationships xmlns="http://schemas.openxmlformats.org/package/2006/relationships"><Relationship Id="rId1" Type="http://schemas.openxmlformats.org/officeDocument/2006/relationships/slideMaster" Target="../slideMasters/slideMaster38.xml" /></Relationships>
</file>

<file path=ppt/slideLayouts/_rels/slideLayout474.xml.rels><?xml version="1.0" encoding="UTF-8" standalone="yes"?>
<Relationships xmlns="http://schemas.openxmlformats.org/package/2006/relationships"><Relationship Id="rId1" Type="http://schemas.openxmlformats.org/officeDocument/2006/relationships/slideMaster" Target="../slideMasters/slideMaster38.xml" /></Relationships>
</file>

<file path=ppt/slideLayouts/_rels/slideLayout475.xml.rels><?xml version="1.0" encoding="UTF-8" standalone="yes"?>
<Relationships xmlns="http://schemas.openxmlformats.org/package/2006/relationships"><Relationship Id="rId1" Type="http://schemas.openxmlformats.org/officeDocument/2006/relationships/slideMaster" Target="../slideMasters/slideMaster38.xml" /></Relationships>
</file>

<file path=ppt/slideLayouts/_rels/slideLayout476.xml.rels><?xml version="1.0" encoding="UTF-8" standalone="yes"?>
<Relationships xmlns="http://schemas.openxmlformats.org/package/2006/relationships"><Relationship Id="rId1" Type="http://schemas.openxmlformats.org/officeDocument/2006/relationships/slideMaster" Target="../slideMasters/slideMaster38.xml" /></Relationships>
</file>

<file path=ppt/slideLayouts/_rels/slideLayout477.xml.rels><?xml version="1.0" encoding="UTF-8" standalone="yes"?>
<Relationships xmlns="http://schemas.openxmlformats.org/package/2006/relationships"><Relationship Id="rId1" Type="http://schemas.openxmlformats.org/officeDocument/2006/relationships/slideMaster" Target="../slideMasters/slideMaster38.xml" /></Relationships>
</file>

<file path=ppt/slideLayouts/_rels/slideLayout478.xml.rels><?xml version="1.0" encoding="UTF-8" standalone="yes"?>
<Relationships xmlns="http://schemas.openxmlformats.org/package/2006/relationships"><Relationship Id="rId8" Type="http://schemas.openxmlformats.org/officeDocument/2006/relationships/slide" Target="../slides/slide130.xml" /><Relationship Id="rId3" Type="http://schemas.openxmlformats.org/officeDocument/2006/relationships/slide" Target="../slides/slide125.xml" /><Relationship Id="rId7" Type="http://schemas.openxmlformats.org/officeDocument/2006/relationships/slide" Target="../slides/slide129.xml" /><Relationship Id="rId2" Type="http://schemas.openxmlformats.org/officeDocument/2006/relationships/slide" Target="../slides/slide124.xml" /><Relationship Id="rId1" Type="http://schemas.openxmlformats.org/officeDocument/2006/relationships/slideMaster" Target="../slideMasters/slideMaster38.xml" /><Relationship Id="rId6" Type="http://schemas.openxmlformats.org/officeDocument/2006/relationships/slide" Target="../slides/slide128.xml" /><Relationship Id="rId5" Type="http://schemas.openxmlformats.org/officeDocument/2006/relationships/slide" Target="../slides/slide127.xml" /><Relationship Id="rId4" Type="http://schemas.openxmlformats.org/officeDocument/2006/relationships/slide" Target="../slides/slide126.xml" /></Relationships>
</file>

<file path=ppt/slideLayouts/_rels/slideLayout479.xml.rels><?xml version="1.0" encoding="UTF-8" standalone="yes"?>
<Relationships xmlns="http://schemas.openxmlformats.org/package/2006/relationships"><Relationship Id="rId1" Type="http://schemas.openxmlformats.org/officeDocument/2006/relationships/slideMaster" Target="../slideMasters/slideMaster38.xml" /></Relationships>
</file>

<file path=ppt/slideLayouts/_rels/slideLayout480.xml.rels><?xml version="1.0" encoding="UTF-8" standalone="yes"?>
<Relationships xmlns="http://schemas.openxmlformats.org/package/2006/relationships"><Relationship Id="rId1" Type="http://schemas.openxmlformats.org/officeDocument/2006/relationships/slideMaster" Target="../slideMasters/slideMaster38.xml" /></Relationships>
</file>

<file path=ppt/slideLayouts/_rels/slideLayout481.xml.rels><?xml version="1.0" encoding="UTF-8" standalone="yes"?>
<Relationships xmlns="http://schemas.openxmlformats.org/package/2006/relationships"><Relationship Id="rId1" Type="http://schemas.openxmlformats.org/officeDocument/2006/relationships/slideMaster" Target="../slideMasters/slideMaster38.xml" /></Relationships>
</file>

<file path=ppt/slideLayouts/_rels/slideLayout482.xml.rels><?xml version="1.0" encoding="UTF-8" standalone="yes"?>
<Relationships xmlns="http://schemas.openxmlformats.org/package/2006/relationships"><Relationship Id="rId1" Type="http://schemas.openxmlformats.org/officeDocument/2006/relationships/slideMaster" Target="../slideMasters/slideMaster38.xml" /></Relationships>
</file>

<file path=ppt/slideLayouts/_rels/slideLayout483.xml.rels><?xml version="1.0" encoding="UTF-8" standalone="yes"?>
<Relationships xmlns="http://schemas.openxmlformats.org/package/2006/relationships"><Relationship Id="rId8" Type="http://schemas.openxmlformats.org/officeDocument/2006/relationships/slide" Target="../slides/slide130.xml" /><Relationship Id="rId3" Type="http://schemas.openxmlformats.org/officeDocument/2006/relationships/slide" Target="../slides/slide125.xml" /><Relationship Id="rId7" Type="http://schemas.openxmlformats.org/officeDocument/2006/relationships/slide" Target="../slides/slide129.xml" /><Relationship Id="rId2" Type="http://schemas.openxmlformats.org/officeDocument/2006/relationships/slide" Target="../slides/slide124.xml" /><Relationship Id="rId1" Type="http://schemas.openxmlformats.org/officeDocument/2006/relationships/slideMaster" Target="../slideMasters/slideMaster38.xml" /><Relationship Id="rId6" Type="http://schemas.openxmlformats.org/officeDocument/2006/relationships/slide" Target="../slides/slide128.xml" /><Relationship Id="rId5" Type="http://schemas.openxmlformats.org/officeDocument/2006/relationships/slide" Target="../slides/slide127.xml" /><Relationship Id="rId4" Type="http://schemas.openxmlformats.org/officeDocument/2006/relationships/slide" Target="../slides/slide126.xml" /></Relationships>
</file>

<file path=ppt/slideLayouts/_rels/slideLayout484.xml.rels><?xml version="1.0" encoding="UTF-8" standalone="yes"?>
<Relationships xmlns="http://schemas.openxmlformats.org/package/2006/relationships"><Relationship Id="rId8" Type="http://schemas.openxmlformats.org/officeDocument/2006/relationships/slide" Target="../slides/slide130.xml" /><Relationship Id="rId3" Type="http://schemas.openxmlformats.org/officeDocument/2006/relationships/slide" Target="../slides/slide125.xml" /><Relationship Id="rId7" Type="http://schemas.openxmlformats.org/officeDocument/2006/relationships/slide" Target="../slides/slide129.xml" /><Relationship Id="rId2" Type="http://schemas.openxmlformats.org/officeDocument/2006/relationships/slide" Target="../slides/slide124.xml" /><Relationship Id="rId1" Type="http://schemas.openxmlformats.org/officeDocument/2006/relationships/slideMaster" Target="../slideMasters/slideMaster38.xml" /><Relationship Id="rId6" Type="http://schemas.openxmlformats.org/officeDocument/2006/relationships/slide" Target="../slides/slide128.xml" /><Relationship Id="rId5" Type="http://schemas.openxmlformats.org/officeDocument/2006/relationships/slide" Target="../slides/slide127.xml" /><Relationship Id="rId4" Type="http://schemas.openxmlformats.org/officeDocument/2006/relationships/slide" Target="../slides/slide126.xml" /></Relationships>
</file>

<file path=ppt/slideLayouts/_rels/slideLayout485.xml.rels><?xml version="1.0" encoding="UTF-8" standalone="yes"?>
<Relationships xmlns="http://schemas.openxmlformats.org/package/2006/relationships"><Relationship Id="rId8" Type="http://schemas.openxmlformats.org/officeDocument/2006/relationships/slide" Target="../slides/slide130.xml" /><Relationship Id="rId3" Type="http://schemas.openxmlformats.org/officeDocument/2006/relationships/slide" Target="../slides/slide125.xml" /><Relationship Id="rId7" Type="http://schemas.openxmlformats.org/officeDocument/2006/relationships/slide" Target="../slides/slide129.xml" /><Relationship Id="rId2" Type="http://schemas.openxmlformats.org/officeDocument/2006/relationships/slide" Target="../slides/slide124.xml" /><Relationship Id="rId1" Type="http://schemas.openxmlformats.org/officeDocument/2006/relationships/slideMaster" Target="../slideMasters/slideMaster38.xml" /><Relationship Id="rId6" Type="http://schemas.openxmlformats.org/officeDocument/2006/relationships/slide" Target="../slides/slide128.xml" /><Relationship Id="rId5" Type="http://schemas.openxmlformats.org/officeDocument/2006/relationships/slide" Target="../slides/slide127.xml" /><Relationship Id="rId4" Type="http://schemas.openxmlformats.org/officeDocument/2006/relationships/slide" Target="../slides/slide126.xml" /></Relationships>
</file>

<file path=ppt/slideLayouts/_rels/slideLayout486.xml.rels><?xml version="1.0" encoding="UTF-8" standalone="yes"?>
<Relationships xmlns="http://schemas.openxmlformats.org/package/2006/relationships"><Relationship Id="rId8" Type="http://schemas.openxmlformats.org/officeDocument/2006/relationships/slide" Target="../slides/slide130.xml" /><Relationship Id="rId3" Type="http://schemas.openxmlformats.org/officeDocument/2006/relationships/slide" Target="../slides/slide125.xml" /><Relationship Id="rId7" Type="http://schemas.openxmlformats.org/officeDocument/2006/relationships/slide" Target="../slides/slide129.xml" /><Relationship Id="rId2" Type="http://schemas.openxmlformats.org/officeDocument/2006/relationships/slide" Target="../slides/slide124.xml" /><Relationship Id="rId1" Type="http://schemas.openxmlformats.org/officeDocument/2006/relationships/slideMaster" Target="../slideMasters/slideMaster38.xml" /><Relationship Id="rId6" Type="http://schemas.openxmlformats.org/officeDocument/2006/relationships/slide" Target="../slides/slide128.xml" /><Relationship Id="rId5" Type="http://schemas.openxmlformats.org/officeDocument/2006/relationships/slide" Target="../slides/slide127.xml" /><Relationship Id="rId4" Type="http://schemas.openxmlformats.org/officeDocument/2006/relationships/slide" Target="../slides/slide126.xml" /></Relationships>
</file>

<file path=ppt/slideLayouts/_rels/slideLayout487.xml.rels><?xml version="1.0" encoding="UTF-8" standalone="yes"?>
<Relationships xmlns="http://schemas.openxmlformats.org/package/2006/relationships"><Relationship Id="rId8" Type="http://schemas.openxmlformats.org/officeDocument/2006/relationships/slide" Target="../slides/slide130.xml" /><Relationship Id="rId3" Type="http://schemas.openxmlformats.org/officeDocument/2006/relationships/slide" Target="../slides/slide125.xml" /><Relationship Id="rId7" Type="http://schemas.openxmlformats.org/officeDocument/2006/relationships/slide" Target="../slides/slide129.xml" /><Relationship Id="rId2" Type="http://schemas.openxmlformats.org/officeDocument/2006/relationships/slide" Target="../slides/slide124.xml" /><Relationship Id="rId1" Type="http://schemas.openxmlformats.org/officeDocument/2006/relationships/slideMaster" Target="../slideMasters/slideMaster38.xml" /><Relationship Id="rId6" Type="http://schemas.openxmlformats.org/officeDocument/2006/relationships/slide" Target="../slides/slide128.xml" /><Relationship Id="rId5" Type="http://schemas.openxmlformats.org/officeDocument/2006/relationships/slide" Target="../slides/slide127.xml" /><Relationship Id="rId4" Type="http://schemas.openxmlformats.org/officeDocument/2006/relationships/slide" Target="../slides/slide126.xml" /></Relationships>
</file>

<file path=ppt/slideLayouts/_rels/slideLayout488.xml.rels><?xml version="1.0" encoding="UTF-8" standalone="yes"?>
<Relationships xmlns="http://schemas.openxmlformats.org/package/2006/relationships"><Relationship Id="rId8" Type="http://schemas.openxmlformats.org/officeDocument/2006/relationships/slide" Target="../slides/slide130.xml" /><Relationship Id="rId3" Type="http://schemas.openxmlformats.org/officeDocument/2006/relationships/slide" Target="../slides/slide125.xml" /><Relationship Id="rId7" Type="http://schemas.openxmlformats.org/officeDocument/2006/relationships/slide" Target="../slides/slide129.xml" /><Relationship Id="rId2" Type="http://schemas.openxmlformats.org/officeDocument/2006/relationships/slide" Target="../slides/slide124.xml" /><Relationship Id="rId1" Type="http://schemas.openxmlformats.org/officeDocument/2006/relationships/slideMaster" Target="../slideMasters/slideMaster38.xml" /><Relationship Id="rId6" Type="http://schemas.openxmlformats.org/officeDocument/2006/relationships/slide" Target="../slides/slide128.xml" /><Relationship Id="rId5" Type="http://schemas.openxmlformats.org/officeDocument/2006/relationships/slide" Target="../slides/slide127.xml" /><Relationship Id="rId4" Type="http://schemas.openxmlformats.org/officeDocument/2006/relationships/slide" Target="../slides/slide126.xml" /></Relationships>
</file>

<file path=ppt/slideLayouts/_rels/slideLayout489.xml.rels><?xml version="1.0" encoding="UTF-8" standalone="yes"?>
<Relationships xmlns="http://schemas.openxmlformats.org/package/2006/relationships"><Relationship Id="rId1" Type="http://schemas.openxmlformats.org/officeDocument/2006/relationships/slideMaster" Target="../slideMasters/slideMaster39.xml" /></Relationships>
</file>

<file path=ppt/slideLayouts/_rels/slideLayout490.xml.rels><?xml version="1.0" encoding="UTF-8" standalone="yes"?>
<Relationships xmlns="http://schemas.openxmlformats.org/package/2006/relationships"><Relationship Id="rId1" Type="http://schemas.openxmlformats.org/officeDocument/2006/relationships/slideMaster" Target="../slideMasters/slideMaster39.xml" /></Relationships>
</file>

<file path=ppt/slideLayouts/_rels/slideLayout491.xml.rels><?xml version="1.0" encoding="UTF-8" standalone="yes"?>
<Relationships xmlns="http://schemas.openxmlformats.org/package/2006/relationships"><Relationship Id="rId1" Type="http://schemas.openxmlformats.org/officeDocument/2006/relationships/slideMaster" Target="../slideMasters/slideMaster39.xml" /></Relationships>
</file>

<file path=ppt/slideLayouts/_rels/slideLayout492.xml.rels><?xml version="1.0" encoding="UTF-8" standalone="yes"?>
<Relationships xmlns="http://schemas.openxmlformats.org/package/2006/relationships"><Relationship Id="rId1" Type="http://schemas.openxmlformats.org/officeDocument/2006/relationships/slideMaster" Target="../slideMasters/slideMaster39.xml" /></Relationships>
</file>

<file path=ppt/slideLayouts/_rels/slideLayout493.xml.rels><?xml version="1.0" encoding="UTF-8" standalone="yes"?>
<Relationships xmlns="http://schemas.openxmlformats.org/package/2006/relationships"><Relationship Id="rId1" Type="http://schemas.openxmlformats.org/officeDocument/2006/relationships/slideMaster" Target="../slideMasters/slideMaster39.xml" /></Relationships>
</file>

<file path=ppt/slideLayouts/_rels/slideLayout494.xml.rels><?xml version="1.0" encoding="UTF-8" standalone="yes"?>
<Relationships xmlns="http://schemas.openxmlformats.org/package/2006/relationships"><Relationship Id="rId1" Type="http://schemas.openxmlformats.org/officeDocument/2006/relationships/slideMaster" Target="../slideMasters/slideMaster39.xml" /></Relationships>
</file>

<file path=ppt/slideLayouts/_rels/slideLayout495.xml.rels><?xml version="1.0" encoding="UTF-8" standalone="yes"?>
<Relationships xmlns="http://schemas.openxmlformats.org/package/2006/relationships"><Relationship Id="rId8" Type="http://schemas.openxmlformats.org/officeDocument/2006/relationships/slide" Target="../slides/slide137.xml" /><Relationship Id="rId3" Type="http://schemas.openxmlformats.org/officeDocument/2006/relationships/slide" Target="../slides/slide132.xml" /><Relationship Id="rId7" Type="http://schemas.openxmlformats.org/officeDocument/2006/relationships/slide" Target="../slides/slide136.xml" /><Relationship Id="rId2" Type="http://schemas.openxmlformats.org/officeDocument/2006/relationships/slide" Target="../slides/slide131.xml" /><Relationship Id="rId1" Type="http://schemas.openxmlformats.org/officeDocument/2006/relationships/slideMaster" Target="../slideMasters/slideMaster39.xml" /><Relationship Id="rId6" Type="http://schemas.openxmlformats.org/officeDocument/2006/relationships/slide" Target="../slides/slide135.xml" /><Relationship Id="rId5" Type="http://schemas.openxmlformats.org/officeDocument/2006/relationships/slide" Target="../slides/slide134.xml" /><Relationship Id="rId4" Type="http://schemas.openxmlformats.org/officeDocument/2006/relationships/slide" Target="../slides/slide133.xml" /></Relationships>
</file>

<file path=ppt/slideLayouts/_rels/slideLayout496.xml.rels><?xml version="1.0" encoding="UTF-8" standalone="yes"?>
<Relationships xmlns="http://schemas.openxmlformats.org/package/2006/relationships"><Relationship Id="rId1" Type="http://schemas.openxmlformats.org/officeDocument/2006/relationships/slideMaster" Target="../slideMasters/slideMaster39.xml" /></Relationships>
</file>

<file path=ppt/slideLayouts/_rels/slideLayout497.xml.rels><?xml version="1.0" encoding="UTF-8" standalone="yes"?>
<Relationships xmlns="http://schemas.openxmlformats.org/package/2006/relationships"><Relationship Id="rId1" Type="http://schemas.openxmlformats.org/officeDocument/2006/relationships/slideMaster" Target="../slideMasters/slideMaster39.xml" /></Relationships>
</file>

<file path=ppt/slideLayouts/_rels/slideLayout498.xml.rels><?xml version="1.0" encoding="UTF-8" standalone="yes"?>
<Relationships xmlns="http://schemas.openxmlformats.org/package/2006/relationships"><Relationship Id="rId1" Type="http://schemas.openxmlformats.org/officeDocument/2006/relationships/slideMaster" Target="../slideMasters/slideMaster39.xml" /></Relationships>
</file>

<file path=ppt/slideLayouts/_rels/slideLayout499.xml.rels><?xml version="1.0" encoding="UTF-8" standalone="yes"?>
<Relationships xmlns="http://schemas.openxmlformats.org/package/2006/relationships"><Relationship Id="rId1" Type="http://schemas.openxmlformats.org/officeDocument/2006/relationships/slideMaster" Target="../slideMasters/slideMaster39.xml" /></Relationships>
</file>

<file path=ppt/slideLayouts/_rels/slideLayout500.xml.rels><?xml version="1.0" encoding="UTF-8" standalone="yes"?>
<Relationships xmlns="http://schemas.openxmlformats.org/package/2006/relationships"><Relationship Id="rId8" Type="http://schemas.openxmlformats.org/officeDocument/2006/relationships/slide" Target="../slides/slide137.xml" /><Relationship Id="rId3" Type="http://schemas.openxmlformats.org/officeDocument/2006/relationships/slide" Target="../slides/slide132.xml" /><Relationship Id="rId7" Type="http://schemas.openxmlformats.org/officeDocument/2006/relationships/slide" Target="../slides/slide136.xml" /><Relationship Id="rId2" Type="http://schemas.openxmlformats.org/officeDocument/2006/relationships/slide" Target="../slides/slide131.xml" /><Relationship Id="rId1" Type="http://schemas.openxmlformats.org/officeDocument/2006/relationships/slideMaster" Target="../slideMasters/slideMaster39.xml" /><Relationship Id="rId6" Type="http://schemas.openxmlformats.org/officeDocument/2006/relationships/slide" Target="../slides/slide135.xml" /><Relationship Id="rId5" Type="http://schemas.openxmlformats.org/officeDocument/2006/relationships/slide" Target="../slides/slide134.xml" /><Relationship Id="rId4" Type="http://schemas.openxmlformats.org/officeDocument/2006/relationships/slide" Target="../slides/slide133.xml" /></Relationships>
</file>

<file path=ppt/slideLayouts/_rels/slideLayout501.xml.rels><?xml version="1.0" encoding="UTF-8" standalone="yes"?>
<Relationships xmlns="http://schemas.openxmlformats.org/package/2006/relationships"><Relationship Id="rId8" Type="http://schemas.openxmlformats.org/officeDocument/2006/relationships/slide" Target="../slides/slide137.xml" /><Relationship Id="rId3" Type="http://schemas.openxmlformats.org/officeDocument/2006/relationships/slide" Target="../slides/slide132.xml" /><Relationship Id="rId7" Type="http://schemas.openxmlformats.org/officeDocument/2006/relationships/slide" Target="../slides/slide136.xml" /><Relationship Id="rId2" Type="http://schemas.openxmlformats.org/officeDocument/2006/relationships/slide" Target="../slides/slide131.xml" /><Relationship Id="rId1" Type="http://schemas.openxmlformats.org/officeDocument/2006/relationships/slideMaster" Target="../slideMasters/slideMaster39.xml" /><Relationship Id="rId6" Type="http://schemas.openxmlformats.org/officeDocument/2006/relationships/slide" Target="../slides/slide135.xml" /><Relationship Id="rId5" Type="http://schemas.openxmlformats.org/officeDocument/2006/relationships/slide" Target="../slides/slide134.xml" /><Relationship Id="rId4" Type="http://schemas.openxmlformats.org/officeDocument/2006/relationships/slide" Target="../slides/slide133.xml" /></Relationships>
</file>

<file path=ppt/slideLayouts/_rels/slideLayout502.xml.rels><?xml version="1.0" encoding="UTF-8" standalone="yes"?>
<Relationships xmlns="http://schemas.openxmlformats.org/package/2006/relationships"><Relationship Id="rId8" Type="http://schemas.openxmlformats.org/officeDocument/2006/relationships/slide" Target="../slides/slide137.xml" /><Relationship Id="rId3" Type="http://schemas.openxmlformats.org/officeDocument/2006/relationships/slide" Target="../slides/slide132.xml" /><Relationship Id="rId7" Type="http://schemas.openxmlformats.org/officeDocument/2006/relationships/slide" Target="../slides/slide136.xml" /><Relationship Id="rId2" Type="http://schemas.openxmlformats.org/officeDocument/2006/relationships/slide" Target="../slides/slide131.xml" /><Relationship Id="rId1" Type="http://schemas.openxmlformats.org/officeDocument/2006/relationships/slideMaster" Target="../slideMasters/slideMaster39.xml" /><Relationship Id="rId6" Type="http://schemas.openxmlformats.org/officeDocument/2006/relationships/slide" Target="../slides/slide135.xml" /><Relationship Id="rId5" Type="http://schemas.openxmlformats.org/officeDocument/2006/relationships/slide" Target="../slides/slide134.xml" /><Relationship Id="rId4" Type="http://schemas.openxmlformats.org/officeDocument/2006/relationships/slide" Target="../slides/slide133.xml" /></Relationships>
</file>

<file path=ppt/slideLayouts/_rels/slideLayout503.xml.rels><?xml version="1.0" encoding="UTF-8" standalone="yes"?>
<Relationships xmlns="http://schemas.openxmlformats.org/package/2006/relationships"><Relationship Id="rId8" Type="http://schemas.openxmlformats.org/officeDocument/2006/relationships/slide" Target="../slides/slide137.xml" /><Relationship Id="rId3" Type="http://schemas.openxmlformats.org/officeDocument/2006/relationships/slide" Target="../slides/slide132.xml" /><Relationship Id="rId7" Type="http://schemas.openxmlformats.org/officeDocument/2006/relationships/slide" Target="../slides/slide136.xml" /><Relationship Id="rId2" Type="http://schemas.openxmlformats.org/officeDocument/2006/relationships/slide" Target="../slides/slide131.xml" /><Relationship Id="rId1" Type="http://schemas.openxmlformats.org/officeDocument/2006/relationships/slideMaster" Target="../slideMasters/slideMaster39.xml" /><Relationship Id="rId6" Type="http://schemas.openxmlformats.org/officeDocument/2006/relationships/slide" Target="../slides/slide135.xml" /><Relationship Id="rId5" Type="http://schemas.openxmlformats.org/officeDocument/2006/relationships/slide" Target="../slides/slide134.xml" /><Relationship Id="rId4" Type="http://schemas.openxmlformats.org/officeDocument/2006/relationships/slide" Target="../slides/slide133.xml" /></Relationships>
</file>

<file path=ppt/slideLayouts/_rels/slideLayout504.xml.rels><?xml version="1.0" encoding="UTF-8" standalone="yes"?>
<Relationships xmlns="http://schemas.openxmlformats.org/package/2006/relationships"><Relationship Id="rId8" Type="http://schemas.openxmlformats.org/officeDocument/2006/relationships/slide" Target="../slides/slide137.xml" /><Relationship Id="rId3" Type="http://schemas.openxmlformats.org/officeDocument/2006/relationships/slide" Target="../slides/slide132.xml" /><Relationship Id="rId7" Type="http://schemas.openxmlformats.org/officeDocument/2006/relationships/slide" Target="../slides/slide136.xml" /><Relationship Id="rId2" Type="http://schemas.openxmlformats.org/officeDocument/2006/relationships/slide" Target="../slides/slide131.xml" /><Relationship Id="rId1" Type="http://schemas.openxmlformats.org/officeDocument/2006/relationships/slideMaster" Target="../slideMasters/slideMaster39.xml" /><Relationship Id="rId6" Type="http://schemas.openxmlformats.org/officeDocument/2006/relationships/slide" Target="../slides/slide135.xml" /><Relationship Id="rId5" Type="http://schemas.openxmlformats.org/officeDocument/2006/relationships/slide" Target="../slides/slide134.xml" /><Relationship Id="rId4" Type="http://schemas.openxmlformats.org/officeDocument/2006/relationships/slide" Target="../slides/slide133.xml" /></Relationships>
</file>

<file path=ppt/slideLayouts/_rels/slideLayout505.xml.rels><?xml version="1.0" encoding="UTF-8" standalone="yes"?>
<Relationships xmlns="http://schemas.openxmlformats.org/package/2006/relationships"><Relationship Id="rId8" Type="http://schemas.openxmlformats.org/officeDocument/2006/relationships/slide" Target="../slides/slide137.xml" /><Relationship Id="rId3" Type="http://schemas.openxmlformats.org/officeDocument/2006/relationships/slide" Target="../slides/slide132.xml" /><Relationship Id="rId7" Type="http://schemas.openxmlformats.org/officeDocument/2006/relationships/slide" Target="../slides/slide136.xml" /><Relationship Id="rId2" Type="http://schemas.openxmlformats.org/officeDocument/2006/relationships/slide" Target="../slides/slide131.xml" /><Relationship Id="rId1" Type="http://schemas.openxmlformats.org/officeDocument/2006/relationships/slideMaster" Target="../slideMasters/slideMaster39.xml" /><Relationship Id="rId6" Type="http://schemas.openxmlformats.org/officeDocument/2006/relationships/slide" Target="../slides/slide135.xml" /><Relationship Id="rId5" Type="http://schemas.openxmlformats.org/officeDocument/2006/relationships/slide" Target="../slides/slide134.xml" /><Relationship Id="rId4" Type="http://schemas.openxmlformats.org/officeDocument/2006/relationships/slide" Target="../slides/slide133.xml" /></Relationships>
</file>

<file path=ppt/slideLayouts/_rels/slideLayout506.xml.rels><?xml version="1.0" encoding="UTF-8" standalone="yes"?>
<Relationships xmlns="http://schemas.openxmlformats.org/package/2006/relationships"><Relationship Id="rId1" Type="http://schemas.openxmlformats.org/officeDocument/2006/relationships/slideMaster" Target="../slideMasters/slideMaster40.xml" /></Relationships>
</file>

<file path=ppt/slideLayouts/_rels/slideLayout507.xml.rels><?xml version="1.0" encoding="UTF-8" standalone="yes"?>
<Relationships xmlns="http://schemas.openxmlformats.org/package/2006/relationships"><Relationship Id="rId1" Type="http://schemas.openxmlformats.org/officeDocument/2006/relationships/slideMaster" Target="../slideMasters/slideMaster40.xml" /></Relationships>
</file>

<file path=ppt/slideLayouts/_rels/slideLayout508.xml.rels><?xml version="1.0" encoding="UTF-8" standalone="yes"?>
<Relationships xmlns="http://schemas.openxmlformats.org/package/2006/relationships"><Relationship Id="rId1" Type="http://schemas.openxmlformats.org/officeDocument/2006/relationships/slideMaster" Target="../slideMasters/slideMaster40.xml" /></Relationships>
</file>

<file path=ppt/slideLayouts/_rels/slideLayout509.xml.rels><?xml version="1.0" encoding="UTF-8" standalone="yes"?>
<Relationships xmlns="http://schemas.openxmlformats.org/package/2006/relationships"><Relationship Id="rId1" Type="http://schemas.openxmlformats.org/officeDocument/2006/relationships/slideMaster" Target="../slideMasters/slideMaster40.xml" /></Relationships>
</file>

<file path=ppt/slideLayouts/_rels/slideLayout510.xml.rels><?xml version="1.0" encoding="UTF-8" standalone="yes"?>
<Relationships xmlns="http://schemas.openxmlformats.org/package/2006/relationships"><Relationship Id="rId1" Type="http://schemas.openxmlformats.org/officeDocument/2006/relationships/slideMaster" Target="../slideMasters/slideMaster40.xml" /></Relationships>
</file>

<file path=ppt/slideLayouts/_rels/slideLayout511.xml.rels><?xml version="1.0" encoding="UTF-8" standalone="yes"?>
<Relationships xmlns="http://schemas.openxmlformats.org/package/2006/relationships"><Relationship Id="rId1" Type="http://schemas.openxmlformats.org/officeDocument/2006/relationships/slideMaster" Target="../slideMasters/slideMaster40.xml" /></Relationships>
</file>

<file path=ppt/slideLayouts/_rels/slideLayout512.xml.rels><?xml version="1.0" encoding="UTF-8" standalone="yes"?>
<Relationships xmlns="http://schemas.openxmlformats.org/package/2006/relationships"><Relationship Id="rId1" Type="http://schemas.openxmlformats.org/officeDocument/2006/relationships/slideMaster" Target="../slideMasters/slideMaster40.xml" /></Relationships>
</file>

<file path=ppt/slideLayouts/_rels/slideLayout513.xml.rels><?xml version="1.0" encoding="UTF-8" standalone="yes"?>
<Relationships xmlns="http://schemas.openxmlformats.org/package/2006/relationships"><Relationship Id="rId1" Type="http://schemas.openxmlformats.org/officeDocument/2006/relationships/slideMaster" Target="../slideMasters/slideMaster40.xml" /></Relationships>
</file>

<file path=ppt/slideLayouts/_rels/slideLayout514.xml.rels><?xml version="1.0" encoding="UTF-8" standalone="yes"?>
<Relationships xmlns="http://schemas.openxmlformats.org/package/2006/relationships"><Relationship Id="rId1" Type="http://schemas.openxmlformats.org/officeDocument/2006/relationships/slideMaster" Target="../slideMasters/slideMaster40.xml" /></Relationships>
</file>

<file path=ppt/slideLayouts/_rels/slideLayout515.xml.rels><?xml version="1.0" encoding="UTF-8" standalone="yes"?>
<Relationships xmlns="http://schemas.openxmlformats.org/package/2006/relationships"><Relationship Id="rId1" Type="http://schemas.openxmlformats.org/officeDocument/2006/relationships/slideMaster" Target="../slideMasters/slideMaster40.xml" /></Relationships>
</file>

<file path=ppt/slideLayouts/_rels/slideLayout516.xml.rels><?xml version="1.0" encoding="UTF-8" standalone="yes"?>
<Relationships xmlns="http://schemas.openxmlformats.org/package/2006/relationships"><Relationship Id="rId1" Type="http://schemas.openxmlformats.org/officeDocument/2006/relationships/slideMaster" Target="../slideMasters/slideMaster40.xml" /></Relationships>
</file>

<file path=ppt/slideLayouts/_rels/slideLayout517.xml.rels><?xml version="1.0" encoding="UTF-8" standalone="yes"?>
<Relationships xmlns="http://schemas.openxmlformats.org/package/2006/relationships"><Relationship Id="rId1" Type="http://schemas.openxmlformats.org/officeDocument/2006/relationships/slideMaster" Target="../slideMasters/slideMaster41.xml" /></Relationships>
</file>

<file path=ppt/slideLayouts/_rels/slideLayout518.xml.rels><?xml version="1.0" encoding="UTF-8" standalone="yes"?>
<Relationships xmlns="http://schemas.openxmlformats.org/package/2006/relationships"><Relationship Id="rId1" Type="http://schemas.openxmlformats.org/officeDocument/2006/relationships/slideMaster" Target="../slideMasters/slideMaster41.xml" /></Relationships>
</file>

<file path=ppt/slideLayouts/_rels/slideLayout519.xml.rels><?xml version="1.0" encoding="UTF-8" standalone="yes"?>
<Relationships xmlns="http://schemas.openxmlformats.org/package/2006/relationships"><Relationship Id="rId1" Type="http://schemas.openxmlformats.org/officeDocument/2006/relationships/slideMaster" Target="../slideMasters/slideMaster41.xml" /></Relationships>
</file>

<file path=ppt/slideLayouts/_rels/slideLayout520.xml.rels><?xml version="1.0" encoding="UTF-8" standalone="yes"?>
<Relationships xmlns="http://schemas.openxmlformats.org/package/2006/relationships"><Relationship Id="rId1" Type="http://schemas.openxmlformats.org/officeDocument/2006/relationships/slideMaster" Target="../slideMasters/slideMaster41.xml" /></Relationships>
</file>

<file path=ppt/slideLayouts/_rels/slideLayout521.xml.rels><?xml version="1.0" encoding="UTF-8" standalone="yes"?>
<Relationships xmlns="http://schemas.openxmlformats.org/package/2006/relationships"><Relationship Id="rId1" Type="http://schemas.openxmlformats.org/officeDocument/2006/relationships/slideMaster" Target="../slideMasters/slideMaster41.xml" /></Relationships>
</file>

<file path=ppt/slideLayouts/_rels/slideLayout522.xml.rels><?xml version="1.0" encoding="UTF-8" standalone="yes"?>
<Relationships xmlns="http://schemas.openxmlformats.org/package/2006/relationships"><Relationship Id="rId1" Type="http://schemas.openxmlformats.org/officeDocument/2006/relationships/slideMaster" Target="../slideMasters/slideMaster41.xml" /></Relationships>
</file>

<file path=ppt/slideLayouts/_rels/slideLayout523.xml.rels><?xml version="1.0" encoding="UTF-8" standalone="yes"?>
<Relationships xmlns="http://schemas.openxmlformats.org/package/2006/relationships"><Relationship Id="rId8" Type="http://schemas.openxmlformats.org/officeDocument/2006/relationships/slide" Target="../slides/slide145.xml" /><Relationship Id="rId3" Type="http://schemas.openxmlformats.org/officeDocument/2006/relationships/slide" Target="../slides/slide140.xml" /><Relationship Id="rId7" Type="http://schemas.openxmlformats.org/officeDocument/2006/relationships/slide" Target="../slides/slide144.xml" /><Relationship Id="rId2" Type="http://schemas.openxmlformats.org/officeDocument/2006/relationships/slide" Target="../slides/slide139.xml" /><Relationship Id="rId1" Type="http://schemas.openxmlformats.org/officeDocument/2006/relationships/slideMaster" Target="../slideMasters/slideMaster41.xml" /><Relationship Id="rId6" Type="http://schemas.openxmlformats.org/officeDocument/2006/relationships/slide" Target="../slides/slide143.xml" /><Relationship Id="rId5" Type="http://schemas.openxmlformats.org/officeDocument/2006/relationships/slide" Target="../slides/slide142.xml" /><Relationship Id="rId4" Type="http://schemas.openxmlformats.org/officeDocument/2006/relationships/slide" Target="../slides/slide141.xml" /></Relationships>
</file>

<file path=ppt/slideLayouts/_rels/slideLayout524.xml.rels><?xml version="1.0" encoding="UTF-8" standalone="yes"?>
<Relationships xmlns="http://schemas.openxmlformats.org/package/2006/relationships"><Relationship Id="rId1" Type="http://schemas.openxmlformats.org/officeDocument/2006/relationships/slideMaster" Target="../slideMasters/slideMaster41.xml" /></Relationships>
</file>

<file path=ppt/slideLayouts/_rels/slideLayout525.xml.rels><?xml version="1.0" encoding="UTF-8" standalone="yes"?>
<Relationships xmlns="http://schemas.openxmlformats.org/package/2006/relationships"><Relationship Id="rId1" Type="http://schemas.openxmlformats.org/officeDocument/2006/relationships/slideMaster" Target="../slideMasters/slideMaster41.xml" /></Relationships>
</file>

<file path=ppt/slideLayouts/_rels/slideLayout526.xml.rels><?xml version="1.0" encoding="UTF-8" standalone="yes"?>
<Relationships xmlns="http://schemas.openxmlformats.org/package/2006/relationships"><Relationship Id="rId1" Type="http://schemas.openxmlformats.org/officeDocument/2006/relationships/slideMaster" Target="../slideMasters/slideMaster41.xml" /></Relationships>
</file>

<file path=ppt/slideLayouts/_rels/slideLayout527.xml.rels><?xml version="1.0" encoding="UTF-8" standalone="yes"?>
<Relationships xmlns="http://schemas.openxmlformats.org/package/2006/relationships"><Relationship Id="rId1" Type="http://schemas.openxmlformats.org/officeDocument/2006/relationships/slideMaster" Target="../slideMasters/slideMaster41.xml" /></Relationships>
</file>

<file path=ppt/slideLayouts/_rels/slideLayout528.xml.rels><?xml version="1.0" encoding="UTF-8" standalone="yes"?>
<Relationships xmlns="http://schemas.openxmlformats.org/package/2006/relationships"><Relationship Id="rId8" Type="http://schemas.openxmlformats.org/officeDocument/2006/relationships/slide" Target="../slides/slide145.xml" /><Relationship Id="rId3" Type="http://schemas.openxmlformats.org/officeDocument/2006/relationships/slide" Target="../slides/slide140.xml" /><Relationship Id="rId7" Type="http://schemas.openxmlformats.org/officeDocument/2006/relationships/slide" Target="../slides/slide144.xml" /><Relationship Id="rId2" Type="http://schemas.openxmlformats.org/officeDocument/2006/relationships/slide" Target="../slides/slide139.xml" /><Relationship Id="rId1" Type="http://schemas.openxmlformats.org/officeDocument/2006/relationships/slideMaster" Target="../slideMasters/slideMaster41.xml" /><Relationship Id="rId6" Type="http://schemas.openxmlformats.org/officeDocument/2006/relationships/slide" Target="../slides/slide143.xml" /><Relationship Id="rId5" Type="http://schemas.openxmlformats.org/officeDocument/2006/relationships/slide" Target="../slides/slide142.xml" /><Relationship Id="rId4" Type="http://schemas.openxmlformats.org/officeDocument/2006/relationships/slide" Target="../slides/slide141.xml" /></Relationships>
</file>

<file path=ppt/slideLayouts/_rels/slideLayout529.xml.rels><?xml version="1.0" encoding="UTF-8" standalone="yes"?>
<Relationships xmlns="http://schemas.openxmlformats.org/package/2006/relationships"><Relationship Id="rId8" Type="http://schemas.openxmlformats.org/officeDocument/2006/relationships/slide" Target="../slides/slide145.xml" /><Relationship Id="rId3" Type="http://schemas.openxmlformats.org/officeDocument/2006/relationships/slide" Target="../slides/slide140.xml" /><Relationship Id="rId7" Type="http://schemas.openxmlformats.org/officeDocument/2006/relationships/slide" Target="../slides/slide144.xml" /><Relationship Id="rId2" Type="http://schemas.openxmlformats.org/officeDocument/2006/relationships/slide" Target="../slides/slide139.xml" /><Relationship Id="rId1" Type="http://schemas.openxmlformats.org/officeDocument/2006/relationships/slideMaster" Target="../slideMasters/slideMaster41.xml" /><Relationship Id="rId6" Type="http://schemas.openxmlformats.org/officeDocument/2006/relationships/slide" Target="../slides/slide143.xml" /><Relationship Id="rId5" Type="http://schemas.openxmlformats.org/officeDocument/2006/relationships/slide" Target="../slides/slide142.xml" /><Relationship Id="rId4" Type="http://schemas.openxmlformats.org/officeDocument/2006/relationships/slide" Target="../slides/slide141.xml" /></Relationships>
</file>

<file path=ppt/slideLayouts/_rels/slideLayout530.xml.rels><?xml version="1.0" encoding="UTF-8" standalone="yes"?>
<Relationships xmlns="http://schemas.openxmlformats.org/package/2006/relationships"><Relationship Id="rId8" Type="http://schemas.openxmlformats.org/officeDocument/2006/relationships/slide" Target="../slides/slide145.xml" /><Relationship Id="rId3" Type="http://schemas.openxmlformats.org/officeDocument/2006/relationships/slide" Target="../slides/slide140.xml" /><Relationship Id="rId7" Type="http://schemas.openxmlformats.org/officeDocument/2006/relationships/slide" Target="../slides/slide144.xml" /><Relationship Id="rId2" Type="http://schemas.openxmlformats.org/officeDocument/2006/relationships/slide" Target="../slides/slide139.xml" /><Relationship Id="rId1" Type="http://schemas.openxmlformats.org/officeDocument/2006/relationships/slideMaster" Target="../slideMasters/slideMaster41.xml" /><Relationship Id="rId6" Type="http://schemas.openxmlformats.org/officeDocument/2006/relationships/slide" Target="../slides/slide143.xml" /><Relationship Id="rId5" Type="http://schemas.openxmlformats.org/officeDocument/2006/relationships/slide" Target="../slides/slide142.xml" /><Relationship Id="rId4" Type="http://schemas.openxmlformats.org/officeDocument/2006/relationships/slide" Target="../slides/slide141.xml" /></Relationships>
</file>

<file path=ppt/slideLayouts/_rels/slideLayout531.xml.rels><?xml version="1.0" encoding="UTF-8" standalone="yes"?>
<Relationships xmlns="http://schemas.openxmlformats.org/package/2006/relationships"><Relationship Id="rId8" Type="http://schemas.openxmlformats.org/officeDocument/2006/relationships/slide" Target="../slides/slide145.xml" /><Relationship Id="rId3" Type="http://schemas.openxmlformats.org/officeDocument/2006/relationships/slide" Target="../slides/slide140.xml" /><Relationship Id="rId7" Type="http://schemas.openxmlformats.org/officeDocument/2006/relationships/slide" Target="../slides/slide144.xml" /><Relationship Id="rId2" Type="http://schemas.openxmlformats.org/officeDocument/2006/relationships/slide" Target="../slides/slide139.xml" /><Relationship Id="rId1" Type="http://schemas.openxmlformats.org/officeDocument/2006/relationships/slideMaster" Target="../slideMasters/slideMaster41.xml" /><Relationship Id="rId6" Type="http://schemas.openxmlformats.org/officeDocument/2006/relationships/slide" Target="../slides/slide143.xml" /><Relationship Id="rId5" Type="http://schemas.openxmlformats.org/officeDocument/2006/relationships/slide" Target="../slides/slide142.xml" /><Relationship Id="rId4" Type="http://schemas.openxmlformats.org/officeDocument/2006/relationships/slide" Target="../slides/slide141.xml" /></Relationships>
</file>

<file path=ppt/slideLayouts/_rels/slideLayout532.xml.rels><?xml version="1.0" encoding="UTF-8" standalone="yes"?>
<Relationships xmlns="http://schemas.openxmlformats.org/package/2006/relationships"><Relationship Id="rId8" Type="http://schemas.openxmlformats.org/officeDocument/2006/relationships/slide" Target="../slides/slide145.xml" /><Relationship Id="rId3" Type="http://schemas.openxmlformats.org/officeDocument/2006/relationships/slide" Target="../slides/slide140.xml" /><Relationship Id="rId7" Type="http://schemas.openxmlformats.org/officeDocument/2006/relationships/slide" Target="../slides/slide144.xml" /><Relationship Id="rId2" Type="http://schemas.openxmlformats.org/officeDocument/2006/relationships/slide" Target="../slides/slide139.xml" /><Relationship Id="rId1" Type="http://schemas.openxmlformats.org/officeDocument/2006/relationships/slideMaster" Target="../slideMasters/slideMaster41.xml" /><Relationship Id="rId6" Type="http://schemas.openxmlformats.org/officeDocument/2006/relationships/slide" Target="../slides/slide143.xml" /><Relationship Id="rId5" Type="http://schemas.openxmlformats.org/officeDocument/2006/relationships/slide" Target="../slides/slide142.xml" /><Relationship Id="rId4" Type="http://schemas.openxmlformats.org/officeDocument/2006/relationships/slide" Target="../slides/slide141.xml" /></Relationships>
</file>

<file path=ppt/slideLayouts/_rels/slideLayout533.xml.rels><?xml version="1.0" encoding="UTF-8" standalone="yes"?>
<Relationships xmlns="http://schemas.openxmlformats.org/package/2006/relationships"><Relationship Id="rId8" Type="http://schemas.openxmlformats.org/officeDocument/2006/relationships/slide" Target="../slides/slide145.xml" /><Relationship Id="rId3" Type="http://schemas.openxmlformats.org/officeDocument/2006/relationships/slide" Target="../slides/slide140.xml" /><Relationship Id="rId7" Type="http://schemas.openxmlformats.org/officeDocument/2006/relationships/slide" Target="../slides/slide144.xml" /><Relationship Id="rId2" Type="http://schemas.openxmlformats.org/officeDocument/2006/relationships/slide" Target="../slides/slide139.xml" /><Relationship Id="rId1" Type="http://schemas.openxmlformats.org/officeDocument/2006/relationships/slideMaster" Target="../slideMasters/slideMaster41.xml" /><Relationship Id="rId6" Type="http://schemas.openxmlformats.org/officeDocument/2006/relationships/slide" Target="../slides/slide143.xml" /><Relationship Id="rId5" Type="http://schemas.openxmlformats.org/officeDocument/2006/relationships/slide" Target="../slides/slide142.xml" /><Relationship Id="rId4" Type="http://schemas.openxmlformats.org/officeDocument/2006/relationships/slide" Target="../slides/slide141.xml" /></Relationships>
</file>

<file path=ppt/slideLayouts/_rels/slideLayout534.xml.rels><?xml version="1.0" encoding="UTF-8" standalone="yes"?>
<Relationships xmlns="http://schemas.openxmlformats.org/package/2006/relationships"><Relationship Id="rId1" Type="http://schemas.openxmlformats.org/officeDocument/2006/relationships/slideMaster" Target="../slideMasters/slideMaster42.xml" /></Relationships>
</file>

<file path=ppt/slideLayouts/_rels/slideLayout535.xml.rels><?xml version="1.0" encoding="UTF-8" standalone="yes"?>
<Relationships xmlns="http://schemas.openxmlformats.org/package/2006/relationships"><Relationship Id="rId1" Type="http://schemas.openxmlformats.org/officeDocument/2006/relationships/slideMaster" Target="../slideMasters/slideMaster42.xml" /></Relationships>
</file>

<file path=ppt/slideLayouts/_rels/slideLayout536.xml.rels><?xml version="1.0" encoding="UTF-8" standalone="yes"?>
<Relationships xmlns="http://schemas.openxmlformats.org/package/2006/relationships"><Relationship Id="rId1" Type="http://schemas.openxmlformats.org/officeDocument/2006/relationships/slideMaster" Target="../slideMasters/slideMaster42.xml" /></Relationships>
</file>

<file path=ppt/slideLayouts/_rels/slideLayout537.xml.rels><?xml version="1.0" encoding="UTF-8" standalone="yes"?>
<Relationships xmlns="http://schemas.openxmlformats.org/package/2006/relationships"><Relationship Id="rId1" Type="http://schemas.openxmlformats.org/officeDocument/2006/relationships/slideMaster" Target="../slideMasters/slideMaster42.xml" /></Relationships>
</file>

<file path=ppt/slideLayouts/_rels/slideLayout538.xml.rels><?xml version="1.0" encoding="UTF-8" standalone="yes"?>
<Relationships xmlns="http://schemas.openxmlformats.org/package/2006/relationships"><Relationship Id="rId1" Type="http://schemas.openxmlformats.org/officeDocument/2006/relationships/slideMaster" Target="../slideMasters/slideMaster42.xml" /></Relationships>
</file>

<file path=ppt/slideLayouts/_rels/slideLayout539.xml.rels><?xml version="1.0" encoding="UTF-8" standalone="yes"?>
<Relationships xmlns="http://schemas.openxmlformats.org/package/2006/relationships"><Relationship Id="rId1" Type="http://schemas.openxmlformats.org/officeDocument/2006/relationships/slideMaster" Target="../slideMasters/slideMaster42.xml" /></Relationships>
</file>

<file path=ppt/slideLayouts/_rels/slideLayout540.xml.rels><?xml version="1.0" encoding="UTF-8" standalone="yes"?>
<Relationships xmlns="http://schemas.openxmlformats.org/package/2006/relationships"><Relationship Id="rId8" Type="http://schemas.openxmlformats.org/officeDocument/2006/relationships/slide" Target="../slides/slide152.xml" /><Relationship Id="rId3" Type="http://schemas.openxmlformats.org/officeDocument/2006/relationships/slide" Target="../slides/slide147.xml" /><Relationship Id="rId7" Type="http://schemas.openxmlformats.org/officeDocument/2006/relationships/slide" Target="../slides/slide151.xml" /><Relationship Id="rId2" Type="http://schemas.openxmlformats.org/officeDocument/2006/relationships/slide" Target="../slides/slide146.xml" /><Relationship Id="rId1" Type="http://schemas.openxmlformats.org/officeDocument/2006/relationships/slideMaster" Target="../slideMasters/slideMaster42.xml" /><Relationship Id="rId6" Type="http://schemas.openxmlformats.org/officeDocument/2006/relationships/slide" Target="../slides/slide150.xml" /><Relationship Id="rId5" Type="http://schemas.openxmlformats.org/officeDocument/2006/relationships/slide" Target="../slides/slide149.xml" /><Relationship Id="rId4" Type="http://schemas.openxmlformats.org/officeDocument/2006/relationships/slide" Target="../slides/slide148.xml" /></Relationships>
</file>

<file path=ppt/slideLayouts/_rels/slideLayout541.xml.rels><?xml version="1.0" encoding="UTF-8" standalone="yes"?>
<Relationships xmlns="http://schemas.openxmlformats.org/package/2006/relationships"><Relationship Id="rId1" Type="http://schemas.openxmlformats.org/officeDocument/2006/relationships/slideMaster" Target="../slideMasters/slideMaster42.xml" /></Relationships>
</file>

<file path=ppt/slideLayouts/_rels/slideLayout542.xml.rels><?xml version="1.0" encoding="UTF-8" standalone="yes"?>
<Relationships xmlns="http://schemas.openxmlformats.org/package/2006/relationships"><Relationship Id="rId1" Type="http://schemas.openxmlformats.org/officeDocument/2006/relationships/slideMaster" Target="../slideMasters/slideMaster42.xml" /></Relationships>
</file>

<file path=ppt/slideLayouts/_rels/slideLayout543.xml.rels><?xml version="1.0" encoding="UTF-8" standalone="yes"?>
<Relationships xmlns="http://schemas.openxmlformats.org/package/2006/relationships"><Relationship Id="rId1" Type="http://schemas.openxmlformats.org/officeDocument/2006/relationships/slideMaster" Target="../slideMasters/slideMaster42.xml" /></Relationships>
</file>

<file path=ppt/slideLayouts/_rels/slideLayout544.xml.rels><?xml version="1.0" encoding="UTF-8" standalone="yes"?>
<Relationships xmlns="http://schemas.openxmlformats.org/package/2006/relationships"><Relationship Id="rId1" Type="http://schemas.openxmlformats.org/officeDocument/2006/relationships/slideMaster" Target="../slideMasters/slideMaster42.xml" /></Relationships>
</file>

<file path=ppt/slideLayouts/_rels/slideLayout545.xml.rels><?xml version="1.0" encoding="UTF-8" standalone="yes"?>
<Relationships xmlns="http://schemas.openxmlformats.org/package/2006/relationships"><Relationship Id="rId8" Type="http://schemas.openxmlformats.org/officeDocument/2006/relationships/slide" Target="../slides/slide152.xml" /><Relationship Id="rId3" Type="http://schemas.openxmlformats.org/officeDocument/2006/relationships/slide" Target="../slides/slide147.xml" /><Relationship Id="rId7" Type="http://schemas.openxmlformats.org/officeDocument/2006/relationships/slide" Target="../slides/slide151.xml" /><Relationship Id="rId2" Type="http://schemas.openxmlformats.org/officeDocument/2006/relationships/slide" Target="../slides/slide146.xml" /><Relationship Id="rId1" Type="http://schemas.openxmlformats.org/officeDocument/2006/relationships/slideMaster" Target="../slideMasters/slideMaster42.xml" /><Relationship Id="rId6" Type="http://schemas.openxmlformats.org/officeDocument/2006/relationships/slide" Target="../slides/slide150.xml" /><Relationship Id="rId5" Type="http://schemas.openxmlformats.org/officeDocument/2006/relationships/slide" Target="../slides/slide149.xml" /><Relationship Id="rId4" Type="http://schemas.openxmlformats.org/officeDocument/2006/relationships/slide" Target="../slides/slide148.xml" /></Relationships>
</file>

<file path=ppt/slideLayouts/_rels/slideLayout546.xml.rels><?xml version="1.0" encoding="UTF-8" standalone="yes"?>
<Relationships xmlns="http://schemas.openxmlformats.org/package/2006/relationships"><Relationship Id="rId8" Type="http://schemas.openxmlformats.org/officeDocument/2006/relationships/slide" Target="../slides/slide152.xml" /><Relationship Id="rId3" Type="http://schemas.openxmlformats.org/officeDocument/2006/relationships/slide" Target="../slides/slide147.xml" /><Relationship Id="rId7" Type="http://schemas.openxmlformats.org/officeDocument/2006/relationships/slide" Target="../slides/slide151.xml" /><Relationship Id="rId2" Type="http://schemas.openxmlformats.org/officeDocument/2006/relationships/slide" Target="../slides/slide146.xml" /><Relationship Id="rId1" Type="http://schemas.openxmlformats.org/officeDocument/2006/relationships/slideMaster" Target="../slideMasters/slideMaster42.xml" /><Relationship Id="rId6" Type="http://schemas.openxmlformats.org/officeDocument/2006/relationships/slide" Target="../slides/slide150.xml" /><Relationship Id="rId5" Type="http://schemas.openxmlformats.org/officeDocument/2006/relationships/slide" Target="../slides/slide149.xml" /><Relationship Id="rId4" Type="http://schemas.openxmlformats.org/officeDocument/2006/relationships/slide" Target="../slides/slide148.xml" /></Relationships>
</file>

<file path=ppt/slideLayouts/_rels/slideLayout547.xml.rels><?xml version="1.0" encoding="UTF-8" standalone="yes"?>
<Relationships xmlns="http://schemas.openxmlformats.org/package/2006/relationships"><Relationship Id="rId8" Type="http://schemas.openxmlformats.org/officeDocument/2006/relationships/slide" Target="../slides/slide152.xml" /><Relationship Id="rId3" Type="http://schemas.openxmlformats.org/officeDocument/2006/relationships/slide" Target="../slides/slide147.xml" /><Relationship Id="rId7" Type="http://schemas.openxmlformats.org/officeDocument/2006/relationships/slide" Target="../slides/slide151.xml" /><Relationship Id="rId2" Type="http://schemas.openxmlformats.org/officeDocument/2006/relationships/slide" Target="../slides/slide146.xml" /><Relationship Id="rId1" Type="http://schemas.openxmlformats.org/officeDocument/2006/relationships/slideMaster" Target="../slideMasters/slideMaster42.xml" /><Relationship Id="rId6" Type="http://schemas.openxmlformats.org/officeDocument/2006/relationships/slide" Target="../slides/slide150.xml" /><Relationship Id="rId5" Type="http://schemas.openxmlformats.org/officeDocument/2006/relationships/slide" Target="../slides/slide149.xml" /><Relationship Id="rId4" Type="http://schemas.openxmlformats.org/officeDocument/2006/relationships/slide" Target="../slides/slide148.xml" /></Relationships>
</file>

<file path=ppt/slideLayouts/_rels/slideLayout548.xml.rels><?xml version="1.0" encoding="UTF-8" standalone="yes"?>
<Relationships xmlns="http://schemas.openxmlformats.org/package/2006/relationships"><Relationship Id="rId8" Type="http://schemas.openxmlformats.org/officeDocument/2006/relationships/slide" Target="../slides/slide152.xml" /><Relationship Id="rId3" Type="http://schemas.openxmlformats.org/officeDocument/2006/relationships/slide" Target="../slides/slide147.xml" /><Relationship Id="rId7" Type="http://schemas.openxmlformats.org/officeDocument/2006/relationships/slide" Target="../slides/slide151.xml" /><Relationship Id="rId2" Type="http://schemas.openxmlformats.org/officeDocument/2006/relationships/slide" Target="../slides/slide146.xml" /><Relationship Id="rId1" Type="http://schemas.openxmlformats.org/officeDocument/2006/relationships/slideMaster" Target="../slideMasters/slideMaster42.xml" /><Relationship Id="rId6" Type="http://schemas.openxmlformats.org/officeDocument/2006/relationships/slide" Target="../slides/slide150.xml" /><Relationship Id="rId5" Type="http://schemas.openxmlformats.org/officeDocument/2006/relationships/slide" Target="../slides/slide149.xml" /><Relationship Id="rId4" Type="http://schemas.openxmlformats.org/officeDocument/2006/relationships/slide" Target="../slides/slide148.xml" /></Relationships>
</file>

<file path=ppt/slideLayouts/_rels/slideLayout549.xml.rels><?xml version="1.0" encoding="UTF-8" standalone="yes"?>
<Relationships xmlns="http://schemas.openxmlformats.org/package/2006/relationships"><Relationship Id="rId8" Type="http://schemas.openxmlformats.org/officeDocument/2006/relationships/slide" Target="../slides/slide152.xml" /><Relationship Id="rId3" Type="http://schemas.openxmlformats.org/officeDocument/2006/relationships/slide" Target="../slides/slide147.xml" /><Relationship Id="rId7" Type="http://schemas.openxmlformats.org/officeDocument/2006/relationships/slide" Target="../slides/slide151.xml" /><Relationship Id="rId2" Type="http://schemas.openxmlformats.org/officeDocument/2006/relationships/slide" Target="../slides/slide146.xml" /><Relationship Id="rId1" Type="http://schemas.openxmlformats.org/officeDocument/2006/relationships/slideMaster" Target="../slideMasters/slideMaster42.xml" /><Relationship Id="rId6" Type="http://schemas.openxmlformats.org/officeDocument/2006/relationships/slide" Target="../slides/slide150.xml" /><Relationship Id="rId5" Type="http://schemas.openxmlformats.org/officeDocument/2006/relationships/slide" Target="../slides/slide149.xml" /><Relationship Id="rId4" Type="http://schemas.openxmlformats.org/officeDocument/2006/relationships/slide" Target="../slides/slide148.xml" /></Relationships>
</file>

<file path=ppt/slideLayouts/_rels/slideLayout550.xml.rels><?xml version="1.0" encoding="UTF-8" standalone="yes"?>
<Relationships xmlns="http://schemas.openxmlformats.org/package/2006/relationships"><Relationship Id="rId8" Type="http://schemas.openxmlformats.org/officeDocument/2006/relationships/slide" Target="../slides/slide152.xml" /><Relationship Id="rId3" Type="http://schemas.openxmlformats.org/officeDocument/2006/relationships/slide" Target="../slides/slide147.xml" /><Relationship Id="rId7" Type="http://schemas.openxmlformats.org/officeDocument/2006/relationships/slide" Target="../slides/slide151.xml" /><Relationship Id="rId2" Type="http://schemas.openxmlformats.org/officeDocument/2006/relationships/slide" Target="../slides/slide146.xml" /><Relationship Id="rId1" Type="http://schemas.openxmlformats.org/officeDocument/2006/relationships/slideMaster" Target="../slideMasters/slideMaster42.xml" /><Relationship Id="rId6" Type="http://schemas.openxmlformats.org/officeDocument/2006/relationships/slide" Target="../slides/slide150.xml" /><Relationship Id="rId5" Type="http://schemas.openxmlformats.org/officeDocument/2006/relationships/slide" Target="../slides/slide149.xml" /><Relationship Id="rId4" Type="http://schemas.openxmlformats.org/officeDocument/2006/relationships/slide" Target="../slides/slide148.xml" /></Relationships>
</file>

<file path=ppt/slideLayouts/_rels/slideLayout551.xml.rels><?xml version="1.0" encoding="UTF-8" standalone="yes"?>
<Relationships xmlns="http://schemas.openxmlformats.org/package/2006/relationships"><Relationship Id="rId1" Type="http://schemas.openxmlformats.org/officeDocument/2006/relationships/slideMaster" Target="../slideMasters/slideMaster43.xml" /></Relationships>
</file>

<file path=ppt/slideLayouts/_rels/slideLayout552.xml.rels><?xml version="1.0" encoding="UTF-8" standalone="yes"?>
<Relationships xmlns="http://schemas.openxmlformats.org/package/2006/relationships"><Relationship Id="rId1" Type="http://schemas.openxmlformats.org/officeDocument/2006/relationships/slideMaster" Target="../slideMasters/slideMaster43.xml" /></Relationships>
</file>

<file path=ppt/slideLayouts/_rels/slideLayout553.xml.rels><?xml version="1.0" encoding="UTF-8" standalone="yes"?>
<Relationships xmlns="http://schemas.openxmlformats.org/package/2006/relationships"><Relationship Id="rId1" Type="http://schemas.openxmlformats.org/officeDocument/2006/relationships/slideMaster" Target="../slideMasters/slideMaster43.xml" /></Relationships>
</file>

<file path=ppt/slideLayouts/_rels/slideLayout554.xml.rels><?xml version="1.0" encoding="UTF-8" standalone="yes"?>
<Relationships xmlns="http://schemas.openxmlformats.org/package/2006/relationships"><Relationship Id="rId1" Type="http://schemas.openxmlformats.org/officeDocument/2006/relationships/slideMaster" Target="../slideMasters/slideMaster43.xml" /></Relationships>
</file>

<file path=ppt/slideLayouts/_rels/slideLayout555.xml.rels><?xml version="1.0" encoding="UTF-8" standalone="yes"?>
<Relationships xmlns="http://schemas.openxmlformats.org/package/2006/relationships"><Relationship Id="rId1" Type="http://schemas.openxmlformats.org/officeDocument/2006/relationships/slideMaster" Target="../slideMasters/slideMaster43.xml" /></Relationships>
</file>

<file path=ppt/slideLayouts/_rels/slideLayout556.xml.rels><?xml version="1.0" encoding="UTF-8" standalone="yes"?>
<Relationships xmlns="http://schemas.openxmlformats.org/package/2006/relationships"><Relationship Id="rId1" Type="http://schemas.openxmlformats.org/officeDocument/2006/relationships/slideMaster" Target="../slideMasters/slideMaster43.xml" /></Relationships>
</file>

<file path=ppt/slideLayouts/_rels/slideLayout557.xml.rels><?xml version="1.0" encoding="UTF-8" standalone="yes"?>
<Relationships xmlns="http://schemas.openxmlformats.org/package/2006/relationships"><Relationship Id="rId8" Type="http://schemas.openxmlformats.org/officeDocument/2006/relationships/slide" Target="../slides/slide159.xml" /><Relationship Id="rId3" Type="http://schemas.openxmlformats.org/officeDocument/2006/relationships/slide" Target="../slides/slide154.xml" /><Relationship Id="rId7" Type="http://schemas.openxmlformats.org/officeDocument/2006/relationships/slide" Target="../slides/slide158.xml" /><Relationship Id="rId2" Type="http://schemas.openxmlformats.org/officeDocument/2006/relationships/slide" Target="../slides/slide153.xml" /><Relationship Id="rId1" Type="http://schemas.openxmlformats.org/officeDocument/2006/relationships/slideMaster" Target="../slideMasters/slideMaster43.xml" /><Relationship Id="rId6" Type="http://schemas.openxmlformats.org/officeDocument/2006/relationships/slide" Target="../slides/slide157.xml" /><Relationship Id="rId5" Type="http://schemas.openxmlformats.org/officeDocument/2006/relationships/slide" Target="../slides/slide156.xml" /><Relationship Id="rId4" Type="http://schemas.openxmlformats.org/officeDocument/2006/relationships/slide" Target="../slides/slide155.xml" /></Relationships>
</file>

<file path=ppt/slideLayouts/_rels/slideLayout558.xml.rels><?xml version="1.0" encoding="UTF-8" standalone="yes"?>
<Relationships xmlns="http://schemas.openxmlformats.org/package/2006/relationships"><Relationship Id="rId1" Type="http://schemas.openxmlformats.org/officeDocument/2006/relationships/slideMaster" Target="../slideMasters/slideMaster43.xml" /></Relationships>
</file>

<file path=ppt/slideLayouts/_rels/slideLayout559.xml.rels><?xml version="1.0" encoding="UTF-8" standalone="yes"?>
<Relationships xmlns="http://schemas.openxmlformats.org/package/2006/relationships"><Relationship Id="rId1" Type="http://schemas.openxmlformats.org/officeDocument/2006/relationships/slideMaster" Target="../slideMasters/slideMaster43.xml" /></Relationships>
</file>

<file path=ppt/slideLayouts/_rels/slideLayout560.xml.rels><?xml version="1.0" encoding="UTF-8" standalone="yes"?>
<Relationships xmlns="http://schemas.openxmlformats.org/package/2006/relationships"><Relationship Id="rId1" Type="http://schemas.openxmlformats.org/officeDocument/2006/relationships/slideMaster" Target="../slideMasters/slideMaster43.xml" /></Relationships>
</file>

<file path=ppt/slideLayouts/_rels/slideLayout561.xml.rels><?xml version="1.0" encoding="UTF-8" standalone="yes"?>
<Relationships xmlns="http://schemas.openxmlformats.org/package/2006/relationships"><Relationship Id="rId1" Type="http://schemas.openxmlformats.org/officeDocument/2006/relationships/slideMaster" Target="../slideMasters/slideMaster43.xml" /></Relationships>
</file>

<file path=ppt/slideLayouts/_rels/slideLayout562.xml.rels><?xml version="1.0" encoding="UTF-8" standalone="yes"?>
<Relationships xmlns="http://schemas.openxmlformats.org/package/2006/relationships"><Relationship Id="rId8" Type="http://schemas.openxmlformats.org/officeDocument/2006/relationships/slide" Target="../slides/slide159.xml" /><Relationship Id="rId3" Type="http://schemas.openxmlformats.org/officeDocument/2006/relationships/slide" Target="../slides/slide154.xml" /><Relationship Id="rId7" Type="http://schemas.openxmlformats.org/officeDocument/2006/relationships/slide" Target="../slides/slide158.xml" /><Relationship Id="rId2" Type="http://schemas.openxmlformats.org/officeDocument/2006/relationships/slide" Target="../slides/slide153.xml" /><Relationship Id="rId1" Type="http://schemas.openxmlformats.org/officeDocument/2006/relationships/slideMaster" Target="../slideMasters/slideMaster43.xml" /><Relationship Id="rId6" Type="http://schemas.openxmlformats.org/officeDocument/2006/relationships/slide" Target="../slides/slide157.xml" /><Relationship Id="rId5" Type="http://schemas.openxmlformats.org/officeDocument/2006/relationships/slide" Target="../slides/slide156.xml" /><Relationship Id="rId4" Type="http://schemas.openxmlformats.org/officeDocument/2006/relationships/slide" Target="../slides/slide155.xml" /></Relationships>
</file>

<file path=ppt/slideLayouts/_rels/slideLayout563.xml.rels><?xml version="1.0" encoding="UTF-8" standalone="yes"?>
<Relationships xmlns="http://schemas.openxmlformats.org/package/2006/relationships"><Relationship Id="rId8" Type="http://schemas.openxmlformats.org/officeDocument/2006/relationships/slide" Target="../slides/slide159.xml" /><Relationship Id="rId3" Type="http://schemas.openxmlformats.org/officeDocument/2006/relationships/slide" Target="../slides/slide154.xml" /><Relationship Id="rId7" Type="http://schemas.openxmlformats.org/officeDocument/2006/relationships/slide" Target="../slides/slide158.xml" /><Relationship Id="rId2" Type="http://schemas.openxmlformats.org/officeDocument/2006/relationships/slide" Target="../slides/slide153.xml" /><Relationship Id="rId1" Type="http://schemas.openxmlformats.org/officeDocument/2006/relationships/slideMaster" Target="../slideMasters/slideMaster43.xml" /><Relationship Id="rId6" Type="http://schemas.openxmlformats.org/officeDocument/2006/relationships/slide" Target="../slides/slide157.xml" /><Relationship Id="rId5" Type="http://schemas.openxmlformats.org/officeDocument/2006/relationships/slide" Target="../slides/slide156.xml" /><Relationship Id="rId4" Type="http://schemas.openxmlformats.org/officeDocument/2006/relationships/slide" Target="../slides/slide155.xml" /></Relationships>
</file>

<file path=ppt/slideLayouts/_rels/slideLayout564.xml.rels><?xml version="1.0" encoding="UTF-8" standalone="yes"?>
<Relationships xmlns="http://schemas.openxmlformats.org/package/2006/relationships"><Relationship Id="rId8" Type="http://schemas.openxmlformats.org/officeDocument/2006/relationships/slide" Target="../slides/slide159.xml" /><Relationship Id="rId3" Type="http://schemas.openxmlformats.org/officeDocument/2006/relationships/slide" Target="../slides/slide154.xml" /><Relationship Id="rId7" Type="http://schemas.openxmlformats.org/officeDocument/2006/relationships/slide" Target="../slides/slide158.xml" /><Relationship Id="rId2" Type="http://schemas.openxmlformats.org/officeDocument/2006/relationships/slide" Target="../slides/slide153.xml" /><Relationship Id="rId1" Type="http://schemas.openxmlformats.org/officeDocument/2006/relationships/slideMaster" Target="../slideMasters/slideMaster43.xml" /><Relationship Id="rId6" Type="http://schemas.openxmlformats.org/officeDocument/2006/relationships/slide" Target="../slides/slide157.xml" /><Relationship Id="rId5" Type="http://schemas.openxmlformats.org/officeDocument/2006/relationships/slide" Target="../slides/slide156.xml" /><Relationship Id="rId4" Type="http://schemas.openxmlformats.org/officeDocument/2006/relationships/slide" Target="../slides/slide155.xml" /></Relationships>
</file>

<file path=ppt/slideLayouts/_rels/slideLayout565.xml.rels><?xml version="1.0" encoding="UTF-8" standalone="yes"?>
<Relationships xmlns="http://schemas.openxmlformats.org/package/2006/relationships"><Relationship Id="rId8" Type="http://schemas.openxmlformats.org/officeDocument/2006/relationships/slide" Target="../slides/slide159.xml" /><Relationship Id="rId3" Type="http://schemas.openxmlformats.org/officeDocument/2006/relationships/slide" Target="../slides/slide154.xml" /><Relationship Id="rId7" Type="http://schemas.openxmlformats.org/officeDocument/2006/relationships/slide" Target="../slides/slide158.xml" /><Relationship Id="rId2" Type="http://schemas.openxmlformats.org/officeDocument/2006/relationships/slide" Target="../slides/slide153.xml" /><Relationship Id="rId1" Type="http://schemas.openxmlformats.org/officeDocument/2006/relationships/slideMaster" Target="../slideMasters/slideMaster43.xml" /><Relationship Id="rId6" Type="http://schemas.openxmlformats.org/officeDocument/2006/relationships/slide" Target="../slides/slide157.xml" /><Relationship Id="rId5" Type="http://schemas.openxmlformats.org/officeDocument/2006/relationships/slide" Target="../slides/slide156.xml" /><Relationship Id="rId4" Type="http://schemas.openxmlformats.org/officeDocument/2006/relationships/slide" Target="../slides/slide155.xml" /></Relationships>
</file>

<file path=ppt/slideLayouts/_rels/slideLayout566.xml.rels><?xml version="1.0" encoding="UTF-8" standalone="yes"?>
<Relationships xmlns="http://schemas.openxmlformats.org/package/2006/relationships"><Relationship Id="rId8" Type="http://schemas.openxmlformats.org/officeDocument/2006/relationships/slide" Target="../slides/slide159.xml" /><Relationship Id="rId3" Type="http://schemas.openxmlformats.org/officeDocument/2006/relationships/slide" Target="../slides/slide154.xml" /><Relationship Id="rId7" Type="http://schemas.openxmlformats.org/officeDocument/2006/relationships/slide" Target="../slides/slide158.xml" /><Relationship Id="rId2" Type="http://schemas.openxmlformats.org/officeDocument/2006/relationships/slide" Target="../slides/slide153.xml" /><Relationship Id="rId1" Type="http://schemas.openxmlformats.org/officeDocument/2006/relationships/slideMaster" Target="../slideMasters/slideMaster43.xml" /><Relationship Id="rId6" Type="http://schemas.openxmlformats.org/officeDocument/2006/relationships/slide" Target="../slides/slide157.xml" /><Relationship Id="rId5" Type="http://schemas.openxmlformats.org/officeDocument/2006/relationships/slide" Target="../slides/slide156.xml" /><Relationship Id="rId4" Type="http://schemas.openxmlformats.org/officeDocument/2006/relationships/slide" Target="../slides/slide155.xml" /></Relationships>
</file>

<file path=ppt/slideLayouts/_rels/slideLayout567.xml.rels><?xml version="1.0" encoding="UTF-8" standalone="yes"?>
<Relationships xmlns="http://schemas.openxmlformats.org/package/2006/relationships"><Relationship Id="rId8" Type="http://schemas.openxmlformats.org/officeDocument/2006/relationships/slide" Target="../slides/slide159.xml" /><Relationship Id="rId3" Type="http://schemas.openxmlformats.org/officeDocument/2006/relationships/slide" Target="../slides/slide154.xml" /><Relationship Id="rId7" Type="http://schemas.openxmlformats.org/officeDocument/2006/relationships/slide" Target="../slides/slide158.xml" /><Relationship Id="rId2" Type="http://schemas.openxmlformats.org/officeDocument/2006/relationships/slide" Target="../slides/slide153.xml" /><Relationship Id="rId1" Type="http://schemas.openxmlformats.org/officeDocument/2006/relationships/slideMaster" Target="../slideMasters/slideMaster43.xml" /><Relationship Id="rId6" Type="http://schemas.openxmlformats.org/officeDocument/2006/relationships/slide" Target="../slides/slide157.xml" /><Relationship Id="rId5" Type="http://schemas.openxmlformats.org/officeDocument/2006/relationships/slide" Target="../slides/slide156.xml" /><Relationship Id="rId4" Type="http://schemas.openxmlformats.org/officeDocument/2006/relationships/slide" Target="../slides/slide155.xml" /></Relationships>
</file>

<file path=ppt/slideLayouts/_rels/slideLayout568.xml.rels><?xml version="1.0" encoding="UTF-8" standalone="yes"?>
<Relationships xmlns="http://schemas.openxmlformats.org/package/2006/relationships"><Relationship Id="rId1" Type="http://schemas.openxmlformats.org/officeDocument/2006/relationships/slideMaster" Target="../slideMasters/slideMaster44.xml" /></Relationships>
</file>

<file path=ppt/slideLayouts/_rels/slideLayout569.xml.rels><?xml version="1.0" encoding="UTF-8" standalone="yes"?>
<Relationships xmlns="http://schemas.openxmlformats.org/package/2006/relationships"><Relationship Id="rId1" Type="http://schemas.openxmlformats.org/officeDocument/2006/relationships/slideMaster" Target="../slideMasters/slideMaster44.xml" /></Relationships>
</file>

<file path=ppt/slideLayouts/_rels/slideLayout570.xml.rels><?xml version="1.0" encoding="UTF-8" standalone="yes"?>
<Relationships xmlns="http://schemas.openxmlformats.org/package/2006/relationships"><Relationship Id="rId1" Type="http://schemas.openxmlformats.org/officeDocument/2006/relationships/slideMaster" Target="../slideMasters/slideMaster44.xml" /></Relationships>
</file>

<file path=ppt/slideLayouts/_rels/slideLayout571.xml.rels><?xml version="1.0" encoding="UTF-8" standalone="yes"?>
<Relationships xmlns="http://schemas.openxmlformats.org/package/2006/relationships"><Relationship Id="rId1" Type="http://schemas.openxmlformats.org/officeDocument/2006/relationships/slideMaster" Target="../slideMasters/slideMaster44.xml" /></Relationships>
</file>

<file path=ppt/slideLayouts/_rels/slideLayout572.xml.rels><?xml version="1.0" encoding="UTF-8" standalone="yes"?>
<Relationships xmlns="http://schemas.openxmlformats.org/package/2006/relationships"><Relationship Id="rId1" Type="http://schemas.openxmlformats.org/officeDocument/2006/relationships/slideMaster" Target="../slideMasters/slideMaster44.xml" /></Relationships>
</file>

<file path=ppt/slideLayouts/_rels/slideLayout573.xml.rels><?xml version="1.0" encoding="UTF-8" standalone="yes"?>
<Relationships xmlns="http://schemas.openxmlformats.org/package/2006/relationships"><Relationship Id="rId1" Type="http://schemas.openxmlformats.org/officeDocument/2006/relationships/slideMaster" Target="../slideMasters/slideMaster44.xml" /></Relationships>
</file>

<file path=ppt/slideLayouts/_rels/slideLayout574.xml.rels><?xml version="1.0" encoding="UTF-8" standalone="yes"?>
<Relationships xmlns="http://schemas.openxmlformats.org/package/2006/relationships"><Relationship Id="rId8" Type="http://schemas.openxmlformats.org/officeDocument/2006/relationships/slide" Target="../slides/slide166.xml" /><Relationship Id="rId3" Type="http://schemas.openxmlformats.org/officeDocument/2006/relationships/slide" Target="../slides/slide161.xml" /><Relationship Id="rId7" Type="http://schemas.openxmlformats.org/officeDocument/2006/relationships/slide" Target="../slides/slide165.xml" /><Relationship Id="rId2" Type="http://schemas.openxmlformats.org/officeDocument/2006/relationships/slide" Target="../slides/slide160.xml" /><Relationship Id="rId1" Type="http://schemas.openxmlformats.org/officeDocument/2006/relationships/slideMaster" Target="../slideMasters/slideMaster44.xml" /><Relationship Id="rId6" Type="http://schemas.openxmlformats.org/officeDocument/2006/relationships/slide" Target="../slides/slide164.xml" /><Relationship Id="rId5" Type="http://schemas.openxmlformats.org/officeDocument/2006/relationships/slide" Target="../slides/slide163.xml" /><Relationship Id="rId4" Type="http://schemas.openxmlformats.org/officeDocument/2006/relationships/slide" Target="../slides/slide162.xml" /></Relationships>
</file>

<file path=ppt/slideLayouts/_rels/slideLayout575.xml.rels><?xml version="1.0" encoding="UTF-8" standalone="yes"?>
<Relationships xmlns="http://schemas.openxmlformats.org/package/2006/relationships"><Relationship Id="rId1" Type="http://schemas.openxmlformats.org/officeDocument/2006/relationships/slideMaster" Target="../slideMasters/slideMaster44.xml" /></Relationships>
</file>

<file path=ppt/slideLayouts/_rels/slideLayout576.xml.rels><?xml version="1.0" encoding="UTF-8" standalone="yes"?>
<Relationships xmlns="http://schemas.openxmlformats.org/package/2006/relationships"><Relationship Id="rId1" Type="http://schemas.openxmlformats.org/officeDocument/2006/relationships/slideMaster" Target="../slideMasters/slideMaster44.xml" /></Relationships>
</file>

<file path=ppt/slideLayouts/_rels/slideLayout577.xml.rels><?xml version="1.0" encoding="UTF-8" standalone="yes"?>
<Relationships xmlns="http://schemas.openxmlformats.org/package/2006/relationships"><Relationship Id="rId1" Type="http://schemas.openxmlformats.org/officeDocument/2006/relationships/slideMaster" Target="../slideMasters/slideMaster44.xml" /></Relationships>
</file>

<file path=ppt/slideLayouts/_rels/slideLayout578.xml.rels><?xml version="1.0" encoding="UTF-8" standalone="yes"?>
<Relationships xmlns="http://schemas.openxmlformats.org/package/2006/relationships"><Relationship Id="rId1" Type="http://schemas.openxmlformats.org/officeDocument/2006/relationships/slideMaster" Target="../slideMasters/slideMaster44.xml" /></Relationships>
</file>

<file path=ppt/slideLayouts/_rels/slideLayout579.xml.rels><?xml version="1.0" encoding="UTF-8" standalone="yes"?>
<Relationships xmlns="http://schemas.openxmlformats.org/package/2006/relationships"><Relationship Id="rId8" Type="http://schemas.openxmlformats.org/officeDocument/2006/relationships/slide" Target="../slides/slide166.xml" /><Relationship Id="rId3" Type="http://schemas.openxmlformats.org/officeDocument/2006/relationships/slide" Target="../slides/slide161.xml" /><Relationship Id="rId7" Type="http://schemas.openxmlformats.org/officeDocument/2006/relationships/slide" Target="../slides/slide165.xml" /><Relationship Id="rId2" Type="http://schemas.openxmlformats.org/officeDocument/2006/relationships/slide" Target="../slides/slide160.xml" /><Relationship Id="rId1" Type="http://schemas.openxmlformats.org/officeDocument/2006/relationships/slideMaster" Target="../slideMasters/slideMaster44.xml" /><Relationship Id="rId6" Type="http://schemas.openxmlformats.org/officeDocument/2006/relationships/slide" Target="../slides/slide164.xml" /><Relationship Id="rId5" Type="http://schemas.openxmlformats.org/officeDocument/2006/relationships/slide" Target="../slides/slide163.xml" /><Relationship Id="rId4" Type="http://schemas.openxmlformats.org/officeDocument/2006/relationships/slide" Target="../slides/slide162.xml" /></Relationships>
</file>

<file path=ppt/slideLayouts/_rels/slideLayout580.xml.rels><?xml version="1.0" encoding="UTF-8" standalone="yes"?>
<Relationships xmlns="http://schemas.openxmlformats.org/package/2006/relationships"><Relationship Id="rId8" Type="http://schemas.openxmlformats.org/officeDocument/2006/relationships/slide" Target="../slides/slide166.xml" /><Relationship Id="rId3" Type="http://schemas.openxmlformats.org/officeDocument/2006/relationships/slide" Target="../slides/slide161.xml" /><Relationship Id="rId7" Type="http://schemas.openxmlformats.org/officeDocument/2006/relationships/slide" Target="../slides/slide165.xml" /><Relationship Id="rId2" Type="http://schemas.openxmlformats.org/officeDocument/2006/relationships/slide" Target="../slides/slide160.xml" /><Relationship Id="rId1" Type="http://schemas.openxmlformats.org/officeDocument/2006/relationships/slideMaster" Target="../slideMasters/slideMaster44.xml" /><Relationship Id="rId6" Type="http://schemas.openxmlformats.org/officeDocument/2006/relationships/slide" Target="../slides/slide164.xml" /><Relationship Id="rId5" Type="http://schemas.openxmlformats.org/officeDocument/2006/relationships/slide" Target="../slides/slide163.xml" /><Relationship Id="rId4" Type="http://schemas.openxmlformats.org/officeDocument/2006/relationships/slide" Target="../slides/slide162.xml" /></Relationships>
</file>

<file path=ppt/slideLayouts/_rels/slideLayout581.xml.rels><?xml version="1.0" encoding="UTF-8" standalone="yes"?>
<Relationships xmlns="http://schemas.openxmlformats.org/package/2006/relationships"><Relationship Id="rId8" Type="http://schemas.openxmlformats.org/officeDocument/2006/relationships/slide" Target="../slides/slide166.xml" /><Relationship Id="rId3" Type="http://schemas.openxmlformats.org/officeDocument/2006/relationships/slide" Target="../slides/slide161.xml" /><Relationship Id="rId7" Type="http://schemas.openxmlformats.org/officeDocument/2006/relationships/slide" Target="../slides/slide165.xml" /><Relationship Id="rId2" Type="http://schemas.openxmlformats.org/officeDocument/2006/relationships/slide" Target="../slides/slide160.xml" /><Relationship Id="rId1" Type="http://schemas.openxmlformats.org/officeDocument/2006/relationships/slideMaster" Target="../slideMasters/slideMaster44.xml" /><Relationship Id="rId6" Type="http://schemas.openxmlformats.org/officeDocument/2006/relationships/slide" Target="../slides/slide164.xml" /><Relationship Id="rId5" Type="http://schemas.openxmlformats.org/officeDocument/2006/relationships/slide" Target="../slides/slide163.xml" /><Relationship Id="rId4" Type="http://schemas.openxmlformats.org/officeDocument/2006/relationships/slide" Target="../slides/slide162.xml" /></Relationships>
</file>

<file path=ppt/slideLayouts/_rels/slideLayout582.xml.rels><?xml version="1.0" encoding="UTF-8" standalone="yes"?>
<Relationships xmlns="http://schemas.openxmlformats.org/package/2006/relationships"><Relationship Id="rId8" Type="http://schemas.openxmlformats.org/officeDocument/2006/relationships/slide" Target="../slides/slide166.xml" /><Relationship Id="rId3" Type="http://schemas.openxmlformats.org/officeDocument/2006/relationships/slide" Target="../slides/slide161.xml" /><Relationship Id="rId7" Type="http://schemas.openxmlformats.org/officeDocument/2006/relationships/slide" Target="../slides/slide165.xml" /><Relationship Id="rId2" Type="http://schemas.openxmlformats.org/officeDocument/2006/relationships/slide" Target="../slides/slide160.xml" /><Relationship Id="rId1" Type="http://schemas.openxmlformats.org/officeDocument/2006/relationships/slideMaster" Target="../slideMasters/slideMaster44.xml" /><Relationship Id="rId6" Type="http://schemas.openxmlformats.org/officeDocument/2006/relationships/slide" Target="../slides/slide164.xml" /><Relationship Id="rId5" Type="http://schemas.openxmlformats.org/officeDocument/2006/relationships/slide" Target="../slides/slide163.xml" /><Relationship Id="rId4" Type="http://schemas.openxmlformats.org/officeDocument/2006/relationships/slide" Target="../slides/slide162.xml" /></Relationships>
</file>

<file path=ppt/slideLayouts/_rels/slideLayout583.xml.rels><?xml version="1.0" encoding="UTF-8" standalone="yes"?>
<Relationships xmlns="http://schemas.openxmlformats.org/package/2006/relationships"><Relationship Id="rId8" Type="http://schemas.openxmlformats.org/officeDocument/2006/relationships/slide" Target="../slides/slide166.xml" /><Relationship Id="rId3" Type="http://schemas.openxmlformats.org/officeDocument/2006/relationships/slide" Target="../slides/slide161.xml" /><Relationship Id="rId7" Type="http://schemas.openxmlformats.org/officeDocument/2006/relationships/slide" Target="../slides/slide165.xml" /><Relationship Id="rId2" Type="http://schemas.openxmlformats.org/officeDocument/2006/relationships/slide" Target="../slides/slide160.xml" /><Relationship Id="rId1" Type="http://schemas.openxmlformats.org/officeDocument/2006/relationships/slideMaster" Target="../slideMasters/slideMaster44.xml" /><Relationship Id="rId6" Type="http://schemas.openxmlformats.org/officeDocument/2006/relationships/slide" Target="../slides/slide164.xml" /><Relationship Id="rId5" Type="http://schemas.openxmlformats.org/officeDocument/2006/relationships/slide" Target="../slides/slide163.xml" /><Relationship Id="rId4" Type="http://schemas.openxmlformats.org/officeDocument/2006/relationships/slide" Target="../slides/slide162.xml" /></Relationships>
</file>

<file path=ppt/slideLayouts/_rels/slideLayout584.xml.rels><?xml version="1.0" encoding="UTF-8" standalone="yes"?>
<Relationships xmlns="http://schemas.openxmlformats.org/package/2006/relationships"><Relationship Id="rId8" Type="http://schemas.openxmlformats.org/officeDocument/2006/relationships/slide" Target="../slides/slide166.xml" /><Relationship Id="rId3" Type="http://schemas.openxmlformats.org/officeDocument/2006/relationships/slide" Target="../slides/slide161.xml" /><Relationship Id="rId7" Type="http://schemas.openxmlformats.org/officeDocument/2006/relationships/slide" Target="../slides/slide165.xml" /><Relationship Id="rId2" Type="http://schemas.openxmlformats.org/officeDocument/2006/relationships/slide" Target="../slides/slide160.xml" /><Relationship Id="rId1" Type="http://schemas.openxmlformats.org/officeDocument/2006/relationships/slideMaster" Target="../slideMasters/slideMaster44.xml" /><Relationship Id="rId6" Type="http://schemas.openxmlformats.org/officeDocument/2006/relationships/slide" Target="../slides/slide164.xml" /><Relationship Id="rId5" Type="http://schemas.openxmlformats.org/officeDocument/2006/relationships/slide" Target="../slides/slide163.xml" /><Relationship Id="rId4" Type="http://schemas.openxmlformats.org/officeDocument/2006/relationships/slide" Target="../slides/slide162.xml" /></Relationships>
</file>

<file path=ppt/slideLayouts/_rels/slideLayout585.xml.rels><?xml version="1.0" encoding="UTF-8" standalone="yes"?>
<Relationships xmlns="http://schemas.openxmlformats.org/package/2006/relationships"><Relationship Id="rId1" Type="http://schemas.openxmlformats.org/officeDocument/2006/relationships/slideMaster" Target="../slideMasters/slideMaster45.xml" /></Relationships>
</file>

<file path=ppt/slideLayouts/_rels/slideLayout586.xml.rels><?xml version="1.0" encoding="UTF-8" standalone="yes"?>
<Relationships xmlns="http://schemas.openxmlformats.org/package/2006/relationships"><Relationship Id="rId1" Type="http://schemas.openxmlformats.org/officeDocument/2006/relationships/slideMaster" Target="../slideMasters/slideMaster45.xml" /></Relationships>
</file>

<file path=ppt/slideLayouts/_rels/slideLayout587.xml.rels><?xml version="1.0" encoding="UTF-8" standalone="yes"?>
<Relationships xmlns="http://schemas.openxmlformats.org/package/2006/relationships"><Relationship Id="rId1" Type="http://schemas.openxmlformats.org/officeDocument/2006/relationships/slideMaster" Target="../slideMasters/slideMaster45.xml" /></Relationships>
</file>

<file path=ppt/slideLayouts/_rels/slideLayout588.xml.rels><?xml version="1.0" encoding="UTF-8" standalone="yes"?>
<Relationships xmlns="http://schemas.openxmlformats.org/package/2006/relationships"><Relationship Id="rId1" Type="http://schemas.openxmlformats.org/officeDocument/2006/relationships/slideMaster" Target="../slideMasters/slideMaster45.xml" /></Relationships>
</file>

<file path=ppt/slideLayouts/_rels/slideLayout589.xml.rels><?xml version="1.0" encoding="UTF-8" standalone="yes"?>
<Relationships xmlns="http://schemas.openxmlformats.org/package/2006/relationships"><Relationship Id="rId1" Type="http://schemas.openxmlformats.org/officeDocument/2006/relationships/slideMaster" Target="../slideMasters/slideMaster45.xml" /></Relationships>
</file>

<file path=ppt/slideLayouts/_rels/slideLayout590.xml.rels><?xml version="1.0" encoding="UTF-8" standalone="yes"?>
<Relationships xmlns="http://schemas.openxmlformats.org/package/2006/relationships"><Relationship Id="rId1" Type="http://schemas.openxmlformats.org/officeDocument/2006/relationships/slideMaster" Target="../slideMasters/slideMaster45.xml" /></Relationships>
</file>

<file path=ppt/slideLayouts/_rels/slideLayout591.xml.rels><?xml version="1.0" encoding="UTF-8" standalone="yes"?>
<Relationships xmlns="http://schemas.openxmlformats.org/package/2006/relationships"><Relationship Id="rId8" Type="http://schemas.openxmlformats.org/officeDocument/2006/relationships/slide" Target="../slides/slide173.xml" /><Relationship Id="rId3" Type="http://schemas.openxmlformats.org/officeDocument/2006/relationships/slide" Target="../slides/slide168.xml" /><Relationship Id="rId7" Type="http://schemas.openxmlformats.org/officeDocument/2006/relationships/slide" Target="../slides/slide172.xml" /><Relationship Id="rId2" Type="http://schemas.openxmlformats.org/officeDocument/2006/relationships/slide" Target="../slides/slide167.xml" /><Relationship Id="rId1" Type="http://schemas.openxmlformats.org/officeDocument/2006/relationships/slideMaster" Target="../slideMasters/slideMaster45.xml" /><Relationship Id="rId6" Type="http://schemas.openxmlformats.org/officeDocument/2006/relationships/slide" Target="../slides/slide171.xml" /><Relationship Id="rId5" Type="http://schemas.openxmlformats.org/officeDocument/2006/relationships/slide" Target="../slides/slide170.xml" /><Relationship Id="rId4" Type="http://schemas.openxmlformats.org/officeDocument/2006/relationships/slide" Target="../slides/slide169.xml" /></Relationships>
</file>

<file path=ppt/slideLayouts/_rels/slideLayout592.xml.rels><?xml version="1.0" encoding="UTF-8" standalone="yes"?>
<Relationships xmlns="http://schemas.openxmlformats.org/package/2006/relationships"><Relationship Id="rId1" Type="http://schemas.openxmlformats.org/officeDocument/2006/relationships/slideMaster" Target="../slideMasters/slideMaster45.xml" /></Relationships>
</file>

<file path=ppt/slideLayouts/_rels/slideLayout593.xml.rels><?xml version="1.0" encoding="UTF-8" standalone="yes"?>
<Relationships xmlns="http://schemas.openxmlformats.org/package/2006/relationships"><Relationship Id="rId1" Type="http://schemas.openxmlformats.org/officeDocument/2006/relationships/slideMaster" Target="../slideMasters/slideMaster45.xml" /></Relationships>
</file>

<file path=ppt/slideLayouts/_rels/slideLayout594.xml.rels><?xml version="1.0" encoding="UTF-8" standalone="yes"?>
<Relationships xmlns="http://schemas.openxmlformats.org/package/2006/relationships"><Relationship Id="rId1" Type="http://schemas.openxmlformats.org/officeDocument/2006/relationships/slideMaster" Target="../slideMasters/slideMaster45.xml" /></Relationships>
</file>

<file path=ppt/slideLayouts/_rels/slideLayout595.xml.rels><?xml version="1.0" encoding="UTF-8" standalone="yes"?>
<Relationships xmlns="http://schemas.openxmlformats.org/package/2006/relationships"><Relationship Id="rId1" Type="http://schemas.openxmlformats.org/officeDocument/2006/relationships/slideMaster" Target="../slideMasters/slideMaster45.xml" /></Relationships>
</file>

<file path=ppt/slideLayouts/_rels/slideLayout596.xml.rels><?xml version="1.0" encoding="UTF-8" standalone="yes"?>
<Relationships xmlns="http://schemas.openxmlformats.org/package/2006/relationships"><Relationship Id="rId8" Type="http://schemas.openxmlformats.org/officeDocument/2006/relationships/slide" Target="../slides/slide173.xml" /><Relationship Id="rId3" Type="http://schemas.openxmlformats.org/officeDocument/2006/relationships/slide" Target="../slides/slide168.xml" /><Relationship Id="rId7" Type="http://schemas.openxmlformats.org/officeDocument/2006/relationships/slide" Target="../slides/slide172.xml" /><Relationship Id="rId2" Type="http://schemas.openxmlformats.org/officeDocument/2006/relationships/slide" Target="../slides/slide167.xml" /><Relationship Id="rId1" Type="http://schemas.openxmlformats.org/officeDocument/2006/relationships/slideMaster" Target="../slideMasters/slideMaster45.xml" /><Relationship Id="rId6" Type="http://schemas.openxmlformats.org/officeDocument/2006/relationships/slide" Target="../slides/slide171.xml" /><Relationship Id="rId5" Type="http://schemas.openxmlformats.org/officeDocument/2006/relationships/slide" Target="../slides/slide170.xml" /><Relationship Id="rId4" Type="http://schemas.openxmlformats.org/officeDocument/2006/relationships/slide" Target="../slides/slide169.xml" /></Relationships>
</file>

<file path=ppt/slideLayouts/_rels/slideLayout597.xml.rels><?xml version="1.0" encoding="UTF-8" standalone="yes"?>
<Relationships xmlns="http://schemas.openxmlformats.org/package/2006/relationships"><Relationship Id="rId8" Type="http://schemas.openxmlformats.org/officeDocument/2006/relationships/slide" Target="../slides/slide173.xml" /><Relationship Id="rId3" Type="http://schemas.openxmlformats.org/officeDocument/2006/relationships/slide" Target="../slides/slide168.xml" /><Relationship Id="rId7" Type="http://schemas.openxmlformats.org/officeDocument/2006/relationships/slide" Target="../slides/slide172.xml" /><Relationship Id="rId2" Type="http://schemas.openxmlformats.org/officeDocument/2006/relationships/slide" Target="../slides/slide167.xml" /><Relationship Id="rId1" Type="http://schemas.openxmlformats.org/officeDocument/2006/relationships/slideMaster" Target="../slideMasters/slideMaster45.xml" /><Relationship Id="rId6" Type="http://schemas.openxmlformats.org/officeDocument/2006/relationships/slide" Target="../slides/slide171.xml" /><Relationship Id="rId5" Type="http://schemas.openxmlformats.org/officeDocument/2006/relationships/slide" Target="../slides/slide170.xml" /><Relationship Id="rId4" Type="http://schemas.openxmlformats.org/officeDocument/2006/relationships/slide" Target="../slides/slide169.xml" /></Relationships>
</file>

<file path=ppt/slideLayouts/_rels/slideLayout598.xml.rels><?xml version="1.0" encoding="UTF-8" standalone="yes"?>
<Relationships xmlns="http://schemas.openxmlformats.org/package/2006/relationships"><Relationship Id="rId8" Type="http://schemas.openxmlformats.org/officeDocument/2006/relationships/slide" Target="../slides/slide173.xml" /><Relationship Id="rId3" Type="http://schemas.openxmlformats.org/officeDocument/2006/relationships/slide" Target="../slides/slide168.xml" /><Relationship Id="rId7" Type="http://schemas.openxmlformats.org/officeDocument/2006/relationships/slide" Target="../slides/slide172.xml" /><Relationship Id="rId2" Type="http://schemas.openxmlformats.org/officeDocument/2006/relationships/slide" Target="../slides/slide167.xml" /><Relationship Id="rId1" Type="http://schemas.openxmlformats.org/officeDocument/2006/relationships/slideMaster" Target="../slideMasters/slideMaster45.xml" /><Relationship Id="rId6" Type="http://schemas.openxmlformats.org/officeDocument/2006/relationships/slide" Target="../slides/slide171.xml" /><Relationship Id="rId5" Type="http://schemas.openxmlformats.org/officeDocument/2006/relationships/slide" Target="../slides/slide170.xml" /><Relationship Id="rId4" Type="http://schemas.openxmlformats.org/officeDocument/2006/relationships/slide" Target="../slides/slide169.xml" /></Relationships>
</file>

<file path=ppt/slideLayouts/_rels/slideLayout599.xml.rels><?xml version="1.0" encoding="UTF-8" standalone="yes"?>
<Relationships xmlns="http://schemas.openxmlformats.org/package/2006/relationships"><Relationship Id="rId8" Type="http://schemas.openxmlformats.org/officeDocument/2006/relationships/slide" Target="../slides/slide173.xml" /><Relationship Id="rId3" Type="http://schemas.openxmlformats.org/officeDocument/2006/relationships/slide" Target="../slides/slide168.xml" /><Relationship Id="rId7" Type="http://schemas.openxmlformats.org/officeDocument/2006/relationships/slide" Target="../slides/slide172.xml" /><Relationship Id="rId2" Type="http://schemas.openxmlformats.org/officeDocument/2006/relationships/slide" Target="../slides/slide167.xml" /><Relationship Id="rId1" Type="http://schemas.openxmlformats.org/officeDocument/2006/relationships/slideMaster" Target="../slideMasters/slideMaster45.xml" /><Relationship Id="rId6" Type="http://schemas.openxmlformats.org/officeDocument/2006/relationships/slide" Target="../slides/slide171.xml" /><Relationship Id="rId5" Type="http://schemas.openxmlformats.org/officeDocument/2006/relationships/slide" Target="../slides/slide170.xml" /><Relationship Id="rId4" Type="http://schemas.openxmlformats.org/officeDocument/2006/relationships/slide" Target="../slides/slide169.xml" /></Relationships>
</file>

<file path=ppt/slideLayouts/_rels/slideLayout600.xml.rels><?xml version="1.0" encoding="UTF-8" standalone="yes"?>
<Relationships xmlns="http://schemas.openxmlformats.org/package/2006/relationships"><Relationship Id="rId8" Type="http://schemas.openxmlformats.org/officeDocument/2006/relationships/slide" Target="../slides/slide173.xml" /><Relationship Id="rId3" Type="http://schemas.openxmlformats.org/officeDocument/2006/relationships/slide" Target="../slides/slide168.xml" /><Relationship Id="rId7" Type="http://schemas.openxmlformats.org/officeDocument/2006/relationships/slide" Target="../slides/slide172.xml" /><Relationship Id="rId2" Type="http://schemas.openxmlformats.org/officeDocument/2006/relationships/slide" Target="../slides/slide167.xml" /><Relationship Id="rId1" Type="http://schemas.openxmlformats.org/officeDocument/2006/relationships/slideMaster" Target="../slideMasters/slideMaster45.xml" /><Relationship Id="rId6" Type="http://schemas.openxmlformats.org/officeDocument/2006/relationships/slide" Target="../slides/slide171.xml" /><Relationship Id="rId5" Type="http://schemas.openxmlformats.org/officeDocument/2006/relationships/slide" Target="../slides/slide170.xml" /><Relationship Id="rId4" Type="http://schemas.openxmlformats.org/officeDocument/2006/relationships/slide" Target="../slides/slide169.xml" /></Relationships>
</file>

<file path=ppt/slideLayouts/_rels/slideLayout601.xml.rels><?xml version="1.0" encoding="UTF-8" standalone="yes"?>
<Relationships xmlns="http://schemas.openxmlformats.org/package/2006/relationships"><Relationship Id="rId8" Type="http://schemas.openxmlformats.org/officeDocument/2006/relationships/slide" Target="../slides/slide173.xml" /><Relationship Id="rId3" Type="http://schemas.openxmlformats.org/officeDocument/2006/relationships/slide" Target="../slides/slide168.xml" /><Relationship Id="rId7" Type="http://schemas.openxmlformats.org/officeDocument/2006/relationships/slide" Target="../slides/slide172.xml" /><Relationship Id="rId2" Type="http://schemas.openxmlformats.org/officeDocument/2006/relationships/slide" Target="../slides/slide167.xml" /><Relationship Id="rId1" Type="http://schemas.openxmlformats.org/officeDocument/2006/relationships/slideMaster" Target="../slideMasters/slideMaster45.xml" /><Relationship Id="rId6" Type="http://schemas.openxmlformats.org/officeDocument/2006/relationships/slide" Target="../slides/slide171.xml" /><Relationship Id="rId5" Type="http://schemas.openxmlformats.org/officeDocument/2006/relationships/slide" Target="../slides/slide170.xml" /><Relationship Id="rId4" Type="http://schemas.openxmlformats.org/officeDocument/2006/relationships/slide" Target="../slides/slide169.xml" /></Relationships>
</file>

<file path=ppt/slideLayouts/_rels/slideLayout602.xml.rels><?xml version="1.0" encoding="UTF-8" standalone="yes"?>
<Relationships xmlns="http://schemas.openxmlformats.org/package/2006/relationships"><Relationship Id="rId1" Type="http://schemas.openxmlformats.org/officeDocument/2006/relationships/slideMaster" Target="../slideMasters/slideMaster46.xml" /></Relationships>
</file>

<file path=ppt/slideLayouts/_rels/slideLayout603.xml.rels><?xml version="1.0" encoding="UTF-8" standalone="yes"?>
<Relationships xmlns="http://schemas.openxmlformats.org/package/2006/relationships"><Relationship Id="rId1" Type="http://schemas.openxmlformats.org/officeDocument/2006/relationships/slideMaster" Target="../slideMasters/slideMaster46.xml" /></Relationships>
</file>

<file path=ppt/slideLayouts/_rels/slideLayout604.xml.rels><?xml version="1.0" encoding="UTF-8" standalone="yes"?>
<Relationships xmlns="http://schemas.openxmlformats.org/package/2006/relationships"><Relationship Id="rId1" Type="http://schemas.openxmlformats.org/officeDocument/2006/relationships/slideMaster" Target="../slideMasters/slideMaster46.xml" /></Relationships>
</file>

<file path=ppt/slideLayouts/_rels/slideLayout605.xml.rels><?xml version="1.0" encoding="UTF-8" standalone="yes"?>
<Relationships xmlns="http://schemas.openxmlformats.org/package/2006/relationships"><Relationship Id="rId1" Type="http://schemas.openxmlformats.org/officeDocument/2006/relationships/slideMaster" Target="../slideMasters/slideMaster46.xml" /></Relationships>
</file>

<file path=ppt/slideLayouts/_rels/slideLayout606.xml.rels><?xml version="1.0" encoding="UTF-8" standalone="yes"?>
<Relationships xmlns="http://schemas.openxmlformats.org/package/2006/relationships"><Relationship Id="rId1" Type="http://schemas.openxmlformats.org/officeDocument/2006/relationships/slideMaster" Target="../slideMasters/slideMaster46.xml" /></Relationships>
</file>

<file path=ppt/slideLayouts/_rels/slideLayout607.xml.rels><?xml version="1.0" encoding="UTF-8" standalone="yes"?>
<Relationships xmlns="http://schemas.openxmlformats.org/package/2006/relationships"><Relationship Id="rId1" Type="http://schemas.openxmlformats.org/officeDocument/2006/relationships/slideMaster" Target="../slideMasters/slideMaster46.xml" /></Relationships>
</file>

<file path=ppt/slideLayouts/_rels/slideLayout608.xml.rels><?xml version="1.0" encoding="UTF-8" standalone="yes"?>
<Relationships xmlns="http://schemas.openxmlformats.org/package/2006/relationships"><Relationship Id="rId8" Type="http://schemas.openxmlformats.org/officeDocument/2006/relationships/slide" Target="../slides/slide181.xml" /><Relationship Id="rId3" Type="http://schemas.openxmlformats.org/officeDocument/2006/relationships/slide" Target="../slides/slide175.xml" /><Relationship Id="rId7" Type="http://schemas.openxmlformats.org/officeDocument/2006/relationships/slide" Target="../slides/slide179.xml" /><Relationship Id="rId2" Type="http://schemas.openxmlformats.org/officeDocument/2006/relationships/slide" Target="../slides/slide174.xml" /><Relationship Id="rId1" Type="http://schemas.openxmlformats.org/officeDocument/2006/relationships/slideMaster" Target="../slideMasters/slideMaster46.xml" /><Relationship Id="rId6" Type="http://schemas.openxmlformats.org/officeDocument/2006/relationships/slide" Target="../slides/slide178.xml" /><Relationship Id="rId5" Type="http://schemas.openxmlformats.org/officeDocument/2006/relationships/slide" Target="../slides/slide177.xml" /><Relationship Id="rId4" Type="http://schemas.openxmlformats.org/officeDocument/2006/relationships/slide" Target="../slides/slide176.xml" /></Relationships>
</file>

<file path=ppt/slideLayouts/_rels/slideLayout609.xml.rels><?xml version="1.0" encoding="UTF-8" standalone="yes"?>
<Relationships xmlns="http://schemas.openxmlformats.org/package/2006/relationships"><Relationship Id="rId1" Type="http://schemas.openxmlformats.org/officeDocument/2006/relationships/slideMaster" Target="../slideMasters/slideMaster46.xml" /></Relationships>
</file>

<file path=ppt/slideLayouts/_rels/slideLayout610.xml.rels><?xml version="1.0" encoding="UTF-8" standalone="yes"?>
<Relationships xmlns="http://schemas.openxmlformats.org/package/2006/relationships"><Relationship Id="rId1" Type="http://schemas.openxmlformats.org/officeDocument/2006/relationships/slideMaster" Target="../slideMasters/slideMaster46.xml" /></Relationships>
</file>

<file path=ppt/slideLayouts/_rels/slideLayout611.xml.rels><?xml version="1.0" encoding="UTF-8" standalone="yes"?>
<Relationships xmlns="http://schemas.openxmlformats.org/package/2006/relationships"><Relationship Id="rId1" Type="http://schemas.openxmlformats.org/officeDocument/2006/relationships/slideMaster" Target="../slideMasters/slideMaster46.xml" /></Relationships>
</file>

<file path=ppt/slideLayouts/_rels/slideLayout612.xml.rels><?xml version="1.0" encoding="UTF-8" standalone="yes"?>
<Relationships xmlns="http://schemas.openxmlformats.org/package/2006/relationships"><Relationship Id="rId1" Type="http://schemas.openxmlformats.org/officeDocument/2006/relationships/slideMaster" Target="../slideMasters/slideMaster46.xml" /></Relationships>
</file>

<file path=ppt/slideLayouts/_rels/slideLayout613.xml.rels><?xml version="1.0" encoding="UTF-8" standalone="yes"?>
<Relationships xmlns="http://schemas.openxmlformats.org/package/2006/relationships"><Relationship Id="rId8" Type="http://schemas.openxmlformats.org/officeDocument/2006/relationships/slide" Target="../slides/slide181.xml" /><Relationship Id="rId3" Type="http://schemas.openxmlformats.org/officeDocument/2006/relationships/slide" Target="../slides/slide175.xml" /><Relationship Id="rId7" Type="http://schemas.openxmlformats.org/officeDocument/2006/relationships/slide" Target="../slides/slide179.xml" /><Relationship Id="rId2" Type="http://schemas.openxmlformats.org/officeDocument/2006/relationships/slide" Target="../slides/slide174.xml" /><Relationship Id="rId1" Type="http://schemas.openxmlformats.org/officeDocument/2006/relationships/slideMaster" Target="../slideMasters/slideMaster46.xml" /><Relationship Id="rId6" Type="http://schemas.openxmlformats.org/officeDocument/2006/relationships/slide" Target="../slides/slide178.xml" /><Relationship Id="rId5" Type="http://schemas.openxmlformats.org/officeDocument/2006/relationships/slide" Target="../slides/slide177.xml" /><Relationship Id="rId4" Type="http://schemas.openxmlformats.org/officeDocument/2006/relationships/slide" Target="../slides/slide176.xml" /></Relationships>
</file>

<file path=ppt/slideLayouts/_rels/slideLayout614.xml.rels><?xml version="1.0" encoding="UTF-8" standalone="yes"?>
<Relationships xmlns="http://schemas.openxmlformats.org/package/2006/relationships"><Relationship Id="rId8" Type="http://schemas.openxmlformats.org/officeDocument/2006/relationships/slide" Target="../slides/slide181.xml" /><Relationship Id="rId3" Type="http://schemas.openxmlformats.org/officeDocument/2006/relationships/slide" Target="../slides/slide175.xml" /><Relationship Id="rId7" Type="http://schemas.openxmlformats.org/officeDocument/2006/relationships/slide" Target="../slides/slide179.xml" /><Relationship Id="rId2" Type="http://schemas.openxmlformats.org/officeDocument/2006/relationships/slide" Target="../slides/slide174.xml" /><Relationship Id="rId1" Type="http://schemas.openxmlformats.org/officeDocument/2006/relationships/slideMaster" Target="../slideMasters/slideMaster46.xml" /><Relationship Id="rId6" Type="http://schemas.openxmlformats.org/officeDocument/2006/relationships/slide" Target="../slides/slide178.xml" /><Relationship Id="rId5" Type="http://schemas.openxmlformats.org/officeDocument/2006/relationships/slide" Target="../slides/slide177.xml" /><Relationship Id="rId4" Type="http://schemas.openxmlformats.org/officeDocument/2006/relationships/slide" Target="../slides/slide176.xml" /></Relationships>
</file>

<file path=ppt/slideLayouts/_rels/slideLayout615.xml.rels><?xml version="1.0" encoding="UTF-8" standalone="yes"?>
<Relationships xmlns="http://schemas.openxmlformats.org/package/2006/relationships"><Relationship Id="rId8" Type="http://schemas.openxmlformats.org/officeDocument/2006/relationships/slide" Target="../slides/slide181.xml" /><Relationship Id="rId3" Type="http://schemas.openxmlformats.org/officeDocument/2006/relationships/slide" Target="../slides/slide175.xml" /><Relationship Id="rId7" Type="http://schemas.openxmlformats.org/officeDocument/2006/relationships/slide" Target="../slides/slide179.xml" /><Relationship Id="rId2" Type="http://schemas.openxmlformats.org/officeDocument/2006/relationships/slide" Target="../slides/slide174.xml" /><Relationship Id="rId1" Type="http://schemas.openxmlformats.org/officeDocument/2006/relationships/slideMaster" Target="../slideMasters/slideMaster46.xml" /><Relationship Id="rId6" Type="http://schemas.openxmlformats.org/officeDocument/2006/relationships/slide" Target="../slides/slide178.xml" /><Relationship Id="rId5" Type="http://schemas.openxmlformats.org/officeDocument/2006/relationships/slide" Target="../slides/slide177.xml" /><Relationship Id="rId4" Type="http://schemas.openxmlformats.org/officeDocument/2006/relationships/slide" Target="../slides/slide176.xml" /></Relationships>
</file>

<file path=ppt/slideLayouts/_rels/slideLayout616.xml.rels><?xml version="1.0" encoding="UTF-8" standalone="yes"?>
<Relationships xmlns="http://schemas.openxmlformats.org/package/2006/relationships"><Relationship Id="rId8" Type="http://schemas.openxmlformats.org/officeDocument/2006/relationships/slide" Target="../slides/slide181.xml" /><Relationship Id="rId3" Type="http://schemas.openxmlformats.org/officeDocument/2006/relationships/slide" Target="../slides/slide175.xml" /><Relationship Id="rId7" Type="http://schemas.openxmlformats.org/officeDocument/2006/relationships/slide" Target="../slides/slide179.xml" /><Relationship Id="rId2" Type="http://schemas.openxmlformats.org/officeDocument/2006/relationships/slide" Target="../slides/slide174.xml" /><Relationship Id="rId1" Type="http://schemas.openxmlformats.org/officeDocument/2006/relationships/slideMaster" Target="../slideMasters/slideMaster46.xml" /><Relationship Id="rId6" Type="http://schemas.openxmlformats.org/officeDocument/2006/relationships/slide" Target="../slides/slide178.xml" /><Relationship Id="rId5" Type="http://schemas.openxmlformats.org/officeDocument/2006/relationships/slide" Target="../slides/slide177.xml" /><Relationship Id="rId4" Type="http://schemas.openxmlformats.org/officeDocument/2006/relationships/slide" Target="../slides/slide176.xml" /></Relationships>
</file>

<file path=ppt/slideLayouts/_rels/slideLayout617.xml.rels><?xml version="1.0" encoding="UTF-8" standalone="yes"?>
<Relationships xmlns="http://schemas.openxmlformats.org/package/2006/relationships"><Relationship Id="rId8" Type="http://schemas.openxmlformats.org/officeDocument/2006/relationships/slide" Target="../slides/slide181.xml" /><Relationship Id="rId3" Type="http://schemas.openxmlformats.org/officeDocument/2006/relationships/slide" Target="../slides/slide175.xml" /><Relationship Id="rId7" Type="http://schemas.openxmlformats.org/officeDocument/2006/relationships/slide" Target="../slides/slide179.xml" /><Relationship Id="rId2" Type="http://schemas.openxmlformats.org/officeDocument/2006/relationships/slide" Target="../slides/slide174.xml" /><Relationship Id="rId1" Type="http://schemas.openxmlformats.org/officeDocument/2006/relationships/slideMaster" Target="../slideMasters/slideMaster46.xml" /><Relationship Id="rId6" Type="http://schemas.openxmlformats.org/officeDocument/2006/relationships/slide" Target="../slides/slide178.xml" /><Relationship Id="rId5" Type="http://schemas.openxmlformats.org/officeDocument/2006/relationships/slide" Target="../slides/slide177.xml" /><Relationship Id="rId4" Type="http://schemas.openxmlformats.org/officeDocument/2006/relationships/slide" Target="../slides/slide176.xml" /></Relationships>
</file>

<file path=ppt/slideLayouts/_rels/slideLayout618.xml.rels><?xml version="1.0" encoding="UTF-8" standalone="yes"?>
<Relationships xmlns="http://schemas.openxmlformats.org/package/2006/relationships"><Relationship Id="rId8" Type="http://schemas.openxmlformats.org/officeDocument/2006/relationships/slide" Target="../slides/slide181.xml" /><Relationship Id="rId3" Type="http://schemas.openxmlformats.org/officeDocument/2006/relationships/slide" Target="../slides/slide175.xml" /><Relationship Id="rId7" Type="http://schemas.openxmlformats.org/officeDocument/2006/relationships/slide" Target="../slides/slide179.xml" /><Relationship Id="rId2" Type="http://schemas.openxmlformats.org/officeDocument/2006/relationships/slide" Target="../slides/slide174.xml" /><Relationship Id="rId1" Type="http://schemas.openxmlformats.org/officeDocument/2006/relationships/slideMaster" Target="../slideMasters/slideMaster46.xml" /><Relationship Id="rId6" Type="http://schemas.openxmlformats.org/officeDocument/2006/relationships/slide" Target="../slides/slide178.xml" /><Relationship Id="rId5" Type="http://schemas.openxmlformats.org/officeDocument/2006/relationships/slide" Target="../slides/slide177.xml" /><Relationship Id="rId4" Type="http://schemas.openxmlformats.org/officeDocument/2006/relationships/slide" Target="../slides/slide176.xml" /></Relationships>
</file>

<file path=ppt/slideLayouts/_rels/slideLayout619.xml.rels><?xml version="1.0" encoding="UTF-8" standalone="yes"?>
<Relationships xmlns="http://schemas.openxmlformats.org/package/2006/relationships"><Relationship Id="rId1" Type="http://schemas.openxmlformats.org/officeDocument/2006/relationships/slideMaster" Target="../slideMasters/slideMaster47.xml" /></Relationships>
</file>

<file path=ppt/slideLayouts/_rels/slideLayout620.xml.rels><?xml version="1.0" encoding="UTF-8" standalone="yes"?>
<Relationships xmlns="http://schemas.openxmlformats.org/package/2006/relationships"><Relationship Id="rId1" Type="http://schemas.openxmlformats.org/officeDocument/2006/relationships/slideMaster" Target="../slideMasters/slideMaster47.xml" /></Relationships>
</file>

<file path=ppt/slideLayouts/_rels/slideLayout621.xml.rels><?xml version="1.0" encoding="UTF-8" standalone="yes"?>
<Relationships xmlns="http://schemas.openxmlformats.org/package/2006/relationships"><Relationship Id="rId1" Type="http://schemas.openxmlformats.org/officeDocument/2006/relationships/slideMaster" Target="../slideMasters/slideMaster47.xml" /></Relationships>
</file>

<file path=ppt/slideLayouts/_rels/slideLayout622.xml.rels><?xml version="1.0" encoding="UTF-8" standalone="yes"?>
<Relationships xmlns="http://schemas.openxmlformats.org/package/2006/relationships"><Relationship Id="rId1" Type="http://schemas.openxmlformats.org/officeDocument/2006/relationships/slideMaster" Target="../slideMasters/slideMaster47.xml" /></Relationships>
</file>

<file path=ppt/slideLayouts/_rels/slideLayout623.xml.rels><?xml version="1.0" encoding="UTF-8" standalone="yes"?>
<Relationships xmlns="http://schemas.openxmlformats.org/package/2006/relationships"><Relationship Id="rId1" Type="http://schemas.openxmlformats.org/officeDocument/2006/relationships/slideMaster" Target="../slideMasters/slideMaster47.xml" /></Relationships>
</file>

<file path=ppt/slideLayouts/_rels/slideLayout624.xml.rels><?xml version="1.0" encoding="UTF-8" standalone="yes"?>
<Relationships xmlns="http://schemas.openxmlformats.org/package/2006/relationships"><Relationship Id="rId1" Type="http://schemas.openxmlformats.org/officeDocument/2006/relationships/slideMaster" Target="../slideMasters/slideMaster47.xml" /></Relationships>
</file>

<file path=ppt/slideLayouts/_rels/slideLayout625.xml.rels><?xml version="1.0" encoding="UTF-8" standalone="yes"?>
<Relationships xmlns="http://schemas.openxmlformats.org/package/2006/relationships"><Relationship Id="rId8" Type="http://schemas.openxmlformats.org/officeDocument/2006/relationships/slide" Target="../slides/slide188.xml" /><Relationship Id="rId3" Type="http://schemas.openxmlformats.org/officeDocument/2006/relationships/slide" Target="../slides/slide183.xml" /><Relationship Id="rId7" Type="http://schemas.openxmlformats.org/officeDocument/2006/relationships/slide" Target="../slides/slide187.xml" /><Relationship Id="rId2" Type="http://schemas.openxmlformats.org/officeDocument/2006/relationships/slide" Target="../slides/slide182.xml" /><Relationship Id="rId1" Type="http://schemas.openxmlformats.org/officeDocument/2006/relationships/slideMaster" Target="../slideMasters/slideMaster47.xml" /><Relationship Id="rId6" Type="http://schemas.openxmlformats.org/officeDocument/2006/relationships/slide" Target="../slides/slide186.xml" /><Relationship Id="rId5" Type="http://schemas.openxmlformats.org/officeDocument/2006/relationships/slide" Target="../slides/slide185.xml" /><Relationship Id="rId4" Type="http://schemas.openxmlformats.org/officeDocument/2006/relationships/slide" Target="../slides/slide184.xml" /></Relationships>
</file>

<file path=ppt/slideLayouts/_rels/slideLayout626.xml.rels><?xml version="1.0" encoding="UTF-8" standalone="yes"?>
<Relationships xmlns="http://schemas.openxmlformats.org/package/2006/relationships"><Relationship Id="rId1" Type="http://schemas.openxmlformats.org/officeDocument/2006/relationships/slideMaster" Target="../slideMasters/slideMaster47.xml" /></Relationships>
</file>

<file path=ppt/slideLayouts/_rels/slideLayout627.xml.rels><?xml version="1.0" encoding="UTF-8" standalone="yes"?>
<Relationships xmlns="http://schemas.openxmlformats.org/package/2006/relationships"><Relationship Id="rId1" Type="http://schemas.openxmlformats.org/officeDocument/2006/relationships/slideMaster" Target="../slideMasters/slideMaster47.xml" /></Relationships>
</file>

<file path=ppt/slideLayouts/_rels/slideLayout628.xml.rels><?xml version="1.0" encoding="UTF-8" standalone="yes"?>
<Relationships xmlns="http://schemas.openxmlformats.org/package/2006/relationships"><Relationship Id="rId1" Type="http://schemas.openxmlformats.org/officeDocument/2006/relationships/slideMaster" Target="../slideMasters/slideMaster47.xml" /></Relationships>
</file>

<file path=ppt/slideLayouts/_rels/slideLayout629.xml.rels><?xml version="1.0" encoding="UTF-8" standalone="yes"?>
<Relationships xmlns="http://schemas.openxmlformats.org/package/2006/relationships"><Relationship Id="rId1" Type="http://schemas.openxmlformats.org/officeDocument/2006/relationships/slideMaster" Target="../slideMasters/slideMaster47.xml" /></Relationships>
</file>

<file path=ppt/slideLayouts/_rels/slideLayout630.xml.rels><?xml version="1.0" encoding="UTF-8" standalone="yes"?>
<Relationships xmlns="http://schemas.openxmlformats.org/package/2006/relationships"><Relationship Id="rId8" Type="http://schemas.openxmlformats.org/officeDocument/2006/relationships/slide" Target="../slides/slide188.xml" /><Relationship Id="rId3" Type="http://schemas.openxmlformats.org/officeDocument/2006/relationships/slide" Target="../slides/slide183.xml" /><Relationship Id="rId7" Type="http://schemas.openxmlformats.org/officeDocument/2006/relationships/slide" Target="../slides/slide187.xml" /><Relationship Id="rId2" Type="http://schemas.openxmlformats.org/officeDocument/2006/relationships/slide" Target="../slides/slide182.xml" /><Relationship Id="rId1" Type="http://schemas.openxmlformats.org/officeDocument/2006/relationships/slideMaster" Target="../slideMasters/slideMaster47.xml" /><Relationship Id="rId6" Type="http://schemas.openxmlformats.org/officeDocument/2006/relationships/slide" Target="../slides/slide186.xml" /><Relationship Id="rId5" Type="http://schemas.openxmlformats.org/officeDocument/2006/relationships/slide" Target="../slides/slide185.xml" /><Relationship Id="rId4" Type="http://schemas.openxmlformats.org/officeDocument/2006/relationships/slide" Target="../slides/slide184.xml" /></Relationships>
</file>

<file path=ppt/slideLayouts/_rels/slideLayout631.xml.rels><?xml version="1.0" encoding="UTF-8" standalone="yes"?>
<Relationships xmlns="http://schemas.openxmlformats.org/package/2006/relationships"><Relationship Id="rId8" Type="http://schemas.openxmlformats.org/officeDocument/2006/relationships/slide" Target="../slides/slide188.xml" /><Relationship Id="rId3" Type="http://schemas.openxmlformats.org/officeDocument/2006/relationships/slide" Target="../slides/slide183.xml" /><Relationship Id="rId7" Type="http://schemas.openxmlformats.org/officeDocument/2006/relationships/slide" Target="../slides/slide187.xml" /><Relationship Id="rId2" Type="http://schemas.openxmlformats.org/officeDocument/2006/relationships/slide" Target="../slides/slide182.xml" /><Relationship Id="rId1" Type="http://schemas.openxmlformats.org/officeDocument/2006/relationships/slideMaster" Target="../slideMasters/slideMaster47.xml" /><Relationship Id="rId6" Type="http://schemas.openxmlformats.org/officeDocument/2006/relationships/slide" Target="../slides/slide186.xml" /><Relationship Id="rId5" Type="http://schemas.openxmlformats.org/officeDocument/2006/relationships/slide" Target="../slides/slide185.xml" /><Relationship Id="rId4" Type="http://schemas.openxmlformats.org/officeDocument/2006/relationships/slide" Target="../slides/slide184.xml" /></Relationships>
</file>

<file path=ppt/slideLayouts/_rels/slideLayout632.xml.rels><?xml version="1.0" encoding="UTF-8" standalone="yes"?>
<Relationships xmlns="http://schemas.openxmlformats.org/package/2006/relationships"><Relationship Id="rId8" Type="http://schemas.openxmlformats.org/officeDocument/2006/relationships/slide" Target="../slides/slide188.xml" /><Relationship Id="rId3" Type="http://schemas.openxmlformats.org/officeDocument/2006/relationships/slide" Target="../slides/slide183.xml" /><Relationship Id="rId7" Type="http://schemas.openxmlformats.org/officeDocument/2006/relationships/slide" Target="../slides/slide187.xml" /><Relationship Id="rId2" Type="http://schemas.openxmlformats.org/officeDocument/2006/relationships/slide" Target="../slides/slide182.xml" /><Relationship Id="rId1" Type="http://schemas.openxmlformats.org/officeDocument/2006/relationships/slideMaster" Target="../slideMasters/slideMaster47.xml" /><Relationship Id="rId6" Type="http://schemas.openxmlformats.org/officeDocument/2006/relationships/slide" Target="../slides/slide186.xml" /><Relationship Id="rId5" Type="http://schemas.openxmlformats.org/officeDocument/2006/relationships/slide" Target="../slides/slide185.xml" /><Relationship Id="rId4" Type="http://schemas.openxmlformats.org/officeDocument/2006/relationships/slide" Target="../slides/slide184.xml" /></Relationships>
</file>

<file path=ppt/slideLayouts/_rels/slideLayout633.xml.rels><?xml version="1.0" encoding="UTF-8" standalone="yes"?>
<Relationships xmlns="http://schemas.openxmlformats.org/package/2006/relationships"><Relationship Id="rId8" Type="http://schemas.openxmlformats.org/officeDocument/2006/relationships/slide" Target="../slides/slide188.xml" /><Relationship Id="rId3" Type="http://schemas.openxmlformats.org/officeDocument/2006/relationships/slide" Target="../slides/slide183.xml" /><Relationship Id="rId7" Type="http://schemas.openxmlformats.org/officeDocument/2006/relationships/slide" Target="../slides/slide187.xml" /><Relationship Id="rId2" Type="http://schemas.openxmlformats.org/officeDocument/2006/relationships/slide" Target="../slides/slide182.xml" /><Relationship Id="rId1" Type="http://schemas.openxmlformats.org/officeDocument/2006/relationships/slideMaster" Target="../slideMasters/slideMaster47.xml" /><Relationship Id="rId6" Type="http://schemas.openxmlformats.org/officeDocument/2006/relationships/slide" Target="../slides/slide186.xml" /><Relationship Id="rId5" Type="http://schemas.openxmlformats.org/officeDocument/2006/relationships/slide" Target="../slides/slide185.xml" /><Relationship Id="rId4" Type="http://schemas.openxmlformats.org/officeDocument/2006/relationships/slide" Target="../slides/slide184.xml" /></Relationships>
</file>

<file path=ppt/slideLayouts/_rels/slideLayout634.xml.rels><?xml version="1.0" encoding="UTF-8" standalone="yes"?>
<Relationships xmlns="http://schemas.openxmlformats.org/package/2006/relationships"><Relationship Id="rId8" Type="http://schemas.openxmlformats.org/officeDocument/2006/relationships/slide" Target="../slides/slide188.xml" /><Relationship Id="rId3" Type="http://schemas.openxmlformats.org/officeDocument/2006/relationships/slide" Target="../slides/slide183.xml" /><Relationship Id="rId7" Type="http://schemas.openxmlformats.org/officeDocument/2006/relationships/slide" Target="../slides/slide187.xml" /><Relationship Id="rId2" Type="http://schemas.openxmlformats.org/officeDocument/2006/relationships/slide" Target="../slides/slide182.xml" /><Relationship Id="rId1" Type="http://schemas.openxmlformats.org/officeDocument/2006/relationships/slideMaster" Target="../slideMasters/slideMaster47.xml" /><Relationship Id="rId6" Type="http://schemas.openxmlformats.org/officeDocument/2006/relationships/slide" Target="../slides/slide186.xml" /><Relationship Id="rId5" Type="http://schemas.openxmlformats.org/officeDocument/2006/relationships/slide" Target="../slides/slide185.xml" /><Relationship Id="rId4" Type="http://schemas.openxmlformats.org/officeDocument/2006/relationships/slide" Target="../slides/slide184.xml" /></Relationships>
</file>

<file path=ppt/slideLayouts/_rels/slideLayout635.xml.rels><?xml version="1.0" encoding="UTF-8" standalone="yes"?>
<Relationships xmlns="http://schemas.openxmlformats.org/package/2006/relationships"><Relationship Id="rId8" Type="http://schemas.openxmlformats.org/officeDocument/2006/relationships/slide" Target="../slides/slide188.xml" /><Relationship Id="rId3" Type="http://schemas.openxmlformats.org/officeDocument/2006/relationships/slide" Target="../slides/slide183.xml" /><Relationship Id="rId7" Type="http://schemas.openxmlformats.org/officeDocument/2006/relationships/slide" Target="../slides/slide187.xml" /><Relationship Id="rId2" Type="http://schemas.openxmlformats.org/officeDocument/2006/relationships/slide" Target="../slides/slide182.xml" /><Relationship Id="rId1" Type="http://schemas.openxmlformats.org/officeDocument/2006/relationships/slideMaster" Target="../slideMasters/slideMaster47.xml" /><Relationship Id="rId6" Type="http://schemas.openxmlformats.org/officeDocument/2006/relationships/slide" Target="../slides/slide186.xml" /><Relationship Id="rId5" Type="http://schemas.openxmlformats.org/officeDocument/2006/relationships/slide" Target="../slides/slide185.xml" /><Relationship Id="rId4" Type="http://schemas.openxmlformats.org/officeDocument/2006/relationships/slide" Target="../slides/slide184.xml" /></Relationships>
</file>

<file path=ppt/slideLayouts/_rels/slideLayout636.xml.rels><?xml version="1.0" encoding="UTF-8" standalone="yes"?>
<Relationships xmlns="http://schemas.openxmlformats.org/package/2006/relationships"><Relationship Id="rId1" Type="http://schemas.openxmlformats.org/officeDocument/2006/relationships/slideMaster" Target="../slideMasters/slideMaster48.xml" /></Relationships>
</file>

<file path=ppt/slideLayouts/_rels/slideLayout637.xml.rels><?xml version="1.0" encoding="UTF-8" standalone="yes"?>
<Relationships xmlns="http://schemas.openxmlformats.org/package/2006/relationships"><Relationship Id="rId1" Type="http://schemas.openxmlformats.org/officeDocument/2006/relationships/slideMaster" Target="../slideMasters/slideMaster48.xml" /></Relationships>
</file>

<file path=ppt/slideLayouts/_rels/slideLayout638.xml.rels><?xml version="1.0" encoding="UTF-8" standalone="yes"?>
<Relationships xmlns="http://schemas.openxmlformats.org/package/2006/relationships"><Relationship Id="rId1" Type="http://schemas.openxmlformats.org/officeDocument/2006/relationships/slideMaster" Target="../slideMasters/slideMaster48.xml" /></Relationships>
</file>

<file path=ppt/slideLayouts/_rels/slideLayout639.xml.rels><?xml version="1.0" encoding="UTF-8" standalone="yes"?>
<Relationships xmlns="http://schemas.openxmlformats.org/package/2006/relationships"><Relationship Id="rId1" Type="http://schemas.openxmlformats.org/officeDocument/2006/relationships/slideMaster" Target="../slideMasters/slideMaster48.xml" /></Relationships>
</file>

<file path=ppt/slideLayouts/_rels/slideLayout640.xml.rels><?xml version="1.0" encoding="UTF-8" standalone="yes"?>
<Relationships xmlns="http://schemas.openxmlformats.org/package/2006/relationships"><Relationship Id="rId1" Type="http://schemas.openxmlformats.org/officeDocument/2006/relationships/slideMaster" Target="../slideMasters/slideMaster48.xml" /></Relationships>
</file>

<file path=ppt/slideLayouts/_rels/slideLayout641.xml.rels><?xml version="1.0" encoding="UTF-8" standalone="yes"?>
<Relationships xmlns="http://schemas.openxmlformats.org/package/2006/relationships"><Relationship Id="rId1" Type="http://schemas.openxmlformats.org/officeDocument/2006/relationships/slideMaster" Target="../slideMasters/slideMaster48.xml" /></Relationships>
</file>

<file path=ppt/slideLayouts/_rels/slideLayout642.xml.rels><?xml version="1.0" encoding="UTF-8" standalone="yes"?>
<Relationships xmlns="http://schemas.openxmlformats.org/package/2006/relationships"><Relationship Id="rId8" Type="http://schemas.openxmlformats.org/officeDocument/2006/relationships/slide" Target="../slides/slide195.xml" /><Relationship Id="rId3" Type="http://schemas.openxmlformats.org/officeDocument/2006/relationships/slide" Target="../slides/slide190.xml" /><Relationship Id="rId7" Type="http://schemas.openxmlformats.org/officeDocument/2006/relationships/slide" Target="../slides/slide194.xml" /><Relationship Id="rId2" Type="http://schemas.openxmlformats.org/officeDocument/2006/relationships/slide" Target="../slides/slide189.xml" /><Relationship Id="rId1" Type="http://schemas.openxmlformats.org/officeDocument/2006/relationships/slideMaster" Target="../slideMasters/slideMaster48.xml" /><Relationship Id="rId6" Type="http://schemas.openxmlformats.org/officeDocument/2006/relationships/slide" Target="../slides/slide193.xml" /><Relationship Id="rId5" Type="http://schemas.openxmlformats.org/officeDocument/2006/relationships/slide" Target="../slides/slide192.xml" /><Relationship Id="rId4" Type="http://schemas.openxmlformats.org/officeDocument/2006/relationships/slide" Target="../slides/slide191.xml" /></Relationships>
</file>

<file path=ppt/slideLayouts/_rels/slideLayout643.xml.rels><?xml version="1.0" encoding="UTF-8" standalone="yes"?>
<Relationships xmlns="http://schemas.openxmlformats.org/package/2006/relationships"><Relationship Id="rId1" Type="http://schemas.openxmlformats.org/officeDocument/2006/relationships/slideMaster" Target="../slideMasters/slideMaster48.xml" /></Relationships>
</file>

<file path=ppt/slideLayouts/_rels/slideLayout644.xml.rels><?xml version="1.0" encoding="UTF-8" standalone="yes"?>
<Relationships xmlns="http://schemas.openxmlformats.org/package/2006/relationships"><Relationship Id="rId1" Type="http://schemas.openxmlformats.org/officeDocument/2006/relationships/slideMaster" Target="../slideMasters/slideMaster48.xml" /></Relationships>
</file>

<file path=ppt/slideLayouts/_rels/slideLayout645.xml.rels><?xml version="1.0" encoding="UTF-8" standalone="yes"?>
<Relationships xmlns="http://schemas.openxmlformats.org/package/2006/relationships"><Relationship Id="rId1" Type="http://schemas.openxmlformats.org/officeDocument/2006/relationships/slideMaster" Target="../slideMasters/slideMaster48.xml" /></Relationships>
</file>

<file path=ppt/slideLayouts/_rels/slideLayout646.xml.rels><?xml version="1.0" encoding="UTF-8" standalone="yes"?>
<Relationships xmlns="http://schemas.openxmlformats.org/package/2006/relationships"><Relationship Id="rId1" Type="http://schemas.openxmlformats.org/officeDocument/2006/relationships/slideMaster" Target="../slideMasters/slideMaster48.xml" /></Relationships>
</file>

<file path=ppt/slideLayouts/_rels/slideLayout647.xml.rels><?xml version="1.0" encoding="UTF-8" standalone="yes"?>
<Relationships xmlns="http://schemas.openxmlformats.org/package/2006/relationships"><Relationship Id="rId8" Type="http://schemas.openxmlformats.org/officeDocument/2006/relationships/slide" Target="../slides/slide195.xml" /><Relationship Id="rId3" Type="http://schemas.openxmlformats.org/officeDocument/2006/relationships/slide" Target="../slides/slide190.xml" /><Relationship Id="rId7" Type="http://schemas.openxmlformats.org/officeDocument/2006/relationships/slide" Target="../slides/slide194.xml" /><Relationship Id="rId2" Type="http://schemas.openxmlformats.org/officeDocument/2006/relationships/slide" Target="../slides/slide189.xml" /><Relationship Id="rId1" Type="http://schemas.openxmlformats.org/officeDocument/2006/relationships/slideMaster" Target="../slideMasters/slideMaster48.xml" /><Relationship Id="rId6" Type="http://schemas.openxmlformats.org/officeDocument/2006/relationships/slide" Target="../slides/slide193.xml" /><Relationship Id="rId5" Type="http://schemas.openxmlformats.org/officeDocument/2006/relationships/slide" Target="../slides/slide192.xml" /><Relationship Id="rId4" Type="http://schemas.openxmlformats.org/officeDocument/2006/relationships/slide" Target="../slides/slide191.xml" /></Relationships>
</file>

<file path=ppt/slideLayouts/_rels/slideLayout648.xml.rels><?xml version="1.0" encoding="UTF-8" standalone="yes"?>
<Relationships xmlns="http://schemas.openxmlformats.org/package/2006/relationships"><Relationship Id="rId8" Type="http://schemas.openxmlformats.org/officeDocument/2006/relationships/slide" Target="../slides/slide195.xml" /><Relationship Id="rId3" Type="http://schemas.openxmlformats.org/officeDocument/2006/relationships/slide" Target="../slides/slide190.xml" /><Relationship Id="rId7" Type="http://schemas.openxmlformats.org/officeDocument/2006/relationships/slide" Target="../slides/slide194.xml" /><Relationship Id="rId2" Type="http://schemas.openxmlformats.org/officeDocument/2006/relationships/slide" Target="../slides/slide189.xml" /><Relationship Id="rId1" Type="http://schemas.openxmlformats.org/officeDocument/2006/relationships/slideMaster" Target="../slideMasters/slideMaster48.xml" /><Relationship Id="rId6" Type="http://schemas.openxmlformats.org/officeDocument/2006/relationships/slide" Target="../slides/slide193.xml" /><Relationship Id="rId5" Type="http://schemas.openxmlformats.org/officeDocument/2006/relationships/slide" Target="../slides/slide192.xml" /><Relationship Id="rId4" Type="http://schemas.openxmlformats.org/officeDocument/2006/relationships/slide" Target="../slides/slide191.xml" /></Relationships>
</file>

<file path=ppt/slideLayouts/_rels/slideLayout649.xml.rels><?xml version="1.0" encoding="UTF-8" standalone="yes"?>
<Relationships xmlns="http://schemas.openxmlformats.org/package/2006/relationships"><Relationship Id="rId8" Type="http://schemas.openxmlformats.org/officeDocument/2006/relationships/slide" Target="../slides/slide195.xml" /><Relationship Id="rId3" Type="http://schemas.openxmlformats.org/officeDocument/2006/relationships/slide" Target="../slides/slide190.xml" /><Relationship Id="rId7" Type="http://schemas.openxmlformats.org/officeDocument/2006/relationships/slide" Target="../slides/slide194.xml" /><Relationship Id="rId2" Type="http://schemas.openxmlformats.org/officeDocument/2006/relationships/slide" Target="../slides/slide189.xml" /><Relationship Id="rId1" Type="http://schemas.openxmlformats.org/officeDocument/2006/relationships/slideMaster" Target="../slideMasters/slideMaster48.xml" /><Relationship Id="rId6" Type="http://schemas.openxmlformats.org/officeDocument/2006/relationships/slide" Target="../slides/slide193.xml" /><Relationship Id="rId5" Type="http://schemas.openxmlformats.org/officeDocument/2006/relationships/slide" Target="../slides/slide192.xml" /><Relationship Id="rId4" Type="http://schemas.openxmlformats.org/officeDocument/2006/relationships/slide" Target="../slides/slide191.xml" /></Relationships>
</file>

<file path=ppt/slideLayouts/_rels/slideLayout650.xml.rels><?xml version="1.0" encoding="UTF-8" standalone="yes"?>
<Relationships xmlns="http://schemas.openxmlformats.org/package/2006/relationships"><Relationship Id="rId8" Type="http://schemas.openxmlformats.org/officeDocument/2006/relationships/slide" Target="../slides/slide195.xml" /><Relationship Id="rId3" Type="http://schemas.openxmlformats.org/officeDocument/2006/relationships/slide" Target="../slides/slide190.xml" /><Relationship Id="rId7" Type="http://schemas.openxmlformats.org/officeDocument/2006/relationships/slide" Target="../slides/slide194.xml" /><Relationship Id="rId2" Type="http://schemas.openxmlformats.org/officeDocument/2006/relationships/slide" Target="../slides/slide189.xml" /><Relationship Id="rId1" Type="http://schemas.openxmlformats.org/officeDocument/2006/relationships/slideMaster" Target="../slideMasters/slideMaster48.xml" /><Relationship Id="rId6" Type="http://schemas.openxmlformats.org/officeDocument/2006/relationships/slide" Target="../slides/slide193.xml" /><Relationship Id="rId5" Type="http://schemas.openxmlformats.org/officeDocument/2006/relationships/slide" Target="../slides/slide192.xml" /><Relationship Id="rId4" Type="http://schemas.openxmlformats.org/officeDocument/2006/relationships/slide" Target="../slides/slide191.xml" /></Relationships>
</file>

<file path=ppt/slideLayouts/_rels/slideLayout651.xml.rels><?xml version="1.0" encoding="UTF-8" standalone="yes"?>
<Relationships xmlns="http://schemas.openxmlformats.org/package/2006/relationships"><Relationship Id="rId8" Type="http://schemas.openxmlformats.org/officeDocument/2006/relationships/slide" Target="../slides/slide195.xml" /><Relationship Id="rId3" Type="http://schemas.openxmlformats.org/officeDocument/2006/relationships/slide" Target="../slides/slide190.xml" /><Relationship Id="rId7" Type="http://schemas.openxmlformats.org/officeDocument/2006/relationships/slide" Target="../slides/slide194.xml" /><Relationship Id="rId2" Type="http://schemas.openxmlformats.org/officeDocument/2006/relationships/slide" Target="../slides/slide189.xml" /><Relationship Id="rId1" Type="http://schemas.openxmlformats.org/officeDocument/2006/relationships/slideMaster" Target="../slideMasters/slideMaster48.xml" /><Relationship Id="rId6" Type="http://schemas.openxmlformats.org/officeDocument/2006/relationships/slide" Target="../slides/slide193.xml" /><Relationship Id="rId5" Type="http://schemas.openxmlformats.org/officeDocument/2006/relationships/slide" Target="../slides/slide192.xml" /><Relationship Id="rId4" Type="http://schemas.openxmlformats.org/officeDocument/2006/relationships/slide" Target="../slides/slide191.xml" /></Relationships>
</file>

<file path=ppt/slideLayouts/_rels/slideLayout652.xml.rels><?xml version="1.0" encoding="UTF-8" standalone="yes"?>
<Relationships xmlns="http://schemas.openxmlformats.org/package/2006/relationships"><Relationship Id="rId8" Type="http://schemas.openxmlformats.org/officeDocument/2006/relationships/slide" Target="../slides/slide195.xml" /><Relationship Id="rId3" Type="http://schemas.openxmlformats.org/officeDocument/2006/relationships/slide" Target="../slides/slide190.xml" /><Relationship Id="rId7" Type="http://schemas.openxmlformats.org/officeDocument/2006/relationships/slide" Target="../slides/slide194.xml" /><Relationship Id="rId2" Type="http://schemas.openxmlformats.org/officeDocument/2006/relationships/slide" Target="../slides/slide189.xml" /><Relationship Id="rId1" Type="http://schemas.openxmlformats.org/officeDocument/2006/relationships/slideMaster" Target="../slideMasters/slideMaster48.xml" /><Relationship Id="rId6" Type="http://schemas.openxmlformats.org/officeDocument/2006/relationships/slide" Target="../slides/slide193.xml" /><Relationship Id="rId5" Type="http://schemas.openxmlformats.org/officeDocument/2006/relationships/slide" Target="../slides/slide192.xml" /><Relationship Id="rId4" Type="http://schemas.openxmlformats.org/officeDocument/2006/relationships/slide" Target="../slides/slide191.xml" /></Relationships>
</file>

<file path=ppt/slideLayouts/_rels/slideLayout653.xml.rels><?xml version="1.0" encoding="UTF-8" standalone="yes"?>
<Relationships xmlns="http://schemas.openxmlformats.org/package/2006/relationships"><Relationship Id="rId1" Type="http://schemas.openxmlformats.org/officeDocument/2006/relationships/slideMaster" Target="../slideMasters/slideMaster49.xml" /></Relationships>
</file>

<file path=ppt/slideLayouts/_rels/slideLayout654.xml.rels><?xml version="1.0" encoding="UTF-8" standalone="yes"?>
<Relationships xmlns="http://schemas.openxmlformats.org/package/2006/relationships"><Relationship Id="rId1" Type="http://schemas.openxmlformats.org/officeDocument/2006/relationships/slideMaster" Target="../slideMasters/slideMaster49.xml" /></Relationships>
</file>

<file path=ppt/slideLayouts/_rels/slideLayout655.xml.rels><?xml version="1.0" encoding="UTF-8" standalone="yes"?>
<Relationships xmlns="http://schemas.openxmlformats.org/package/2006/relationships"><Relationship Id="rId1" Type="http://schemas.openxmlformats.org/officeDocument/2006/relationships/slideMaster" Target="../slideMasters/slideMaster49.xml" /></Relationships>
</file>

<file path=ppt/slideLayouts/_rels/slideLayout656.xml.rels><?xml version="1.0" encoding="UTF-8" standalone="yes"?>
<Relationships xmlns="http://schemas.openxmlformats.org/package/2006/relationships"><Relationship Id="rId1" Type="http://schemas.openxmlformats.org/officeDocument/2006/relationships/slideMaster" Target="../slideMasters/slideMaster49.xml" /></Relationships>
</file>

<file path=ppt/slideLayouts/_rels/slideLayout657.xml.rels><?xml version="1.0" encoding="UTF-8" standalone="yes"?>
<Relationships xmlns="http://schemas.openxmlformats.org/package/2006/relationships"><Relationship Id="rId1" Type="http://schemas.openxmlformats.org/officeDocument/2006/relationships/slideMaster" Target="../slideMasters/slideMaster49.xml" /></Relationships>
</file>

<file path=ppt/slideLayouts/_rels/slideLayout658.xml.rels><?xml version="1.0" encoding="UTF-8" standalone="yes"?>
<Relationships xmlns="http://schemas.openxmlformats.org/package/2006/relationships"><Relationship Id="rId1" Type="http://schemas.openxmlformats.org/officeDocument/2006/relationships/slideMaster" Target="../slideMasters/slideMaster49.xml" /></Relationships>
</file>

<file path=ppt/slideLayouts/_rels/slideLayout659.xml.rels><?xml version="1.0" encoding="UTF-8" standalone="yes"?>
<Relationships xmlns="http://schemas.openxmlformats.org/package/2006/relationships"><Relationship Id="rId8" Type="http://schemas.openxmlformats.org/officeDocument/2006/relationships/slide" Target="../slides/slide202.xml" /><Relationship Id="rId3" Type="http://schemas.openxmlformats.org/officeDocument/2006/relationships/slide" Target="../slides/slide197.xml" /><Relationship Id="rId7" Type="http://schemas.openxmlformats.org/officeDocument/2006/relationships/slide" Target="../slides/slide201.xml" /><Relationship Id="rId2" Type="http://schemas.openxmlformats.org/officeDocument/2006/relationships/slide" Target="../slides/slide196.xml" /><Relationship Id="rId1" Type="http://schemas.openxmlformats.org/officeDocument/2006/relationships/slideMaster" Target="../slideMasters/slideMaster49.xml" /><Relationship Id="rId6" Type="http://schemas.openxmlformats.org/officeDocument/2006/relationships/slide" Target="../slides/slide200.xml" /><Relationship Id="rId5" Type="http://schemas.openxmlformats.org/officeDocument/2006/relationships/slide" Target="../slides/slide199.xml" /><Relationship Id="rId4" Type="http://schemas.openxmlformats.org/officeDocument/2006/relationships/slide" Target="../slides/slide198.xml" /></Relationships>
</file>

<file path=ppt/slideLayouts/_rels/slideLayout660.xml.rels><?xml version="1.0" encoding="UTF-8" standalone="yes"?>
<Relationships xmlns="http://schemas.openxmlformats.org/package/2006/relationships"><Relationship Id="rId1" Type="http://schemas.openxmlformats.org/officeDocument/2006/relationships/slideMaster" Target="../slideMasters/slideMaster49.xml" /></Relationships>
</file>

<file path=ppt/slideLayouts/_rels/slideLayout661.xml.rels><?xml version="1.0" encoding="UTF-8" standalone="yes"?>
<Relationships xmlns="http://schemas.openxmlformats.org/package/2006/relationships"><Relationship Id="rId1" Type="http://schemas.openxmlformats.org/officeDocument/2006/relationships/slideMaster" Target="../slideMasters/slideMaster49.xml" /></Relationships>
</file>

<file path=ppt/slideLayouts/_rels/slideLayout662.xml.rels><?xml version="1.0" encoding="UTF-8" standalone="yes"?>
<Relationships xmlns="http://schemas.openxmlformats.org/package/2006/relationships"><Relationship Id="rId1" Type="http://schemas.openxmlformats.org/officeDocument/2006/relationships/slideMaster" Target="../slideMasters/slideMaster49.xml" /></Relationships>
</file>

<file path=ppt/slideLayouts/_rels/slideLayout663.xml.rels><?xml version="1.0" encoding="UTF-8" standalone="yes"?>
<Relationships xmlns="http://schemas.openxmlformats.org/package/2006/relationships"><Relationship Id="rId1" Type="http://schemas.openxmlformats.org/officeDocument/2006/relationships/slideMaster" Target="../slideMasters/slideMaster49.xml" /></Relationships>
</file>

<file path=ppt/slideLayouts/_rels/slideLayout664.xml.rels><?xml version="1.0" encoding="UTF-8" standalone="yes"?>
<Relationships xmlns="http://schemas.openxmlformats.org/package/2006/relationships"><Relationship Id="rId8" Type="http://schemas.openxmlformats.org/officeDocument/2006/relationships/slide" Target="../slides/slide202.xml" /><Relationship Id="rId3" Type="http://schemas.openxmlformats.org/officeDocument/2006/relationships/slide" Target="../slides/slide197.xml" /><Relationship Id="rId7" Type="http://schemas.openxmlformats.org/officeDocument/2006/relationships/slide" Target="../slides/slide201.xml" /><Relationship Id="rId2" Type="http://schemas.openxmlformats.org/officeDocument/2006/relationships/slide" Target="../slides/slide196.xml" /><Relationship Id="rId1" Type="http://schemas.openxmlformats.org/officeDocument/2006/relationships/slideMaster" Target="../slideMasters/slideMaster49.xml" /><Relationship Id="rId6" Type="http://schemas.openxmlformats.org/officeDocument/2006/relationships/slide" Target="../slides/slide200.xml" /><Relationship Id="rId5" Type="http://schemas.openxmlformats.org/officeDocument/2006/relationships/slide" Target="../slides/slide199.xml" /><Relationship Id="rId4" Type="http://schemas.openxmlformats.org/officeDocument/2006/relationships/slide" Target="../slides/slide198.xml" /></Relationships>
</file>

<file path=ppt/slideLayouts/_rels/slideLayout665.xml.rels><?xml version="1.0" encoding="UTF-8" standalone="yes"?>
<Relationships xmlns="http://schemas.openxmlformats.org/package/2006/relationships"><Relationship Id="rId8" Type="http://schemas.openxmlformats.org/officeDocument/2006/relationships/slide" Target="../slides/slide202.xml" /><Relationship Id="rId3" Type="http://schemas.openxmlformats.org/officeDocument/2006/relationships/slide" Target="../slides/slide197.xml" /><Relationship Id="rId7" Type="http://schemas.openxmlformats.org/officeDocument/2006/relationships/slide" Target="../slides/slide201.xml" /><Relationship Id="rId2" Type="http://schemas.openxmlformats.org/officeDocument/2006/relationships/slide" Target="../slides/slide196.xml" /><Relationship Id="rId1" Type="http://schemas.openxmlformats.org/officeDocument/2006/relationships/slideMaster" Target="../slideMasters/slideMaster49.xml" /><Relationship Id="rId6" Type="http://schemas.openxmlformats.org/officeDocument/2006/relationships/slide" Target="../slides/slide200.xml" /><Relationship Id="rId5" Type="http://schemas.openxmlformats.org/officeDocument/2006/relationships/slide" Target="../slides/slide199.xml" /><Relationship Id="rId4" Type="http://schemas.openxmlformats.org/officeDocument/2006/relationships/slide" Target="../slides/slide198.xml" /></Relationships>
</file>

<file path=ppt/slideLayouts/_rels/slideLayout666.xml.rels><?xml version="1.0" encoding="UTF-8" standalone="yes"?>
<Relationships xmlns="http://schemas.openxmlformats.org/package/2006/relationships"><Relationship Id="rId8" Type="http://schemas.openxmlformats.org/officeDocument/2006/relationships/slide" Target="../slides/slide202.xml" /><Relationship Id="rId3" Type="http://schemas.openxmlformats.org/officeDocument/2006/relationships/slide" Target="../slides/slide197.xml" /><Relationship Id="rId7" Type="http://schemas.openxmlformats.org/officeDocument/2006/relationships/slide" Target="../slides/slide201.xml" /><Relationship Id="rId2" Type="http://schemas.openxmlformats.org/officeDocument/2006/relationships/slide" Target="../slides/slide196.xml" /><Relationship Id="rId1" Type="http://schemas.openxmlformats.org/officeDocument/2006/relationships/slideMaster" Target="../slideMasters/slideMaster49.xml" /><Relationship Id="rId6" Type="http://schemas.openxmlformats.org/officeDocument/2006/relationships/slide" Target="../slides/slide200.xml" /><Relationship Id="rId5" Type="http://schemas.openxmlformats.org/officeDocument/2006/relationships/slide" Target="../slides/slide199.xml" /><Relationship Id="rId4" Type="http://schemas.openxmlformats.org/officeDocument/2006/relationships/slide" Target="../slides/slide198.xml" /></Relationships>
</file>

<file path=ppt/slideLayouts/_rels/slideLayout667.xml.rels><?xml version="1.0" encoding="UTF-8" standalone="yes"?>
<Relationships xmlns="http://schemas.openxmlformats.org/package/2006/relationships"><Relationship Id="rId8" Type="http://schemas.openxmlformats.org/officeDocument/2006/relationships/slide" Target="../slides/slide202.xml" /><Relationship Id="rId3" Type="http://schemas.openxmlformats.org/officeDocument/2006/relationships/slide" Target="../slides/slide197.xml" /><Relationship Id="rId7" Type="http://schemas.openxmlformats.org/officeDocument/2006/relationships/slide" Target="../slides/slide201.xml" /><Relationship Id="rId2" Type="http://schemas.openxmlformats.org/officeDocument/2006/relationships/slide" Target="../slides/slide196.xml" /><Relationship Id="rId1" Type="http://schemas.openxmlformats.org/officeDocument/2006/relationships/slideMaster" Target="../slideMasters/slideMaster49.xml" /><Relationship Id="rId6" Type="http://schemas.openxmlformats.org/officeDocument/2006/relationships/slide" Target="../slides/slide200.xml" /><Relationship Id="rId5" Type="http://schemas.openxmlformats.org/officeDocument/2006/relationships/slide" Target="../slides/slide199.xml" /><Relationship Id="rId4" Type="http://schemas.openxmlformats.org/officeDocument/2006/relationships/slide" Target="../slides/slide198.xml" /></Relationships>
</file>

<file path=ppt/slideLayouts/_rels/slideLayout668.xml.rels><?xml version="1.0" encoding="UTF-8" standalone="yes"?>
<Relationships xmlns="http://schemas.openxmlformats.org/package/2006/relationships"><Relationship Id="rId8" Type="http://schemas.openxmlformats.org/officeDocument/2006/relationships/slide" Target="../slides/slide202.xml" /><Relationship Id="rId3" Type="http://schemas.openxmlformats.org/officeDocument/2006/relationships/slide" Target="../slides/slide197.xml" /><Relationship Id="rId7" Type="http://schemas.openxmlformats.org/officeDocument/2006/relationships/slide" Target="../slides/slide201.xml" /><Relationship Id="rId2" Type="http://schemas.openxmlformats.org/officeDocument/2006/relationships/slide" Target="../slides/slide196.xml" /><Relationship Id="rId1" Type="http://schemas.openxmlformats.org/officeDocument/2006/relationships/slideMaster" Target="../slideMasters/slideMaster49.xml" /><Relationship Id="rId6" Type="http://schemas.openxmlformats.org/officeDocument/2006/relationships/slide" Target="../slides/slide200.xml" /><Relationship Id="rId5" Type="http://schemas.openxmlformats.org/officeDocument/2006/relationships/slide" Target="../slides/slide199.xml" /><Relationship Id="rId4" Type="http://schemas.openxmlformats.org/officeDocument/2006/relationships/slide" Target="../slides/slide198.xml" /></Relationships>
</file>

<file path=ppt/slideLayouts/_rels/slideLayout669.xml.rels><?xml version="1.0" encoding="UTF-8" standalone="yes"?>
<Relationships xmlns="http://schemas.openxmlformats.org/package/2006/relationships"><Relationship Id="rId8" Type="http://schemas.openxmlformats.org/officeDocument/2006/relationships/slide" Target="../slides/slide202.xml" /><Relationship Id="rId3" Type="http://schemas.openxmlformats.org/officeDocument/2006/relationships/slide" Target="../slides/slide197.xml" /><Relationship Id="rId7" Type="http://schemas.openxmlformats.org/officeDocument/2006/relationships/slide" Target="../slides/slide201.xml" /><Relationship Id="rId2" Type="http://schemas.openxmlformats.org/officeDocument/2006/relationships/slide" Target="../slides/slide196.xml" /><Relationship Id="rId1" Type="http://schemas.openxmlformats.org/officeDocument/2006/relationships/slideMaster" Target="../slideMasters/slideMaster49.xml" /><Relationship Id="rId6" Type="http://schemas.openxmlformats.org/officeDocument/2006/relationships/slide" Target="../slides/slide200.xml" /><Relationship Id="rId5" Type="http://schemas.openxmlformats.org/officeDocument/2006/relationships/slide" Target="../slides/slide199.xml" /><Relationship Id="rId4" Type="http://schemas.openxmlformats.org/officeDocument/2006/relationships/slide" Target="../slides/slide198.xml" /></Relationships>
</file>

<file path=ppt/slideLayouts/_rels/slideLayout670.xml.rels><?xml version="1.0" encoding="UTF-8" standalone="yes"?>
<Relationships xmlns="http://schemas.openxmlformats.org/package/2006/relationships"><Relationship Id="rId1" Type="http://schemas.openxmlformats.org/officeDocument/2006/relationships/slideMaster" Target="../slideMasters/slideMaster50.xml" /></Relationships>
</file>

<file path=ppt/slideLayouts/_rels/slideLayout671.xml.rels><?xml version="1.0" encoding="UTF-8" standalone="yes"?>
<Relationships xmlns="http://schemas.openxmlformats.org/package/2006/relationships"><Relationship Id="rId1" Type="http://schemas.openxmlformats.org/officeDocument/2006/relationships/slideMaster" Target="../slideMasters/slideMaster50.xml" /></Relationships>
</file>

<file path=ppt/slideLayouts/_rels/slideLayout672.xml.rels><?xml version="1.0" encoding="UTF-8" standalone="yes"?>
<Relationships xmlns="http://schemas.openxmlformats.org/package/2006/relationships"><Relationship Id="rId1" Type="http://schemas.openxmlformats.org/officeDocument/2006/relationships/slideMaster" Target="../slideMasters/slideMaster50.xml" /></Relationships>
</file>

<file path=ppt/slideLayouts/_rels/slideLayout673.xml.rels><?xml version="1.0" encoding="UTF-8" standalone="yes"?>
<Relationships xmlns="http://schemas.openxmlformats.org/package/2006/relationships"><Relationship Id="rId1" Type="http://schemas.openxmlformats.org/officeDocument/2006/relationships/slideMaster" Target="../slideMasters/slideMaster50.xml" /></Relationships>
</file>

<file path=ppt/slideLayouts/_rels/slideLayout674.xml.rels><?xml version="1.0" encoding="UTF-8" standalone="yes"?>
<Relationships xmlns="http://schemas.openxmlformats.org/package/2006/relationships"><Relationship Id="rId1" Type="http://schemas.openxmlformats.org/officeDocument/2006/relationships/slideMaster" Target="../slideMasters/slideMaster50.xml" /></Relationships>
</file>

<file path=ppt/slideLayouts/_rels/slideLayout675.xml.rels><?xml version="1.0" encoding="UTF-8" standalone="yes"?>
<Relationships xmlns="http://schemas.openxmlformats.org/package/2006/relationships"><Relationship Id="rId1" Type="http://schemas.openxmlformats.org/officeDocument/2006/relationships/slideMaster" Target="../slideMasters/slideMaster50.xml" /></Relationships>
</file>

<file path=ppt/slideLayouts/_rels/slideLayout676.xml.rels><?xml version="1.0" encoding="UTF-8" standalone="yes"?>
<Relationships xmlns="http://schemas.openxmlformats.org/package/2006/relationships"><Relationship Id="rId8" Type="http://schemas.openxmlformats.org/officeDocument/2006/relationships/slide" Target="../slides/slide209.xml" /><Relationship Id="rId3" Type="http://schemas.openxmlformats.org/officeDocument/2006/relationships/slide" Target="../slides/slide204.xml" /><Relationship Id="rId7" Type="http://schemas.openxmlformats.org/officeDocument/2006/relationships/slide" Target="../slides/slide208.xml" /><Relationship Id="rId2" Type="http://schemas.openxmlformats.org/officeDocument/2006/relationships/slide" Target="../slides/slide203.xml" /><Relationship Id="rId1" Type="http://schemas.openxmlformats.org/officeDocument/2006/relationships/slideMaster" Target="../slideMasters/slideMaster50.xml" /><Relationship Id="rId6" Type="http://schemas.openxmlformats.org/officeDocument/2006/relationships/slide" Target="../slides/slide207.xml" /><Relationship Id="rId5" Type="http://schemas.openxmlformats.org/officeDocument/2006/relationships/slide" Target="../slides/slide206.xml" /><Relationship Id="rId4" Type="http://schemas.openxmlformats.org/officeDocument/2006/relationships/slide" Target="../slides/slide205.xml" /></Relationships>
</file>

<file path=ppt/slideLayouts/_rels/slideLayout677.xml.rels><?xml version="1.0" encoding="UTF-8" standalone="yes"?>
<Relationships xmlns="http://schemas.openxmlformats.org/package/2006/relationships"><Relationship Id="rId1" Type="http://schemas.openxmlformats.org/officeDocument/2006/relationships/slideMaster" Target="../slideMasters/slideMaster50.xml" /></Relationships>
</file>

<file path=ppt/slideLayouts/_rels/slideLayout678.xml.rels><?xml version="1.0" encoding="UTF-8" standalone="yes"?>
<Relationships xmlns="http://schemas.openxmlformats.org/package/2006/relationships"><Relationship Id="rId1" Type="http://schemas.openxmlformats.org/officeDocument/2006/relationships/slideMaster" Target="../slideMasters/slideMaster50.xml" /></Relationships>
</file>

<file path=ppt/slideLayouts/_rels/slideLayout679.xml.rels><?xml version="1.0" encoding="UTF-8" standalone="yes"?>
<Relationships xmlns="http://schemas.openxmlformats.org/package/2006/relationships"><Relationship Id="rId1" Type="http://schemas.openxmlformats.org/officeDocument/2006/relationships/slideMaster" Target="../slideMasters/slideMaster50.xml" /></Relationships>
</file>

<file path=ppt/slideLayouts/_rels/slideLayout680.xml.rels><?xml version="1.0" encoding="UTF-8" standalone="yes"?>
<Relationships xmlns="http://schemas.openxmlformats.org/package/2006/relationships"><Relationship Id="rId1" Type="http://schemas.openxmlformats.org/officeDocument/2006/relationships/slideMaster" Target="../slideMasters/slideMaster50.xml" /></Relationships>
</file>

<file path=ppt/slideLayouts/_rels/slideLayout681.xml.rels><?xml version="1.0" encoding="UTF-8" standalone="yes"?>
<Relationships xmlns="http://schemas.openxmlformats.org/package/2006/relationships"><Relationship Id="rId8" Type="http://schemas.openxmlformats.org/officeDocument/2006/relationships/slide" Target="../slides/slide209.xml" /><Relationship Id="rId3" Type="http://schemas.openxmlformats.org/officeDocument/2006/relationships/slide" Target="../slides/slide204.xml" /><Relationship Id="rId7" Type="http://schemas.openxmlformats.org/officeDocument/2006/relationships/slide" Target="../slides/slide208.xml" /><Relationship Id="rId2" Type="http://schemas.openxmlformats.org/officeDocument/2006/relationships/slide" Target="../slides/slide203.xml" /><Relationship Id="rId1" Type="http://schemas.openxmlformats.org/officeDocument/2006/relationships/slideMaster" Target="../slideMasters/slideMaster50.xml" /><Relationship Id="rId6" Type="http://schemas.openxmlformats.org/officeDocument/2006/relationships/slide" Target="../slides/slide207.xml" /><Relationship Id="rId5" Type="http://schemas.openxmlformats.org/officeDocument/2006/relationships/slide" Target="../slides/slide206.xml" /><Relationship Id="rId4" Type="http://schemas.openxmlformats.org/officeDocument/2006/relationships/slide" Target="../slides/slide205.xml" /></Relationships>
</file>

<file path=ppt/slideLayouts/_rels/slideLayout682.xml.rels><?xml version="1.0" encoding="UTF-8" standalone="yes"?>
<Relationships xmlns="http://schemas.openxmlformats.org/package/2006/relationships"><Relationship Id="rId8" Type="http://schemas.openxmlformats.org/officeDocument/2006/relationships/slide" Target="../slides/slide209.xml" /><Relationship Id="rId3" Type="http://schemas.openxmlformats.org/officeDocument/2006/relationships/slide" Target="../slides/slide204.xml" /><Relationship Id="rId7" Type="http://schemas.openxmlformats.org/officeDocument/2006/relationships/slide" Target="../slides/slide208.xml" /><Relationship Id="rId2" Type="http://schemas.openxmlformats.org/officeDocument/2006/relationships/slide" Target="../slides/slide203.xml" /><Relationship Id="rId1" Type="http://schemas.openxmlformats.org/officeDocument/2006/relationships/slideMaster" Target="../slideMasters/slideMaster50.xml" /><Relationship Id="rId6" Type="http://schemas.openxmlformats.org/officeDocument/2006/relationships/slide" Target="../slides/slide207.xml" /><Relationship Id="rId5" Type="http://schemas.openxmlformats.org/officeDocument/2006/relationships/slide" Target="../slides/slide206.xml" /><Relationship Id="rId4" Type="http://schemas.openxmlformats.org/officeDocument/2006/relationships/slide" Target="../slides/slide205.xml" /></Relationships>
</file>

<file path=ppt/slideLayouts/_rels/slideLayout683.xml.rels><?xml version="1.0" encoding="UTF-8" standalone="yes"?>
<Relationships xmlns="http://schemas.openxmlformats.org/package/2006/relationships"><Relationship Id="rId8" Type="http://schemas.openxmlformats.org/officeDocument/2006/relationships/slide" Target="../slides/slide209.xml" /><Relationship Id="rId3" Type="http://schemas.openxmlformats.org/officeDocument/2006/relationships/slide" Target="../slides/slide204.xml" /><Relationship Id="rId7" Type="http://schemas.openxmlformats.org/officeDocument/2006/relationships/slide" Target="../slides/slide208.xml" /><Relationship Id="rId2" Type="http://schemas.openxmlformats.org/officeDocument/2006/relationships/slide" Target="../slides/slide203.xml" /><Relationship Id="rId1" Type="http://schemas.openxmlformats.org/officeDocument/2006/relationships/slideMaster" Target="../slideMasters/slideMaster50.xml" /><Relationship Id="rId6" Type="http://schemas.openxmlformats.org/officeDocument/2006/relationships/slide" Target="../slides/slide207.xml" /><Relationship Id="rId5" Type="http://schemas.openxmlformats.org/officeDocument/2006/relationships/slide" Target="../slides/slide206.xml" /><Relationship Id="rId4" Type="http://schemas.openxmlformats.org/officeDocument/2006/relationships/slide" Target="../slides/slide205.xml" /></Relationships>
</file>

<file path=ppt/slideLayouts/_rels/slideLayout684.xml.rels><?xml version="1.0" encoding="UTF-8" standalone="yes"?>
<Relationships xmlns="http://schemas.openxmlformats.org/package/2006/relationships"><Relationship Id="rId8" Type="http://schemas.openxmlformats.org/officeDocument/2006/relationships/slide" Target="../slides/slide209.xml" /><Relationship Id="rId3" Type="http://schemas.openxmlformats.org/officeDocument/2006/relationships/slide" Target="../slides/slide204.xml" /><Relationship Id="rId7" Type="http://schemas.openxmlformats.org/officeDocument/2006/relationships/slide" Target="../slides/slide208.xml" /><Relationship Id="rId2" Type="http://schemas.openxmlformats.org/officeDocument/2006/relationships/slide" Target="../slides/slide203.xml" /><Relationship Id="rId1" Type="http://schemas.openxmlformats.org/officeDocument/2006/relationships/slideMaster" Target="../slideMasters/slideMaster50.xml" /><Relationship Id="rId6" Type="http://schemas.openxmlformats.org/officeDocument/2006/relationships/slide" Target="../slides/slide207.xml" /><Relationship Id="rId5" Type="http://schemas.openxmlformats.org/officeDocument/2006/relationships/slide" Target="../slides/slide206.xml" /><Relationship Id="rId4" Type="http://schemas.openxmlformats.org/officeDocument/2006/relationships/slide" Target="../slides/slide205.xml" /></Relationships>
</file>

<file path=ppt/slideLayouts/_rels/slideLayout685.xml.rels><?xml version="1.0" encoding="UTF-8" standalone="yes"?>
<Relationships xmlns="http://schemas.openxmlformats.org/package/2006/relationships"><Relationship Id="rId8" Type="http://schemas.openxmlformats.org/officeDocument/2006/relationships/slide" Target="../slides/slide209.xml" /><Relationship Id="rId3" Type="http://schemas.openxmlformats.org/officeDocument/2006/relationships/slide" Target="../slides/slide204.xml" /><Relationship Id="rId7" Type="http://schemas.openxmlformats.org/officeDocument/2006/relationships/slide" Target="../slides/slide208.xml" /><Relationship Id="rId2" Type="http://schemas.openxmlformats.org/officeDocument/2006/relationships/slide" Target="../slides/slide203.xml" /><Relationship Id="rId1" Type="http://schemas.openxmlformats.org/officeDocument/2006/relationships/slideMaster" Target="../slideMasters/slideMaster50.xml" /><Relationship Id="rId6" Type="http://schemas.openxmlformats.org/officeDocument/2006/relationships/slide" Target="../slides/slide207.xml" /><Relationship Id="rId5" Type="http://schemas.openxmlformats.org/officeDocument/2006/relationships/slide" Target="../slides/slide206.xml" /><Relationship Id="rId4" Type="http://schemas.openxmlformats.org/officeDocument/2006/relationships/slide" Target="../slides/slide205.xml" /></Relationships>
</file>

<file path=ppt/slideLayouts/_rels/slideLayout686.xml.rels><?xml version="1.0" encoding="UTF-8" standalone="yes"?>
<Relationships xmlns="http://schemas.openxmlformats.org/package/2006/relationships"><Relationship Id="rId8" Type="http://schemas.openxmlformats.org/officeDocument/2006/relationships/slide" Target="../slides/slide209.xml" /><Relationship Id="rId3" Type="http://schemas.openxmlformats.org/officeDocument/2006/relationships/slide" Target="../slides/slide204.xml" /><Relationship Id="rId7" Type="http://schemas.openxmlformats.org/officeDocument/2006/relationships/slide" Target="../slides/slide208.xml" /><Relationship Id="rId2" Type="http://schemas.openxmlformats.org/officeDocument/2006/relationships/slide" Target="../slides/slide203.xml" /><Relationship Id="rId1" Type="http://schemas.openxmlformats.org/officeDocument/2006/relationships/slideMaster" Target="../slideMasters/slideMaster50.xml" /><Relationship Id="rId6" Type="http://schemas.openxmlformats.org/officeDocument/2006/relationships/slide" Target="../slides/slide207.xml" /><Relationship Id="rId5" Type="http://schemas.openxmlformats.org/officeDocument/2006/relationships/slide" Target="../slides/slide206.xml" /><Relationship Id="rId4" Type="http://schemas.openxmlformats.org/officeDocument/2006/relationships/slide" Target="../slides/slide205.xml" /></Relationships>
</file>

<file path=ppt/slideLayouts/_rels/slideLayout687.xml.rels><?xml version="1.0" encoding="UTF-8" standalone="yes"?>
<Relationships xmlns="http://schemas.openxmlformats.org/package/2006/relationships"><Relationship Id="rId1" Type="http://schemas.openxmlformats.org/officeDocument/2006/relationships/slideMaster" Target="../slideMasters/slideMaster51.xml" /></Relationships>
</file>

<file path=ppt/slideLayouts/_rels/slideLayout688.xml.rels><?xml version="1.0" encoding="UTF-8" standalone="yes"?>
<Relationships xmlns="http://schemas.openxmlformats.org/package/2006/relationships"><Relationship Id="rId1" Type="http://schemas.openxmlformats.org/officeDocument/2006/relationships/slideMaster" Target="../slideMasters/slideMaster51.xml" /></Relationships>
</file>

<file path=ppt/slideLayouts/_rels/slideLayout689.xml.rels><?xml version="1.0" encoding="UTF-8" standalone="yes"?>
<Relationships xmlns="http://schemas.openxmlformats.org/package/2006/relationships"><Relationship Id="rId1" Type="http://schemas.openxmlformats.org/officeDocument/2006/relationships/slideMaster" Target="../slideMasters/slideMaster51.xml" /></Relationships>
</file>

<file path=ppt/slideLayouts/_rels/slideLayout690.xml.rels><?xml version="1.0" encoding="UTF-8" standalone="yes"?>
<Relationships xmlns="http://schemas.openxmlformats.org/package/2006/relationships"><Relationship Id="rId1" Type="http://schemas.openxmlformats.org/officeDocument/2006/relationships/slideMaster" Target="../slideMasters/slideMaster51.xml" /></Relationships>
</file>

<file path=ppt/slideLayouts/_rels/slideLayout691.xml.rels><?xml version="1.0" encoding="UTF-8" standalone="yes"?>
<Relationships xmlns="http://schemas.openxmlformats.org/package/2006/relationships"><Relationship Id="rId1" Type="http://schemas.openxmlformats.org/officeDocument/2006/relationships/slideMaster" Target="../slideMasters/slideMaster51.xml" /></Relationships>
</file>

<file path=ppt/slideLayouts/_rels/slideLayout692.xml.rels><?xml version="1.0" encoding="UTF-8" standalone="yes"?>
<Relationships xmlns="http://schemas.openxmlformats.org/package/2006/relationships"><Relationship Id="rId1" Type="http://schemas.openxmlformats.org/officeDocument/2006/relationships/slideMaster" Target="../slideMasters/slideMaster51.xml" /></Relationships>
</file>

<file path=ppt/slideLayouts/_rels/slideLayout693.xml.rels><?xml version="1.0" encoding="UTF-8" standalone="yes"?>
<Relationships xmlns="http://schemas.openxmlformats.org/package/2006/relationships"><Relationship Id="rId1" Type="http://schemas.openxmlformats.org/officeDocument/2006/relationships/slideMaster" Target="../slideMasters/slideMaster51.xml" /></Relationships>
</file>

<file path=ppt/slideLayouts/_rels/slideLayout694.xml.rels><?xml version="1.0" encoding="UTF-8" standalone="yes"?>
<Relationships xmlns="http://schemas.openxmlformats.org/package/2006/relationships"><Relationship Id="rId1" Type="http://schemas.openxmlformats.org/officeDocument/2006/relationships/slideMaster" Target="../slideMasters/slideMaster51.xml" /></Relationships>
</file>

<file path=ppt/slideLayouts/_rels/slideLayout695.xml.rels><?xml version="1.0" encoding="UTF-8" standalone="yes"?>
<Relationships xmlns="http://schemas.openxmlformats.org/package/2006/relationships"><Relationship Id="rId1" Type="http://schemas.openxmlformats.org/officeDocument/2006/relationships/slideMaster" Target="../slideMasters/slideMaster51.xml" /></Relationships>
</file>

<file path=ppt/slideLayouts/_rels/slideLayout696.xml.rels><?xml version="1.0" encoding="UTF-8" standalone="yes"?>
<Relationships xmlns="http://schemas.openxmlformats.org/package/2006/relationships"><Relationship Id="rId1" Type="http://schemas.openxmlformats.org/officeDocument/2006/relationships/slideMaster" Target="../slideMasters/slideMaster51.xml" /></Relationships>
</file>

<file path=ppt/slideLayouts/_rels/slideLayout697.xml.rels><?xml version="1.0" encoding="UTF-8" standalone="yes"?>
<Relationships xmlns="http://schemas.openxmlformats.org/package/2006/relationships"><Relationship Id="rId1" Type="http://schemas.openxmlformats.org/officeDocument/2006/relationships/slideMaster" Target="../slideMasters/slideMaster51.xml" /></Relationships>
</file>

<file path=ppt/slideLayouts/_rels/slideLayout698.xml.rels><?xml version="1.0" encoding="UTF-8" standalone="yes"?>
<Relationships xmlns="http://schemas.openxmlformats.org/package/2006/relationships"><Relationship Id="rId1" Type="http://schemas.openxmlformats.org/officeDocument/2006/relationships/slideMaster" Target="../slideMasters/slideMaster52.xml" /></Relationships>
</file>

<file path=ppt/slideLayouts/_rels/slideLayout699.xml.rels><?xml version="1.0" encoding="UTF-8" standalone="yes"?>
<Relationships xmlns="http://schemas.openxmlformats.org/package/2006/relationships"><Relationship Id="rId1" Type="http://schemas.openxmlformats.org/officeDocument/2006/relationships/slideMaster" Target="../slideMasters/slideMaster52.xml" /></Relationships>
</file>

<file path=ppt/slideLayouts/_rels/slideLayout700.xml.rels><?xml version="1.0" encoding="UTF-8" standalone="yes"?>
<Relationships xmlns="http://schemas.openxmlformats.org/package/2006/relationships"><Relationship Id="rId1" Type="http://schemas.openxmlformats.org/officeDocument/2006/relationships/slideMaster" Target="../slideMasters/slideMaster52.xml" /></Relationships>
</file>

<file path=ppt/slideLayouts/_rels/slideLayout701.xml.rels><?xml version="1.0" encoding="UTF-8" standalone="yes"?>
<Relationships xmlns="http://schemas.openxmlformats.org/package/2006/relationships"><Relationship Id="rId1" Type="http://schemas.openxmlformats.org/officeDocument/2006/relationships/slideMaster" Target="../slideMasters/slideMaster52.xml" /></Relationships>
</file>

<file path=ppt/slideLayouts/_rels/slideLayout702.xml.rels><?xml version="1.0" encoding="UTF-8" standalone="yes"?>
<Relationships xmlns="http://schemas.openxmlformats.org/package/2006/relationships"><Relationship Id="rId1" Type="http://schemas.openxmlformats.org/officeDocument/2006/relationships/slideMaster" Target="../slideMasters/slideMaster52.xml" /></Relationships>
</file>

<file path=ppt/slideLayouts/_rels/slideLayout703.xml.rels><?xml version="1.0" encoding="UTF-8" standalone="yes"?>
<Relationships xmlns="http://schemas.openxmlformats.org/package/2006/relationships"><Relationship Id="rId1" Type="http://schemas.openxmlformats.org/officeDocument/2006/relationships/slideMaster" Target="../slideMasters/slideMaster52.xml" /></Relationships>
</file>

<file path=ppt/slideLayouts/_rels/slideLayout704.xml.rels><?xml version="1.0" encoding="UTF-8" standalone="yes"?>
<Relationships xmlns="http://schemas.openxmlformats.org/package/2006/relationships"><Relationship Id="rId8" Type="http://schemas.openxmlformats.org/officeDocument/2006/relationships/slide" Target="../slides/slide217.xml" /><Relationship Id="rId3" Type="http://schemas.openxmlformats.org/officeDocument/2006/relationships/slide" Target="../slides/slide212.xml" /><Relationship Id="rId7" Type="http://schemas.openxmlformats.org/officeDocument/2006/relationships/slide" Target="../slides/slide216.xml" /><Relationship Id="rId2" Type="http://schemas.openxmlformats.org/officeDocument/2006/relationships/slide" Target="../slides/slide211.xml" /><Relationship Id="rId1" Type="http://schemas.openxmlformats.org/officeDocument/2006/relationships/slideMaster" Target="../slideMasters/slideMaster52.xml" /><Relationship Id="rId6" Type="http://schemas.openxmlformats.org/officeDocument/2006/relationships/slide" Target="../slides/slide215.xml" /><Relationship Id="rId5" Type="http://schemas.openxmlformats.org/officeDocument/2006/relationships/slide" Target="../slides/slide214.xml" /><Relationship Id="rId4" Type="http://schemas.openxmlformats.org/officeDocument/2006/relationships/slide" Target="../slides/slide213.xml" /></Relationships>
</file>

<file path=ppt/slideLayouts/_rels/slideLayout705.xml.rels><?xml version="1.0" encoding="UTF-8" standalone="yes"?>
<Relationships xmlns="http://schemas.openxmlformats.org/package/2006/relationships"><Relationship Id="rId1" Type="http://schemas.openxmlformats.org/officeDocument/2006/relationships/slideMaster" Target="../slideMasters/slideMaster52.xml" /></Relationships>
</file>

<file path=ppt/slideLayouts/_rels/slideLayout706.xml.rels><?xml version="1.0" encoding="UTF-8" standalone="yes"?>
<Relationships xmlns="http://schemas.openxmlformats.org/package/2006/relationships"><Relationship Id="rId1" Type="http://schemas.openxmlformats.org/officeDocument/2006/relationships/slideMaster" Target="../slideMasters/slideMaster52.xml" /></Relationships>
</file>

<file path=ppt/slideLayouts/_rels/slideLayout707.xml.rels><?xml version="1.0" encoding="UTF-8" standalone="yes"?>
<Relationships xmlns="http://schemas.openxmlformats.org/package/2006/relationships"><Relationship Id="rId1" Type="http://schemas.openxmlformats.org/officeDocument/2006/relationships/slideMaster" Target="../slideMasters/slideMaster52.xml" /></Relationships>
</file>

<file path=ppt/slideLayouts/_rels/slideLayout708.xml.rels><?xml version="1.0" encoding="UTF-8" standalone="yes"?>
<Relationships xmlns="http://schemas.openxmlformats.org/package/2006/relationships"><Relationship Id="rId1" Type="http://schemas.openxmlformats.org/officeDocument/2006/relationships/slideMaster" Target="../slideMasters/slideMaster52.xml" /></Relationships>
</file>

<file path=ppt/slideLayouts/_rels/slideLayout709.xml.rels><?xml version="1.0" encoding="UTF-8" standalone="yes"?>
<Relationships xmlns="http://schemas.openxmlformats.org/package/2006/relationships"><Relationship Id="rId8" Type="http://schemas.openxmlformats.org/officeDocument/2006/relationships/slide" Target="../slides/slide217.xml" /><Relationship Id="rId3" Type="http://schemas.openxmlformats.org/officeDocument/2006/relationships/slide" Target="../slides/slide212.xml" /><Relationship Id="rId7" Type="http://schemas.openxmlformats.org/officeDocument/2006/relationships/slide" Target="../slides/slide216.xml" /><Relationship Id="rId2" Type="http://schemas.openxmlformats.org/officeDocument/2006/relationships/slide" Target="../slides/slide211.xml" /><Relationship Id="rId1" Type="http://schemas.openxmlformats.org/officeDocument/2006/relationships/slideMaster" Target="../slideMasters/slideMaster52.xml" /><Relationship Id="rId6" Type="http://schemas.openxmlformats.org/officeDocument/2006/relationships/slide" Target="../slides/slide215.xml" /><Relationship Id="rId5" Type="http://schemas.openxmlformats.org/officeDocument/2006/relationships/slide" Target="../slides/slide214.xml" /><Relationship Id="rId4" Type="http://schemas.openxmlformats.org/officeDocument/2006/relationships/slide" Target="../slides/slide213.xml" /></Relationships>
</file>

<file path=ppt/slideLayouts/_rels/slideLayout710.xml.rels><?xml version="1.0" encoding="UTF-8" standalone="yes"?>
<Relationships xmlns="http://schemas.openxmlformats.org/package/2006/relationships"><Relationship Id="rId8" Type="http://schemas.openxmlformats.org/officeDocument/2006/relationships/slide" Target="../slides/slide217.xml" /><Relationship Id="rId3" Type="http://schemas.openxmlformats.org/officeDocument/2006/relationships/slide" Target="../slides/slide212.xml" /><Relationship Id="rId7" Type="http://schemas.openxmlformats.org/officeDocument/2006/relationships/slide" Target="../slides/slide216.xml" /><Relationship Id="rId2" Type="http://schemas.openxmlformats.org/officeDocument/2006/relationships/slide" Target="../slides/slide211.xml" /><Relationship Id="rId1" Type="http://schemas.openxmlformats.org/officeDocument/2006/relationships/slideMaster" Target="../slideMasters/slideMaster52.xml" /><Relationship Id="rId6" Type="http://schemas.openxmlformats.org/officeDocument/2006/relationships/slide" Target="../slides/slide215.xml" /><Relationship Id="rId5" Type="http://schemas.openxmlformats.org/officeDocument/2006/relationships/slide" Target="../slides/slide214.xml" /><Relationship Id="rId4" Type="http://schemas.openxmlformats.org/officeDocument/2006/relationships/slide" Target="../slides/slide213.xml" /></Relationships>
</file>

<file path=ppt/slideLayouts/_rels/slideLayout711.xml.rels><?xml version="1.0" encoding="UTF-8" standalone="yes"?>
<Relationships xmlns="http://schemas.openxmlformats.org/package/2006/relationships"><Relationship Id="rId8" Type="http://schemas.openxmlformats.org/officeDocument/2006/relationships/slide" Target="../slides/slide217.xml" /><Relationship Id="rId3" Type="http://schemas.openxmlformats.org/officeDocument/2006/relationships/slide" Target="../slides/slide212.xml" /><Relationship Id="rId7" Type="http://schemas.openxmlformats.org/officeDocument/2006/relationships/slide" Target="../slides/slide216.xml" /><Relationship Id="rId2" Type="http://schemas.openxmlformats.org/officeDocument/2006/relationships/slide" Target="../slides/slide211.xml" /><Relationship Id="rId1" Type="http://schemas.openxmlformats.org/officeDocument/2006/relationships/slideMaster" Target="../slideMasters/slideMaster52.xml" /><Relationship Id="rId6" Type="http://schemas.openxmlformats.org/officeDocument/2006/relationships/slide" Target="../slides/slide215.xml" /><Relationship Id="rId5" Type="http://schemas.openxmlformats.org/officeDocument/2006/relationships/slide" Target="../slides/slide214.xml" /><Relationship Id="rId4" Type="http://schemas.openxmlformats.org/officeDocument/2006/relationships/slide" Target="../slides/slide213.xml" /></Relationships>
</file>

<file path=ppt/slideLayouts/_rels/slideLayout712.xml.rels><?xml version="1.0" encoding="UTF-8" standalone="yes"?>
<Relationships xmlns="http://schemas.openxmlformats.org/package/2006/relationships"><Relationship Id="rId8" Type="http://schemas.openxmlformats.org/officeDocument/2006/relationships/slide" Target="../slides/slide217.xml" /><Relationship Id="rId3" Type="http://schemas.openxmlformats.org/officeDocument/2006/relationships/slide" Target="../slides/slide212.xml" /><Relationship Id="rId7" Type="http://schemas.openxmlformats.org/officeDocument/2006/relationships/slide" Target="../slides/slide216.xml" /><Relationship Id="rId2" Type="http://schemas.openxmlformats.org/officeDocument/2006/relationships/slide" Target="../slides/slide211.xml" /><Relationship Id="rId1" Type="http://schemas.openxmlformats.org/officeDocument/2006/relationships/slideMaster" Target="../slideMasters/slideMaster52.xml" /><Relationship Id="rId6" Type="http://schemas.openxmlformats.org/officeDocument/2006/relationships/slide" Target="../slides/slide215.xml" /><Relationship Id="rId5" Type="http://schemas.openxmlformats.org/officeDocument/2006/relationships/slide" Target="../slides/slide214.xml" /><Relationship Id="rId4" Type="http://schemas.openxmlformats.org/officeDocument/2006/relationships/slide" Target="../slides/slide213.xml" /></Relationships>
</file>

<file path=ppt/slideLayouts/_rels/slideLayout713.xml.rels><?xml version="1.0" encoding="UTF-8" standalone="yes"?>
<Relationships xmlns="http://schemas.openxmlformats.org/package/2006/relationships"><Relationship Id="rId8" Type="http://schemas.openxmlformats.org/officeDocument/2006/relationships/slide" Target="../slides/slide217.xml" /><Relationship Id="rId3" Type="http://schemas.openxmlformats.org/officeDocument/2006/relationships/slide" Target="../slides/slide212.xml" /><Relationship Id="rId7" Type="http://schemas.openxmlformats.org/officeDocument/2006/relationships/slide" Target="../slides/slide216.xml" /><Relationship Id="rId2" Type="http://schemas.openxmlformats.org/officeDocument/2006/relationships/slide" Target="../slides/slide211.xml" /><Relationship Id="rId1" Type="http://schemas.openxmlformats.org/officeDocument/2006/relationships/slideMaster" Target="../slideMasters/slideMaster52.xml" /><Relationship Id="rId6" Type="http://schemas.openxmlformats.org/officeDocument/2006/relationships/slide" Target="../slides/slide215.xml" /><Relationship Id="rId5" Type="http://schemas.openxmlformats.org/officeDocument/2006/relationships/slide" Target="../slides/slide214.xml" /><Relationship Id="rId4" Type="http://schemas.openxmlformats.org/officeDocument/2006/relationships/slide" Target="../slides/slide213.xml" /></Relationships>
</file>

<file path=ppt/slideLayouts/_rels/slideLayout714.xml.rels><?xml version="1.0" encoding="UTF-8" standalone="yes"?>
<Relationships xmlns="http://schemas.openxmlformats.org/package/2006/relationships"><Relationship Id="rId8" Type="http://schemas.openxmlformats.org/officeDocument/2006/relationships/slide" Target="../slides/slide217.xml" /><Relationship Id="rId3" Type="http://schemas.openxmlformats.org/officeDocument/2006/relationships/slide" Target="../slides/slide212.xml" /><Relationship Id="rId7" Type="http://schemas.openxmlformats.org/officeDocument/2006/relationships/slide" Target="../slides/slide216.xml" /><Relationship Id="rId2" Type="http://schemas.openxmlformats.org/officeDocument/2006/relationships/slide" Target="../slides/slide211.xml" /><Relationship Id="rId1" Type="http://schemas.openxmlformats.org/officeDocument/2006/relationships/slideMaster" Target="../slideMasters/slideMaster52.xml" /><Relationship Id="rId6" Type="http://schemas.openxmlformats.org/officeDocument/2006/relationships/slide" Target="../slides/slide215.xml" /><Relationship Id="rId5" Type="http://schemas.openxmlformats.org/officeDocument/2006/relationships/slide" Target="../slides/slide214.xml" /><Relationship Id="rId4" Type="http://schemas.openxmlformats.org/officeDocument/2006/relationships/slide" Target="../slides/slide213.xml" /></Relationships>
</file>

<file path=ppt/slideLayouts/_rels/slideLayout715.xml.rels><?xml version="1.0" encoding="UTF-8" standalone="yes"?>
<Relationships xmlns="http://schemas.openxmlformats.org/package/2006/relationships"><Relationship Id="rId1" Type="http://schemas.openxmlformats.org/officeDocument/2006/relationships/slideMaster" Target="../slideMasters/slideMaster53.xml" /></Relationships>
</file>

<file path=ppt/slideLayouts/_rels/slideLayout716.xml.rels><?xml version="1.0" encoding="UTF-8" standalone="yes"?>
<Relationships xmlns="http://schemas.openxmlformats.org/package/2006/relationships"><Relationship Id="rId1" Type="http://schemas.openxmlformats.org/officeDocument/2006/relationships/slideMaster" Target="../slideMasters/slideMaster53.xml" /></Relationships>
</file>

<file path=ppt/slideLayouts/_rels/slideLayout717.xml.rels><?xml version="1.0" encoding="UTF-8" standalone="yes"?>
<Relationships xmlns="http://schemas.openxmlformats.org/package/2006/relationships"><Relationship Id="rId1" Type="http://schemas.openxmlformats.org/officeDocument/2006/relationships/slideMaster" Target="../slideMasters/slideMaster53.xml" /></Relationships>
</file>

<file path=ppt/slideLayouts/_rels/slideLayout718.xml.rels><?xml version="1.0" encoding="UTF-8" standalone="yes"?>
<Relationships xmlns="http://schemas.openxmlformats.org/package/2006/relationships"><Relationship Id="rId1" Type="http://schemas.openxmlformats.org/officeDocument/2006/relationships/slideMaster" Target="../slideMasters/slideMaster53.xml" /></Relationships>
</file>

<file path=ppt/slideLayouts/_rels/slideLayout719.xml.rels><?xml version="1.0" encoding="UTF-8" standalone="yes"?>
<Relationships xmlns="http://schemas.openxmlformats.org/package/2006/relationships"><Relationship Id="rId1" Type="http://schemas.openxmlformats.org/officeDocument/2006/relationships/slideMaster" Target="../slideMasters/slideMaster53.xml" /></Relationships>
</file>

<file path=ppt/slideLayouts/_rels/slideLayout720.xml.rels><?xml version="1.0" encoding="UTF-8" standalone="yes"?>
<Relationships xmlns="http://schemas.openxmlformats.org/package/2006/relationships"><Relationship Id="rId1" Type="http://schemas.openxmlformats.org/officeDocument/2006/relationships/slideMaster" Target="../slideMasters/slideMaster53.xml" /></Relationships>
</file>

<file path=ppt/slideLayouts/_rels/slideLayout721.xml.rels><?xml version="1.0" encoding="UTF-8" standalone="yes"?>
<Relationships xmlns="http://schemas.openxmlformats.org/package/2006/relationships"><Relationship Id="rId8" Type="http://schemas.openxmlformats.org/officeDocument/2006/relationships/slide" Target="../slides/slide231.xml" /><Relationship Id="rId3" Type="http://schemas.openxmlformats.org/officeDocument/2006/relationships/slide" Target="../slides/slide219.xml" /><Relationship Id="rId7" Type="http://schemas.openxmlformats.org/officeDocument/2006/relationships/slide" Target="../slides/slide223.xml" /><Relationship Id="rId2" Type="http://schemas.openxmlformats.org/officeDocument/2006/relationships/slide" Target="../slides/slide218.xml" /><Relationship Id="rId1" Type="http://schemas.openxmlformats.org/officeDocument/2006/relationships/slideMaster" Target="../slideMasters/slideMaster53.xml" /><Relationship Id="rId6" Type="http://schemas.openxmlformats.org/officeDocument/2006/relationships/slide" Target="../slides/slide222.xml" /><Relationship Id="rId5" Type="http://schemas.openxmlformats.org/officeDocument/2006/relationships/slide" Target="../slides/slide221.xml" /><Relationship Id="rId4" Type="http://schemas.openxmlformats.org/officeDocument/2006/relationships/slide" Target="../slides/slide220.xml" /></Relationships>
</file>

<file path=ppt/slideLayouts/_rels/slideLayout722.xml.rels><?xml version="1.0" encoding="UTF-8" standalone="yes"?>
<Relationships xmlns="http://schemas.openxmlformats.org/package/2006/relationships"><Relationship Id="rId1" Type="http://schemas.openxmlformats.org/officeDocument/2006/relationships/slideMaster" Target="../slideMasters/slideMaster53.xml" /></Relationships>
</file>

<file path=ppt/slideLayouts/_rels/slideLayout723.xml.rels><?xml version="1.0" encoding="UTF-8" standalone="yes"?>
<Relationships xmlns="http://schemas.openxmlformats.org/package/2006/relationships"><Relationship Id="rId1" Type="http://schemas.openxmlformats.org/officeDocument/2006/relationships/slideMaster" Target="../slideMasters/slideMaster53.xml" /></Relationships>
</file>

<file path=ppt/slideLayouts/_rels/slideLayout724.xml.rels><?xml version="1.0" encoding="UTF-8" standalone="yes"?>
<Relationships xmlns="http://schemas.openxmlformats.org/package/2006/relationships"><Relationship Id="rId1" Type="http://schemas.openxmlformats.org/officeDocument/2006/relationships/slideMaster" Target="../slideMasters/slideMaster53.xml" /></Relationships>
</file>

<file path=ppt/slideLayouts/_rels/slideLayout725.xml.rels><?xml version="1.0" encoding="UTF-8" standalone="yes"?>
<Relationships xmlns="http://schemas.openxmlformats.org/package/2006/relationships"><Relationship Id="rId1" Type="http://schemas.openxmlformats.org/officeDocument/2006/relationships/slideMaster" Target="../slideMasters/slideMaster53.xml" /></Relationships>
</file>

<file path=ppt/slideLayouts/_rels/slideLayout726.xml.rels><?xml version="1.0" encoding="UTF-8" standalone="yes"?>
<Relationships xmlns="http://schemas.openxmlformats.org/package/2006/relationships"><Relationship Id="rId8" Type="http://schemas.openxmlformats.org/officeDocument/2006/relationships/slide" Target="../slides/slide231.xml" /><Relationship Id="rId3" Type="http://schemas.openxmlformats.org/officeDocument/2006/relationships/slide" Target="../slides/slide219.xml" /><Relationship Id="rId7" Type="http://schemas.openxmlformats.org/officeDocument/2006/relationships/slide" Target="../slides/slide223.xml" /><Relationship Id="rId2" Type="http://schemas.openxmlformats.org/officeDocument/2006/relationships/slide" Target="../slides/slide218.xml" /><Relationship Id="rId1" Type="http://schemas.openxmlformats.org/officeDocument/2006/relationships/slideMaster" Target="../slideMasters/slideMaster53.xml" /><Relationship Id="rId6" Type="http://schemas.openxmlformats.org/officeDocument/2006/relationships/slide" Target="../slides/slide222.xml" /><Relationship Id="rId5" Type="http://schemas.openxmlformats.org/officeDocument/2006/relationships/slide" Target="../slides/slide221.xml" /><Relationship Id="rId4" Type="http://schemas.openxmlformats.org/officeDocument/2006/relationships/slide" Target="../slides/slide220.xml" /></Relationships>
</file>

<file path=ppt/slideLayouts/_rels/slideLayout727.xml.rels><?xml version="1.0" encoding="UTF-8" standalone="yes"?>
<Relationships xmlns="http://schemas.openxmlformats.org/package/2006/relationships"><Relationship Id="rId8" Type="http://schemas.openxmlformats.org/officeDocument/2006/relationships/slide" Target="../slides/slide231.xml" /><Relationship Id="rId3" Type="http://schemas.openxmlformats.org/officeDocument/2006/relationships/slide" Target="../slides/slide219.xml" /><Relationship Id="rId7" Type="http://schemas.openxmlformats.org/officeDocument/2006/relationships/slide" Target="../slides/slide223.xml" /><Relationship Id="rId2" Type="http://schemas.openxmlformats.org/officeDocument/2006/relationships/slide" Target="../slides/slide218.xml" /><Relationship Id="rId1" Type="http://schemas.openxmlformats.org/officeDocument/2006/relationships/slideMaster" Target="../slideMasters/slideMaster53.xml" /><Relationship Id="rId6" Type="http://schemas.openxmlformats.org/officeDocument/2006/relationships/slide" Target="../slides/slide222.xml" /><Relationship Id="rId5" Type="http://schemas.openxmlformats.org/officeDocument/2006/relationships/slide" Target="../slides/slide221.xml" /><Relationship Id="rId4" Type="http://schemas.openxmlformats.org/officeDocument/2006/relationships/slide" Target="../slides/slide220.xml" /></Relationships>
</file>

<file path=ppt/slideLayouts/_rels/slideLayout728.xml.rels><?xml version="1.0" encoding="UTF-8" standalone="yes"?>
<Relationships xmlns="http://schemas.openxmlformats.org/package/2006/relationships"><Relationship Id="rId8" Type="http://schemas.openxmlformats.org/officeDocument/2006/relationships/slide" Target="../slides/slide231.xml" /><Relationship Id="rId3" Type="http://schemas.openxmlformats.org/officeDocument/2006/relationships/slide" Target="../slides/slide219.xml" /><Relationship Id="rId7" Type="http://schemas.openxmlformats.org/officeDocument/2006/relationships/slide" Target="../slides/slide223.xml" /><Relationship Id="rId2" Type="http://schemas.openxmlformats.org/officeDocument/2006/relationships/slide" Target="../slides/slide218.xml" /><Relationship Id="rId1" Type="http://schemas.openxmlformats.org/officeDocument/2006/relationships/slideMaster" Target="../slideMasters/slideMaster53.xml" /><Relationship Id="rId6" Type="http://schemas.openxmlformats.org/officeDocument/2006/relationships/slide" Target="../slides/slide222.xml" /><Relationship Id="rId5" Type="http://schemas.openxmlformats.org/officeDocument/2006/relationships/slide" Target="../slides/slide221.xml" /><Relationship Id="rId4" Type="http://schemas.openxmlformats.org/officeDocument/2006/relationships/slide" Target="../slides/slide220.xml" /></Relationships>
</file>

<file path=ppt/slideLayouts/_rels/slideLayout729.xml.rels><?xml version="1.0" encoding="UTF-8" standalone="yes"?>
<Relationships xmlns="http://schemas.openxmlformats.org/package/2006/relationships"><Relationship Id="rId8" Type="http://schemas.openxmlformats.org/officeDocument/2006/relationships/slide" Target="../slides/slide231.xml" /><Relationship Id="rId3" Type="http://schemas.openxmlformats.org/officeDocument/2006/relationships/slide" Target="../slides/slide219.xml" /><Relationship Id="rId7" Type="http://schemas.openxmlformats.org/officeDocument/2006/relationships/slide" Target="../slides/slide223.xml" /><Relationship Id="rId2" Type="http://schemas.openxmlformats.org/officeDocument/2006/relationships/slide" Target="../slides/slide218.xml" /><Relationship Id="rId1" Type="http://schemas.openxmlformats.org/officeDocument/2006/relationships/slideMaster" Target="../slideMasters/slideMaster53.xml" /><Relationship Id="rId6" Type="http://schemas.openxmlformats.org/officeDocument/2006/relationships/slide" Target="../slides/slide222.xml" /><Relationship Id="rId5" Type="http://schemas.openxmlformats.org/officeDocument/2006/relationships/slide" Target="../slides/slide221.xml" /><Relationship Id="rId4" Type="http://schemas.openxmlformats.org/officeDocument/2006/relationships/slide" Target="../slides/slide220.xml" /></Relationships>
</file>

<file path=ppt/slideLayouts/_rels/slideLayout730.xml.rels><?xml version="1.0" encoding="UTF-8" standalone="yes"?>
<Relationships xmlns="http://schemas.openxmlformats.org/package/2006/relationships"><Relationship Id="rId8" Type="http://schemas.openxmlformats.org/officeDocument/2006/relationships/slide" Target="../slides/slide231.xml" /><Relationship Id="rId3" Type="http://schemas.openxmlformats.org/officeDocument/2006/relationships/slide" Target="../slides/slide219.xml" /><Relationship Id="rId7" Type="http://schemas.openxmlformats.org/officeDocument/2006/relationships/slide" Target="../slides/slide223.xml" /><Relationship Id="rId2" Type="http://schemas.openxmlformats.org/officeDocument/2006/relationships/slide" Target="../slides/slide218.xml" /><Relationship Id="rId1" Type="http://schemas.openxmlformats.org/officeDocument/2006/relationships/slideMaster" Target="../slideMasters/slideMaster53.xml" /><Relationship Id="rId6" Type="http://schemas.openxmlformats.org/officeDocument/2006/relationships/slide" Target="../slides/slide222.xml" /><Relationship Id="rId5" Type="http://schemas.openxmlformats.org/officeDocument/2006/relationships/slide" Target="../slides/slide221.xml" /><Relationship Id="rId4" Type="http://schemas.openxmlformats.org/officeDocument/2006/relationships/slide" Target="../slides/slide220.xml" /></Relationships>
</file>

<file path=ppt/slideLayouts/_rels/slideLayout731.xml.rels><?xml version="1.0" encoding="UTF-8" standalone="yes"?>
<Relationships xmlns="http://schemas.openxmlformats.org/package/2006/relationships"><Relationship Id="rId8" Type="http://schemas.openxmlformats.org/officeDocument/2006/relationships/slide" Target="../slides/slide231.xml" /><Relationship Id="rId3" Type="http://schemas.openxmlformats.org/officeDocument/2006/relationships/slide" Target="../slides/slide219.xml" /><Relationship Id="rId7" Type="http://schemas.openxmlformats.org/officeDocument/2006/relationships/slide" Target="../slides/slide223.xml" /><Relationship Id="rId2" Type="http://schemas.openxmlformats.org/officeDocument/2006/relationships/slide" Target="../slides/slide218.xml" /><Relationship Id="rId1" Type="http://schemas.openxmlformats.org/officeDocument/2006/relationships/slideMaster" Target="../slideMasters/slideMaster53.xml" /><Relationship Id="rId6" Type="http://schemas.openxmlformats.org/officeDocument/2006/relationships/slide" Target="../slides/slide222.xml" /><Relationship Id="rId5" Type="http://schemas.openxmlformats.org/officeDocument/2006/relationships/slide" Target="../slides/slide221.xml" /><Relationship Id="rId4" Type="http://schemas.openxmlformats.org/officeDocument/2006/relationships/slide" Target="../slides/slide220.xml" /></Relationships>
</file>

<file path=ppt/slideLayouts/_rels/slideLayout732.xml.rels><?xml version="1.0" encoding="UTF-8" standalone="yes"?>
<Relationships xmlns="http://schemas.openxmlformats.org/package/2006/relationships"><Relationship Id="rId1" Type="http://schemas.openxmlformats.org/officeDocument/2006/relationships/slideMaster" Target="../slideMasters/slideMaster54.xml" /></Relationships>
</file>

<file path=ppt/slideLayouts/_rels/slideLayout733.xml.rels><?xml version="1.0" encoding="UTF-8" standalone="yes"?>
<Relationships xmlns="http://schemas.openxmlformats.org/package/2006/relationships"><Relationship Id="rId1" Type="http://schemas.openxmlformats.org/officeDocument/2006/relationships/slideMaster" Target="../slideMasters/slideMaster54.xml" /></Relationships>
</file>

<file path=ppt/slideLayouts/_rels/slideLayout734.xml.rels><?xml version="1.0" encoding="UTF-8" standalone="yes"?>
<Relationships xmlns="http://schemas.openxmlformats.org/package/2006/relationships"><Relationship Id="rId1" Type="http://schemas.openxmlformats.org/officeDocument/2006/relationships/slideMaster" Target="../slideMasters/slideMaster54.xml" /></Relationships>
</file>

<file path=ppt/slideLayouts/_rels/slideLayout735.xml.rels><?xml version="1.0" encoding="UTF-8" standalone="yes"?>
<Relationships xmlns="http://schemas.openxmlformats.org/package/2006/relationships"><Relationship Id="rId1" Type="http://schemas.openxmlformats.org/officeDocument/2006/relationships/slideMaster" Target="../slideMasters/slideMaster54.xml" /></Relationships>
</file>

<file path=ppt/slideLayouts/_rels/slideLayout736.xml.rels><?xml version="1.0" encoding="UTF-8" standalone="yes"?>
<Relationships xmlns="http://schemas.openxmlformats.org/package/2006/relationships"><Relationship Id="rId1" Type="http://schemas.openxmlformats.org/officeDocument/2006/relationships/slideMaster" Target="../slideMasters/slideMaster54.xml" /></Relationships>
</file>

<file path=ppt/slideLayouts/_rels/slideLayout737.xml.rels><?xml version="1.0" encoding="UTF-8" standalone="yes"?>
<Relationships xmlns="http://schemas.openxmlformats.org/package/2006/relationships"><Relationship Id="rId1" Type="http://schemas.openxmlformats.org/officeDocument/2006/relationships/slideMaster" Target="../slideMasters/slideMaster54.xml" /></Relationships>
</file>

<file path=ppt/slideLayouts/_rels/slideLayout738.xml.rels><?xml version="1.0" encoding="UTF-8" standalone="yes"?>
<Relationships xmlns="http://schemas.openxmlformats.org/package/2006/relationships"><Relationship Id="rId8" Type="http://schemas.openxmlformats.org/officeDocument/2006/relationships/slide" Target="../slides/slide239.xml" /><Relationship Id="rId3" Type="http://schemas.openxmlformats.org/officeDocument/2006/relationships/slide" Target="../slides/slide233.xml" /><Relationship Id="rId7" Type="http://schemas.openxmlformats.org/officeDocument/2006/relationships/slide" Target="../slides/slide237.xml" /><Relationship Id="rId2" Type="http://schemas.openxmlformats.org/officeDocument/2006/relationships/slide" Target="../slides/slide232.xml" /><Relationship Id="rId1" Type="http://schemas.openxmlformats.org/officeDocument/2006/relationships/slideMaster" Target="../slideMasters/slideMaster54.xml" /><Relationship Id="rId6" Type="http://schemas.openxmlformats.org/officeDocument/2006/relationships/slide" Target="../slides/slide236.xml" /><Relationship Id="rId5" Type="http://schemas.openxmlformats.org/officeDocument/2006/relationships/slide" Target="../slides/slide235.xml" /><Relationship Id="rId4" Type="http://schemas.openxmlformats.org/officeDocument/2006/relationships/slide" Target="../slides/slide234.xml" /></Relationships>
</file>

<file path=ppt/slideLayouts/_rels/slideLayout739.xml.rels><?xml version="1.0" encoding="UTF-8" standalone="yes"?>
<Relationships xmlns="http://schemas.openxmlformats.org/package/2006/relationships"><Relationship Id="rId1" Type="http://schemas.openxmlformats.org/officeDocument/2006/relationships/slideMaster" Target="../slideMasters/slideMaster54.xml" /></Relationships>
</file>

<file path=ppt/slideLayouts/_rels/slideLayout740.xml.rels><?xml version="1.0" encoding="UTF-8" standalone="yes"?>
<Relationships xmlns="http://schemas.openxmlformats.org/package/2006/relationships"><Relationship Id="rId1" Type="http://schemas.openxmlformats.org/officeDocument/2006/relationships/slideMaster" Target="../slideMasters/slideMaster54.xml" /></Relationships>
</file>

<file path=ppt/slideLayouts/_rels/slideLayout741.xml.rels><?xml version="1.0" encoding="UTF-8" standalone="yes"?>
<Relationships xmlns="http://schemas.openxmlformats.org/package/2006/relationships"><Relationship Id="rId1" Type="http://schemas.openxmlformats.org/officeDocument/2006/relationships/slideMaster" Target="../slideMasters/slideMaster54.xml" /></Relationships>
</file>

<file path=ppt/slideLayouts/_rels/slideLayout742.xml.rels><?xml version="1.0" encoding="UTF-8" standalone="yes"?>
<Relationships xmlns="http://schemas.openxmlformats.org/package/2006/relationships"><Relationship Id="rId1" Type="http://schemas.openxmlformats.org/officeDocument/2006/relationships/slideMaster" Target="../slideMasters/slideMaster54.xml" /></Relationships>
</file>

<file path=ppt/slideLayouts/_rels/slideLayout743.xml.rels><?xml version="1.0" encoding="UTF-8" standalone="yes"?>
<Relationships xmlns="http://schemas.openxmlformats.org/package/2006/relationships"><Relationship Id="rId8" Type="http://schemas.openxmlformats.org/officeDocument/2006/relationships/slide" Target="../slides/slide239.xml" /><Relationship Id="rId3" Type="http://schemas.openxmlformats.org/officeDocument/2006/relationships/slide" Target="../slides/slide233.xml" /><Relationship Id="rId7" Type="http://schemas.openxmlformats.org/officeDocument/2006/relationships/slide" Target="../slides/slide237.xml" /><Relationship Id="rId2" Type="http://schemas.openxmlformats.org/officeDocument/2006/relationships/slide" Target="../slides/slide232.xml" /><Relationship Id="rId1" Type="http://schemas.openxmlformats.org/officeDocument/2006/relationships/slideMaster" Target="../slideMasters/slideMaster54.xml" /><Relationship Id="rId6" Type="http://schemas.openxmlformats.org/officeDocument/2006/relationships/slide" Target="../slides/slide236.xml" /><Relationship Id="rId5" Type="http://schemas.openxmlformats.org/officeDocument/2006/relationships/slide" Target="../slides/slide235.xml" /><Relationship Id="rId4" Type="http://schemas.openxmlformats.org/officeDocument/2006/relationships/slide" Target="../slides/slide234.xml" /></Relationships>
</file>

<file path=ppt/slideLayouts/_rels/slideLayout744.xml.rels><?xml version="1.0" encoding="UTF-8" standalone="yes"?>
<Relationships xmlns="http://schemas.openxmlformats.org/package/2006/relationships"><Relationship Id="rId8" Type="http://schemas.openxmlformats.org/officeDocument/2006/relationships/slide" Target="../slides/slide239.xml" /><Relationship Id="rId3" Type="http://schemas.openxmlformats.org/officeDocument/2006/relationships/slide" Target="../slides/slide233.xml" /><Relationship Id="rId7" Type="http://schemas.openxmlformats.org/officeDocument/2006/relationships/slide" Target="../slides/slide237.xml" /><Relationship Id="rId2" Type="http://schemas.openxmlformats.org/officeDocument/2006/relationships/slide" Target="../slides/slide232.xml" /><Relationship Id="rId1" Type="http://schemas.openxmlformats.org/officeDocument/2006/relationships/slideMaster" Target="../slideMasters/slideMaster54.xml" /><Relationship Id="rId6" Type="http://schemas.openxmlformats.org/officeDocument/2006/relationships/slide" Target="../slides/slide236.xml" /><Relationship Id="rId5" Type="http://schemas.openxmlformats.org/officeDocument/2006/relationships/slide" Target="../slides/slide235.xml" /><Relationship Id="rId4" Type="http://schemas.openxmlformats.org/officeDocument/2006/relationships/slide" Target="../slides/slide234.xml" /></Relationships>
</file>

<file path=ppt/slideLayouts/_rels/slideLayout745.xml.rels><?xml version="1.0" encoding="UTF-8" standalone="yes"?>
<Relationships xmlns="http://schemas.openxmlformats.org/package/2006/relationships"><Relationship Id="rId8" Type="http://schemas.openxmlformats.org/officeDocument/2006/relationships/slide" Target="../slides/slide239.xml" /><Relationship Id="rId3" Type="http://schemas.openxmlformats.org/officeDocument/2006/relationships/slide" Target="../slides/slide233.xml" /><Relationship Id="rId7" Type="http://schemas.openxmlformats.org/officeDocument/2006/relationships/slide" Target="../slides/slide237.xml" /><Relationship Id="rId2" Type="http://schemas.openxmlformats.org/officeDocument/2006/relationships/slide" Target="../slides/slide232.xml" /><Relationship Id="rId1" Type="http://schemas.openxmlformats.org/officeDocument/2006/relationships/slideMaster" Target="../slideMasters/slideMaster54.xml" /><Relationship Id="rId6" Type="http://schemas.openxmlformats.org/officeDocument/2006/relationships/slide" Target="../slides/slide236.xml" /><Relationship Id="rId5" Type="http://schemas.openxmlformats.org/officeDocument/2006/relationships/slide" Target="../slides/slide235.xml" /><Relationship Id="rId4" Type="http://schemas.openxmlformats.org/officeDocument/2006/relationships/slide" Target="../slides/slide234.xml" /></Relationships>
</file>

<file path=ppt/slideLayouts/_rels/slideLayout746.xml.rels><?xml version="1.0" encoding="UTF-8" standalone="yes"?>
<Relationships xmlns="http://schemas.openxmlformats.org/package/2006/relationships"><Relationship Id="rId8" Type="http://schemas.openxmlformats.org/officeDocument/2006/relationships/slide" Target="../slides/slide239.xml" /><Relationship Id="rId3" Type="http://schemas.openxmlformats.org/officeDocument/2006/relationships/slide" Target="../slides/slide233.xml" /><Relationship Id="rId7" Type="http://schemas.openxmlformats.org/officeDocument/2006/relationships/slide" Target="../slides/slide237.xml" /><Relationship Id="rId2" Type="http://schemas.openxmlformats.org/officeDocument/2006/relationships/slide" Target="../slides/slide232.xml" /><Relationship Id="rId1" Type="http://schemas.openxmlformats.org/officeDocument/2006/relationships/slideMaster" Target="../slideMasters/slideMaster54.xml" /><Relationship Id="rId6" Type="http://schemas.openxmlformats.org/officeDocument/2006/relationships/slide" Target="../slides/slide236.xml" /><Relationship Id="rId5" Type="http://schemas.openxmlformats.org/officeDocument/2006/relationships/slide" Target="../slides/slide235.xml" /><Relationship Id="rId4" Type="http://schemas.openxmlformats.org/officeDocument/2006/relationships/slide" Target="../slides/slide234.xml" /></Relationships>
</file>

<file path=ppt/slideLayouts/_rels/slideLayout747.xml.rels><?xml version="1.0" encoding="UTF-8" standalone="yes"?>
<Relationships xmlns="http://schemas.openxmlformats.org/package/2006/relationships"><Relationship Id="rId8" Type="http://schemas.openxmlformats.org/officeDocument/2006/relationships/slide" Target="../slides/slide239.xml" /><Relationship Id="rId3" Type="http://schemas.openxmlformats.org/officeDocument/2006/relationships/slide" Target="../slides/slide233.xml" /><Relationship Id="rId7" Type="http://schemas.openxmlformats.org/officeDocument/2006/relationships/slide" Target="../slides/slide237.xml" /><Relationship Id="rId2" Type="http://schemas.openxmlformats.org/officeDocument/2006/relationships/slide" Target="../slides/slide232.xml" /><Relationship Id="rId1" Type="http://schemas.openxmlformats.org/officeDocument/2006/relationships/slideMaster" Target="../slideMasters/slideMaster54.xml" /><Relationship Id="rId6" Type="http://schemas.openxmlformats.org/officeDocument/2006/relationships/slide" Target="../slides/slide236.xml" /><Relationship Id="rId5" Type="http://schemas.openxmlformats.org/officeDocument/2006/relationships/slide" Target="../slides/slide235.xml" /><Relationship Id="rId4" Type="http://schemas.openxmlformats.org/officeDocument/2006/relationships/slide" Target="../slides/slide234.xml" /></Relationships>
</file>

<file path=ppt/slideLayouts/_rels/slideLayout748.xml.rels><?xml version="1.0" encoding="UTF-8" standalone="yes"?>
<Relationships xmlns="http://schemas.openxmlformats.org/package/2006/relationships"><Relationship Id="rId8" Type="http://schemas.openxmlformats.org/officeDocument/2006/relationships/slide" Target="../slides/slide239.xml" /><Relationship Id="rId3" Type="http://schemas.openxmlformats.org/officeDocument/2006/relationships/slide" Target="../slides/slide233.xml" /><Relationship Id="rId7" Type="http://schemas.openxmlformats.org/officeDocument/2006/relationships/slide" Target="../slides/slide237.xml" /><Relationship Id="rId2" Type="http://schemas.openxmlformats.org/officeDocument/2006/relationships/slide" Target="../slides/slide232.xml" /><Relationship Id="rId1" Type="http://schemas.openxmlformats.org/officeDocument/2006/relationships/slideMaster" Target="../slideMasters/slideMaster54.xml" /><Relationship Id="rId6" Type="http://schemas.openxmlformats.org/officeDocument/2006/relationships/slide" Target="../slides/slide236.xml" /><Relationship Id="rId5" Type="http://schemas.openxmlformats.org/officeDocument/2006/relationships/slide" Target="../slides/slide235.xml" /><Relationship Id="rId4" Type="http://schemas.openxmlformats.org/officeDocument/2006/relationships/slide" Target="../slides/slide234.xml" /></Relationships>
</file>

<file path=ppt/slideLayouts/_rels/slideLayout749.xml.rels><?xml version="1.0" encoding="UTF-8" standalone="yes"?>
<Relationships xmlns="http://schemas.openxmlformats.org/package/2006/relationships"><Relationship Id="rId1" Type="http://schemas.openxmlformats.org/officeDocument/2006/relationships/slideMaster" Target="../slideMasters/slideMaster55.xml" /></Relationships>
</file>

<file path=ppt/slideLayouts/_rels/slideLayout750.xml.rels><?xml version="1.0" encoding="UTF-8" standalone="yes"?>
<Relationships xmlns="http://schemas.openxmlformats.org/package/2006/relationships"><Relationship Id="rId1" Type="http://schemas.openxmlformats.org/officeDocument/2006/relationships/slideMaster" Target="../slideMasters/slideMaster55.xml" /></Relationships>
</file>

<file path=ppt/slideLayouts/_rels/slideLayout751.xml.rels><?xml version="1.0" encoding="UTF-8" standalone="yes"?>
<Relationships xmlns="http://schemas.openxmlformats.org/package/2006/relationships"><Relationship Id="rId1" Type="http://schemas.openxmlformats.org/officeDocument/2006/relationships/slideMaster" Target="../slideMasters/slideMaster55.xml" /></Relationships>
</file>

<file path=ppt/slideLayouts/_rels/slideLayout752.xml.rels><?xml version="1.0" encoding="UTF-8" standalone="yes"?>
<Relationships xmlns="http://schemas.openxmlformats.org/package/2006/relationships"><Relationship Id="rId1" Type="http://schemas.openxmlformats.org/officeDocument/2006/relationships/slideMaster" Target="../slideMasters/slideMaster55.xml" /></Relationships>
</file>

<file path=ppt/slideLayouts/_rels/slideLayout753.xml.rels><?xml version="1.0" encoding="UTF-8" standalone="yes"?>
<Relationships xmlns="http://schemas.openxmlformats.org/package/2006/relationships"><Relationship Id="rId1" Type="http://schemas.openxmlformats.org/officeDocument/2006/relationships/slideMaster" Target="../slideMasters/slideMaster55.xml" /></Relationships>
</file>

<file path=ppt/slideLayouts/_rels/slideLayout754.xml.rels><?xml version="1.0" encoding="UTF-8" standalone="yes"?>
<Relationships xmlns="http://schemas.openxmlformats.org/package/2006/relationships"><Relationship Id="rId1" Type="http://schemas.openxmlformats.org/officeDocument/2006/relationships/slideMaster" Target="../slideMasters/slideMaster55.xml" /></Relationships>
</file>

<file path=ppt/slideLayouts/_rels/slideLayout755.xml.rels><?xml version="1.0" encoding="UTF-8" standalone="yes"?>
<Relationships xmlns="http://schemas.openxmlformats.org/package/2006/relationships"><Relationship Id="rId8" Type="http://schemas.openxmlformats.org/officeDocument/2006/relationships/slide" Target="../slides/slide246.xml" /><Relationship Id="rId3" Type="http://schemas.openxmlformats.org/officeDocument/2006/relationships/slide" Target="../slides/slide241.xml" /><Relationship Id="rId7" Type="http://schemas.openxmlformats.org/officeDocument/2006/relationships/slide" Target="../slides/slide245.xml" /><Relationship Id="rId2" Type="http://schemas.openxmlformats.org/officeDocument/2006/relationships/slide" Target="../slides/slide240.xml" /><Relationship Id="rId1" Type="http://schemas.openxmlformats.org/officeDocument/2006/relationships/slideMaster" Target="../slideMasters/slideMaster55.xml" /><Relationship Id="rId6" Type="http://schemas.openxmlformats.org/officeDocument/2006/relationships/slide" Target="../slides/slide244.xml" /><Relationship Id="rId5" Type="http://schemas.openxmlformats.org/officeDocument/2006/relationships/slide" Target="../slides/slide243.xml" /><Relationship Id="rId4" Type="http://schemas.openxmlformats.org/officeDocument/2006/relationships/slide" Target="../slides/slide242.xml" /></Relationships>
</file>

<file path=ppt/slideLayouts/_rels/slideLayout756.xml.rels><?xml version="1.0" encoding="UTF-8" standalone="yes"?>
<Relationships xmlns="http://schemas.openxmlformats.org/package/2006/relationships"><Relationship Id="rId1" Type="http://schemas.openxmlformats.org/officeDocument/2006/relationships/slideMaster" Target="../slideMasters/slideMaster55.xml" /></Relationships>
</file>

<file path=ppt/slideLayouts/_rels/slideLayout757.xml.rels><?xml version="1.0" encoding="UTF-8" standalone="yes"?>
<Relationships xmlns="http://schemas.openxmlformats.org/package/2006/relationships"><Relationship Id="rId1" Type="http://schemas.openxmlformats.org/officeDocument/2006/relationships/slideMaster" Target="../slideMasters/slideMaster55.xml" /></Relationships>
</file>

<file path=ppt/slideLayouts/_rels/slideLayout758.xml.rels><?xml version="1.0" encoding="UTF-8" standalone="yes"?>
<Relationships xmlns="http://schemas.openxmlformats.org/package/2006/relationships"><Relationship Id="rId1" Type="http://schemas.openxmlformats.org/officeDocument/2006/relationships/slideMaster" Target="../slideMasters/slideMaster55.xml" /></Relationships>
</file>

<file path=ppt/slideLayouts/_rels/slideLayout759.xml.rels><?xml version="1.0" encoding="UTF-8" standalone="yes"?>
<Relationships xmlns="http://schemas.openxmlformats.org/package/2006/relationships"><Relationship Id="rId1" Type="http://schemas.openxmlformats.org/officeDocument/2006/relationships/slideMaster" Target="../slideMasters/slideMaster55.xml" /></Relationships>
</file>

<file path=ppt/slideLayouts/_rels/slideLayout760.xml.rels><?xml version="1.0" encoding="UTF-8" standalone="yes"?>
<Relationships xmlns="http://schemas.openxmlformats.org/package/2006/relationships"><Relationship Id="rId8" Type="http://schemas.openxmlformats.org/officeDocument/2006/relationships/slide" Target="../slides/slide246.xml" /><Relationship Id="rId3" Type="http://schemas.openxmlformats.org/officeDocument/2006/relationships/slide" Target="../slides/slide241.xml" /><Relationship Id="rId7" Type="http://schemas.openxmlformats.org/officeDocument/2006/relationships/slide" Target="../slides/slide245.xml" /><Relationship Id="rId2" Type="http://schemas.openxmlformats.org/officeDocument/2006/relationships/slide" Target="../slides/slide240.xml" /><Relationship Id="rId1" Type="http://schemas.openxmlformats.org/officeDocument/2006/relationships/slideMaster" Target="../slideMasters/slideMaster55.xml" /><Relationship Id="rId6" Type="http://schemas.openxmlformats.org/officeDocument/2006/relationships/slide" Target="../slides/slide244.xml" /><Relationship Id="rId5" Type="http://schemas.openxmlformats.org/officeDocument/2006/relationships/slide" Target="../slides/slide243.xml" /><Relationship Id="rId4" Type="http://schemas.openxmlformats.org/officeDocument/2006/relationships/slide" Target="../slides/slide242.xml" /></Relationships>
</file>

<file path=ppt/slideLayouts/_rels/slideLayout761.xml.rels><?xml version="1.0" encoding="UTF-8" standalone="yes"?>
<Relationships xmlns="http://schemas.openxmlformats.org/package/2006/relationships"><Relationship Id="rId8" Type="http://schemas.openxmlformats.org/officeDocument/2006/relationships/slide" Target="../slides/slide246.xml" /><Relationship Id="rId3" Type="http://schemas.openxmlformats.org/officeDocument/2006/relationships/slide" Target="../slides/slide241.xml" /><Relationship Id="rId7" Type="http://schemas.openxmlformats.org/officeDocument/2006/relationships/slide" Target="../slides/slide245.xml" /><Relationship Id="rId2" Type="http://schemas.openxmlformats.org/officeDocument/2006/relationships/slide" Target="../slides/slide240.xml" /><Relationship Id="rId1" Type="http://schemas.openxmlformats.org/officeDocument/2006/relationships/slideMaster" Target="../slideMasters/slideMaster55.xml" /><Relationship Id="rId6" Type="http://schemas.openxmlformats.org/officeDocument/2006/relationships/slide" Target="../slides/slide244.xml" /><Relationship Id="rId5" Type="http://schemas.openxmlformats.org/officeDocument/2006/relationships/slide" Target="../slides/slide243.xml" /><Relationship Id="rId4" Type="http://schemas.openxmlformats.org/officeDocument/2006/relationships/slide" Target="../slides/slide242.xml" /></Relationships>
</file>

<file path=ppt/slideLayouts/_rels/slideLayout762.xml.rels><?xml version="1.0" encoding="UTF-8" standalone="yes"?>
<Relationships xmlns="http://schemas.openxmlformats.org/package/2006/relationships"><Relationship Id="rId8" Type="http://schemas.openxmlformats.org/officeDocument/2006/relationships/slide" Target="../slides/slide246.xml" /><Relationship Id="rId3" Type="http://schemas.openxmlformats.org/officeDocument/2006/relationships/slide" Target="../slides/slide241.xml" /><Relationship Id="rId7" Type="http://schemas.openxmlformats.org/officeDocument/2006/relationships/slide" Target="../slides/slide245.xml" /><Relationship Id="rId2" Type="http://schemas.openxmlformats.org/officeDocument/2006/relationships/slide" Target="../slides/slide240.xml" /><Relationship Id="rId1" Type="http://schemas.openxmlformats.org/officeDocument/2006/relationships/slideMaster" Target="../slideMasters/slideMaster55.xml" /><Relationship Id="rId6" Type="http://schemas.openxmlformats.org/officeDocument/2006/relationships/slide" Target="../slides/slide244.xml" /><Relationship Id="rId5" Type="http://schemas.openxmlformats.org/officeDocument/2006/relationships/slide" Target="../slides/slide243.xml" /><Relationship Id="rId4" Type="http://schemas.openxmlformats.org/officeDocument/2006/relationships/slide" Target="../slides/slide242.xml" /></Relationships>
</file>

<file path=ppt/slideLayouts/_rels/slideLayout763.xml.rels><?xml version="1.0" encoding="UTF-8" standalone="yes"?>
<Relationships xmlns="http://schemas.openxmlformats.org/package/2006/relationships"><Relationship Id="rId8" Type="http://schemas.openxmlformats.org/officeDocument/2006/relationships/slide" Target="../slides/slide246.xml" /><Relationship Id="rId3" Type="http://schemas.openxmlformats.org/officeDocument/2006/relationships/slide" Target="../slides/slide241.xml" /><Relationship Id="rId7" Type="http://schemas.openxmlformats.org/officeDocument/2006/relationships/slide" Target="../slides/slide245.xml" /><Relationship Id="rId2" Type="http://schemas.openxmlformats.org/officeDocument/2006/relationships/slide" Target="../slides/slide240.xml" /><Relationship Id="rId1" Type="http://schemas.openxmlformats.org/officeDocument/2006/relationships/slideMaster" Target="../slideMasters/slideMaster55.xml" /><Relationship Id="rId6" Type="http://schemas.openxmlformats.org/officeDocument/2006/relationships/slide" Target="../slides/slide244.xml" /><Relationship Id="rId5" Type="http://schemas.openxmlformats.org/officeDocument/2006/relationships/slide" Target="../slides/slide243.xml" /><Relationship Id="rId4" Type="http://schemas.openxmlformats.org/officeDocument/2006/relationships/slide" Target="../slides/slide242.xml" /></Relationships>
</file>

<file path=ppt/slideLayouts/_rels/slideLayout764.xml.rels><?xml version="1.0" encoding="UTF-8" standalone="yes"?>
<Relationships xmlns="http://schemas.openxmlformats.org/package/2006/relationships"><Relationship Id="rId8" Type="http://schemas.openxmlformats.org/officeDocument/2006/relationships/slide" Target="../slides/slide246.xml" /><Relationship Id="rId3" Type="http://schemas.openxmlformats.org/officeDocument/2006/relationships/slide" Target="../slides/slide241.xml" /><Relationship Id="rId7" Type="http://schemas.openxmlformats.org/officeDocument/2006/relationships/slide" Target="../slides/slide245.xml" /><Relationship Id="rId2" Type="http://schemas.openxmlformats.org/officeDocument/2006/relationships/slide" Target="../slides/slide240.xml" /><Relationship Id="rId1" Type="http://schemas.openxmlformats.org/officeDocument/2006/relationships/slideMaster" Target="../slideMasters/slideMaster55.xml" /><Relationship Id="rId6" Type="http://schemas.openxmlformats.org/officeDocument/2006/relationships/slide" Target="../slides/slide244.xml" /><Relationship Id="rId5" Type="http://schemas.openxmlformats.org/officeDocument/2006/relationships/slide" Target="../slides/slide243.xml" /><Relationship Id="rId4" Type="http://schemas.openxmlformats.org/officeDocument/2006/relationships/slide" Target="../slides/slide242.xml" /></Relationships>
</file>

<file path=ppt/slideLayouts/_rels/slideLayout765.xml.rels><?xml version="1.0" encoding="UTF-8" standalone="yes"?>
<Relationships xmlns="http://schemas.openxmlformats.org/package/2006/relationships"><Relationship Id="rId8" Type="http://schemas.openxmlformats.org/officeDocument/2006/relationships/slide" Target="../slides/slide246.xml" /><Relationship Id="rId3" Type="http://schemas.openxmlformats.org/officeDocument/2006/relationships/slide" Target="../slides/slide241.xml" /><Relationship Id="rId7" Type="http://schemas.openxmlformats.org/officeDocument/2006/relationships/slide" Target="../slides/slide245.xml" /><Relationship Id="rId2" Type="http://schemas.openxmlformats.org/officeDocument/2006/relationships/slide" Target="../slides/slide240.xml" /><Relationship Id="rId1" Type="http://schemas.openxmlformats.org/officeDocument/2006/relationships/slideMaster" Target="../slideMasters/slideMaster55.xml" /><Relationship Id="rId6" Type="http://schemas.openxmlformats.org/officeDocument/2006/relationships/slide" Target="../slides/slide244.xml" /><Relationship Id="rId5" Type="http://schemas.openxmlformats.org/officeDocument/2006/relationships/slide" Target="../slides/slide243.xml" /><Relationship Id="rId4" Type="http://schemas.openxmlformats.org/officeDocument/2006/relationships/slide" Target="../slides/slide242.xml" /></Relationships>
</file>

<file path=ppt/slideLayouts/_rels/slideLayout766.xml.rels><?xml version="1.0" encoding="UTF-8" standalone="yes"?>
<Relationships xmlns="http://schemas.openxmlformats.org/package/2006/relationships"><Relationship Id="rId1" Type="http://schemas.openxmlformats.org/officeDocument/2006/relationships/slideMaster" Target="../slideMasters/slideMaster56.xml" /></Relationships>
</file>

<file path=ppt/slideLayouts/_rels/slideLayout767.xml.rels><?xml version="1.0" encoding="UTF-8" standalone="yes"?>
<Relationships xmlns="http://schemas.openxmlformats.org/package/2006/relationships"><Relationship Id="rId1" Type="http://schemas.openxmlformats.org/officeDocument/2006/relationships/slideMaster" Target="../slideMasters/slideMaster56.xml" /></Relationships>
</file>

<file path=ppt/slideLayouts/_rels/slideLayout768.xml.rels><?xml version="1.0" encoding="UTF-8" standalone="yes"?>
<Relationships xmlns="http://schemas.openxmlformats.org/package/2006/relationships"><Relationship Id="rId1" Type="http://schemas.openxmlformats.org/officeDocument/2006/relationships/slideMaster" Target="../slideMasters/slideMaster56.xml" /></Relationships>
</file>

<file path=ppt/slideLayouts/_rels/slideLayout769.xml.rels><?xml version="1.0" encoding="UTF-8" standalone="yes"?>
<Relationships xmlns="http://schemas.openxmlformats.org/package/2006/relationships"><Relationship Id="rId1" Type="http://schemas.openxmlformats.org/officeDocument/2006/relationships/slideMaster" Target="../slideMasters/slideMaster56.xml" /></Relationships>
</file>

<file path=ppt/slideLayouts/_rels/slideLayout770.xml.rels><?xml version="1.0" encoding="UTF-8" standalone="yes"?>
<Relationships xmlns="http://schemas.openxmlformats.org/package/2006/relationships"><Relationship Id="rId1" Type="http://schemas.openxmlformats.org/officeDocument/2006/relationships/slideMaster" Target="../slideMasters/slideMaster56.xml" /></Relationships>
</file>

<file path=ppt/slideLayouts/_rels/slideLayout771.xml.rels><?xml version="1.0" encoding="UTF-8" standalone="yes"?>
<Relationships xmlns="http://schemas.openxmlformats.org/package/2006/relationships"><Relationship Id="rId1" Type="http://schemas.openxmlformats.org/officeDocument/2006/relationships/slideMaster" Target="../slideMasters/slideMaster56.xml" /></Relationships>
</file>

<file path=ppt/slideLayouts/_rels/slideLayout772.xml.rels><?xml version="1.0" encoding="UTF-8" standalone="yes"?>
<Relationships xmlns="http://schemas.openxmlformats.org/package/2006/relationships"><Relationship Id="rId8" Type="http://schemas.openxmlformats.org/officeDocument/2006/relationships/slide" Target="../slides/slide253.xml" /><Relationship Id="rId3" Type="http://schemas.openxmlformats.org/officeDocument/2006/relationships/slide" Target="../slides/slide248.xml" /><Relationship Id="rId7" Type="http://schemas.openxmlformats.org/officeDocument/2006/relationships/slide" Target="../slides/slide252.xml" /><Relationship Id="rId2" Type="http://schemas.openxmlformats.org/officeDocument/2006/relationships/slide" Target="../slides/slide247.xml" /><Relationship Id="rId1" Type="http://schemas.openxmlformats.org/officeDocument/2006/relationships/slideMaster" Target="../slideMasters/slideMaster56.xml" /><Relationship Id="rId6" Type="http://schemas.openxmlformats.org/officeDocument/2006/relationships/slide" Target="../slides/slide251.xml" /><Relationship Id="rId5" Type="http://schemas.openxmlformats.org/officeDocument/2006/relationships/slide" Target="../slides/slide250.xml" /><Relationship Id="rId4" Type="http://schemas.openxmlformats.org/officeDocument/2006/relationships/slide" Target="../slides/slide249.xml" /></Relationships>
</file>

<file path=ppt/slideLayouts/_rels/slideLayout773.xml.rels><?xml version="1.0" encoding="UTF-8" standalone="yes"?>
<Relationships xmlns="http://schemas.openxmlformats.org/package/2006/relationships"><Relationship Id="rId8" Type="http://schemas.openxmlformats.org/officeDocument/2006/relationships/slide" Target="../slides/slide253.xml" /><Relationship Id="rId3" Type="http://schemas.openxmlformats.org/officeDocument/2006/relationships/slide" Target="../slides/slide248.xml" /><Relationship Id="rId7" Type="http://schemas.openxmlformats.org/officeDocument/2006/relationships/slide" Target="../slides/slide252.xml" /><Relationship Id="rId2" Type="http://schemas.openxmlformats.org/officeDocument/2006/relationships/slide" Target="../slides/slide247.xml" /><Relationship Id="rId1" Type="http://schemas.openxmlformats.org/officeDocument/2006/relationships/slideMaster" Target="../slideMasters/slideMaster56.xml" /><Relationship Id="rId6" Type="http://schemas.openxmlformats.org/officeDocument/2006/relationships/slide" Target="../slides/slide251.xml" /><Relationship Id="rId5" Type="http://schemas.openxmlformats.org/officeDocument/2006/relationships/slide" Target="../slides/slide250.xml" /><Relationship Id="rId4" Type="http://schemas.openxmlformats.org/officeDocument/2006/relationships/slide" Target="../slides/slide249.xml" /></Relationships>
</file>

<file path=ppt/slideLayouts/_rels/slideLayout774.xml.rels><?xml version="1.0" encoding="UTF-8" standalone="yes"?>
<Relationships xmlns="http://schemas.openxmlformats.org/package/2006/relationships"><Relationship Id="rId8" Type="http://schemas.openxmlformats.org/officeDocument/2006/relationships/slide" Target="../slides/slide253.xml" /><Relationship Id="rId3" Type="http://schemas.openxmlformats.org/officeDocument/2006/relationships/slide" Target="../slides/slide248.xml" /><Relationship Id="rId7" Type="http://schemas.openxmlformats.org/officeDocument/2006/relationships/slide" Target="../slides/slide252.xml" /><Relationship Id="rId2" Type="http://schemas.openxmlformats.org/officeDocument/2006/relationships/slide" Target="../slides/slide247.xml" /><Relationship Id="rId1" Type="http://schemas.openxmlformats.org/officeDocument/2006/relationships/slideMaster" Target="../slideMasters/slideMaster56.xml" /><Relationship Id="rId6" Type="http://schemas.openxmlformats.org/officeDocument/2006/relationships/slide" Target="../slides/slide251.xml" /><Relationship Id="rId5" Type="http://schemas.openxmlformats.org/officeDocument/2006/relationships/slide" Target="../slides/slide250.xml" /><Relationship Id="rId4" Type="http://schemas.openxmlformats.org/officeDocument/2006/relationships/slide" Target="../slides/slide249.xml" /></Relationships>
</file>

<file path=ppt/slideLayouts/_rels/slideLayout775.xml.rels><?xml version="1.0" encoding="UTF-8" standalone="yes"?>
<Relationships xmlns="http://schemas.openxmlformats.org/package/2006/relationships"><Relationship Id="rId8" Type="http://schemas.openxmlformats.org/officeDocument/2006/relationships/slide" Target="../slides/slide253.xml" /><Relationship Id="rId3" Type="http://schemas.openxmlformats.org/officeDocument/2006/relationships/slide" Target="../slides/slide248.xml" /><Relationship Id="rId7" Type="http://schemas.openxmlformats.org/officeDocument/2006/relationships/slide" Target="../slides/slide252.xml" /><Relationship Id="rId2" Type="http://schemas.openxmlformats.org/officeDocument/2006/relationships/slide" Target="../slides/slide247.xml" /><Relationship Id="rId1" Type="http://schemas.openxmlformats.org/officeDocument/2006/relationships/slideMaster" Target="../slideMasters/slideMaster56.xml" /><Relationship Id="rId6" Type="http://schemas.openxmlformats.org/officeDocument/2006/relationships/slide" Target="../slides/slide251.xml" /><Relationship Id="rId5" Type="http://schemas.openxmlformats.org/officeDocument/2006/relationships/slide" Target="../slides/slide250.xml" /><Relationship Id="rId4" Type="http://schemas.openxmlformats.org/officeDocument/2006/relationships/slide" Target="../slides/slide249.xml" /></Relationships>
</file>

<file path=ppt/slideLayouts/_rels/slideLayout776.xml.rels><?xml version="1.0" encoding="UTF-8" standalone="yes"?>
<Relationships xmlns="http://schemas.openxmlformats.org/package/2006/relationships"><Relationship Id="rId8" Type="http://schemas.openxmlformats.org/officeDocument/2006/relationships/slide" Target="../slides/slide253.xml" /><Relationship Id="rId3" Type="http://schemas.openxmlformats.org/officeDocument/2006/relationships/slide" Target="../slides/slide248.xml" /><Relationship Id="rId7" Type="http://schemas.openxmlformats.org/officeDocument/2006/relationships/slide" Target="../slides/slide252.xml" /><Relationship Id="rId2" Type="http://schemas.openxmlformats.org/officeDocument/2006/relationships/slide" Target="../slides/slide247.xml" /><Relationship Id="rId1" Type="http://schemas.openxmlformats.org/officeDocument/2006/relationships/slideMaster" Target="../slideMasters/slideMaster56.xml" /><Relationship Id="rId6" Type="http://schemas.openxmlformats.org/officeDocument/2006/relationships/slide" Target="../slides/slide251.xml" /><Relationship Id="rId5" Type="http://schemas.openxmlformats.org/officeDocument/2006/relationships/slide" Target="../slides/slide250.xml" /><Relationship Id="rId4" Type="http://schemas.openxmlformats.org/officeDocument/2006/relationships/slide" Target="../slides/slide249.xml" /></Relationships>
</file>

<file path=ppt/slideLayouts/_rels/slideLayout777.xml.rels><?xml version="1.0" encoding="UTF-8" standalone="yes"?>
<Relationships xmlns="http://schemas.openxmlformats.org/package/2006/relationships"><Relationship Id="rId8" Type="http://schemas.openxmlformats.org/officeDocument/2006/relationships/slide" Target="../slides/slide253.xml" /><Relationship Id="rId3" Type="http://schemas.openxmlformats.org/officeDocument/2006/relationships/slide" Target="../slides/slide248.xml" /><Relationship Id="rId7" Type="http://schemas.openxmlformats.org/officeDocument/2006/relationships/slide" Target="../slides/slide252.xml" /><Relationship Id="rId2" Type="http://schemas.openxmlformats.org/officeDocument/2006/relationships/slide" Target="../slides/slide247.xml" /><Relationship Id="rId1" Type="http://schemas.openxmlformats.org/officeDocument/2006/relationships/slideMaster" Target="../slideMasters/slideMaster56.xml" /><Relationship Id="rId6" Type="http://schemas.openxmlformats.org/officeDocument/2006/relationships/slide" Target="../slides/slide251.xml" /><Relationship Id="rId5" Type="http://schemas.openxmlformats.org/officeDocument/2006/relationships/slide" Target="../slides/slide250.xml" /><Relationship Id="rId4" Type="http://schemas.openxmlformats.org/officeDocument/2006/relationships/slide" Target="../slides/slide249.xml" /></Relationships>
</file>

<file path=ppt/slideLayouts/_rels/slideLayout778.xml.rels><?xml version="1.0" encoding="UTF-8" standalone="yes"?>
<Relationships xmlns="http://schemas.openxmlformats.org/package/2006/relationships"><Relationship Id="rId1" Type="http://schemas.openxmlformats.org/officeDocument/2006/relationships/slideMaster" Target="../slideMasters/slideMaster56.xml" /></Relationships>
</file>

<file path=ppt/slideLayouts/_rels/slideLayout779.xml.rels><?xml version="1.0" encoding="UTF-8" standalone="yes"?>
<Relationships xmlns="http://schemas.openxmlformats.org/package/2006/relationships"><Relationship Id="rId1" Type="http://schemas.openxmlformats.org/officeDocument/2006/relationships/slideMaster" Target="../slideMasters/slideMaster56.xml" /></Relationships>
</file>

<file path=ppt/slideLayouts/_rels/slideLayout780.xml.rels><?xml version="1.0" encoding="UTF-8" standalone="yes"?>
<Relationships xmlns="http://schemas.openxmlformats.org/package/2006/relationships"><Relationship Id="rId1" Type="http://schemas.openxmlformats.org/officeDocument/2006/relationships/slideMaster" Target="../slideMasters/slideMaster56.xml" /></Relationships>
</file>

<file path=ppt/slideLayouts/_rels/slideLayout781.xml.rels><?xml version="1.0" encoding="UTF-8" standalone="yes"?>
<Relationships xmlns="http://schemas.openxmlformats.org/package/2006/relationships"><Relationship Id="rId1" Type="http://schemas.openxmlformats.org/officeDocument/2006/relationships/slideMaster" Target="../slideMasters/slideMaster56.xml" /></Relationships>
</file>

<file path=ppt/slideLayouts/_rels/slideLayout782.xml.rels><?xml version="1.0" encoding="UTF-8" standalone="yes"?>
<Relationships xmlns="http://schemas.openxmlformats.org/package/2006/relationships"><Relationship Id="rId1" Type="http://schemas.openxmlformats.org/officeDocument/2006/relationships/slideMaster" Target="../slideMasters/slideMaster56.xml" /></Relationships>
</file>

<file path=ppt/slideLayouts/_rels/slideLayout783.xml.rels><?xml version="1.0" encoding="UTF-8" standalone="yes"?>
<Relationships xmlns="http://schemas.openxmlformats.org/package/2006/relationships"><Relationship Id="rId8" Type="http://schemas.openxmlformats.org/officeDocument/2006/relationships/slide" Target="../slides/slide253.xml" /><Relationship Id="rId3" Type="http://schemas.openxmlformats.org/officeDocument/2006/relationships/slide" Target="../slides/slide248.xml" /><Relationship Id="rId7" Type="http://schemas.openxmlformats.org/officeDocument/2006/relationships/slide" Target="../slides/slide252.xml" /><Relationship Id="rId2" Type="http://schemas.openxmlformats.org/officeDocument/2006/relationships/slide" Target="../slides/slide247.xml" /><Relationship Id="rId1" Type="http://schemas.openxmlformats.org/officeDocument/2006/relationships/slideMaster" Target="../slideMasters/slideMaster56.xml" /><Relationship Id="rId6" Type="http://schemas.openxmlformats.org/officeDocument/2006/relationships/slide" Target="../slides/slide251.xml" /><Relationship Id="rId5" Type="http://schemas.openxmlformats.org/officeDocument/2006/relationships/slide" Target="../slides/slide250.xml" /><Relationship Id="rId4" Type="http://schemas.openxmlformats.org/officeDocument/2006/relationships/slide" Target="../slides/slide249.xml" /></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Tomt">
    <p:spTree>
      <p:nvGrpSpPr>
        <p:cNvPr id="1" name=""/>
        <p:cNvGrpSpPr/>
        <p:nvPr/>
      </p:nvGrpSpPr>
      <p:grpSpPr>
        <a:xfrm>
          <a:off x="0" y="0"/>
          <a:ext cx="0" cy="0"/>
          <a:chOff x="0" y="0"/>
          <a:chExt cx="0" cy="0"/>
        </a:xfrm>
      </p:grpSpPr>
      <p:sp>
        <p:nvSpPr>
          <p:cNvPr id="2" name="Plassholder for dato 1"/>
          <p:cNvSpPr>
            <a:spLocks noGrp="1"/>
          </p:cNvSpPr>
          <p:nvPr>
            <p:ph type="dt" sz="half" idx="10"/>
          </p:nvPr>
        </p:nvSpPr>
        <p:spPr/>
        <p:txBody>
          <a:bodyPr/>
          <a:lstStyle/>
          <a:p>
            <a:fld id="{92CFC72C-B8A6-4B7A-8D2D-992D3E23A26F}" type="datetime1">
              <a:rPr lang="nb-NO" smtClean="0"/>
              <a:t>27.08.2024</a:t>
            </a:fld>
            <a:endParaRPr lang="nb-NO"/>
          </a:p>
        </p:txBody>
      </p:sp>
      <p:sp>
        <p:nvSpPr>
          <p:cNvPr id="3" name="Plassholder for bunntekst 2"/>
          <p:cNvSpPr>
            <a:spLocks noGrp="1"/>
          </p:cNvSpPr>
          <p:nvPr>
            <p:ph type="ftr" sz="quarter" idx="11"/>
          </p:nvPr>
        </p:nvSpPr>
        <p:spPr/>
        <p:txBody>
          <a:bodyPr/>
          <a:lstStyle/>
          <a:p>
            <a:r>
              <a:rPr lang="nb-NO"/>
              <a:t>Control Trafikkskole</a:t>
            </a:r>
          </a:p>
        </p:txBody>
      </p:sp>
      <p:sp>
        <p:nvSpPr>
          <p:cNvPr id="4" name="Plassholder for lysbildenummer 3"/>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629359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tellysbilde">
    <p:spTree>
      <p:nvGrpSpPr>
        <p:cNvPr id="1" name=""/>
        <p:cNvGrpSpPr/>
        <p:nvPr/>
      </p:nvGrpSpPr>
      <p:grpSpPr>
        <a:xfrm>
          <a:off x="0" y="0"/>
          <a:ext cx="0" cy="0"/>
          <a:chOff x="0" y="0"/>
          <a:chExt cx="0" cy="0"/>
        </a:xfrm>
      </p:grpSpPr>
      <p:sp>
        <p:nvSpPr>
          <p:cNvPr id="2" name="Tittel 1"/>
          <p:cNvSpPr>
            <a:spLocks noGrp="1"/>
          </p:cNvSpPr>
          <p:nvPr>
            <p:ph type="ctrTitle"/>
          </p:nvPr>
        </p:nvSpPr>
        <p:spPr>
          <a:xfrm>
            <a:off x="1524000" y="1122363"/>
            <a:ext cx="9144000" cy="2387600"/>
          </a:xfrm>
        </p:spPr>
        <p:txBody>
          <a:bodyPr anchor="b"/>
          <a:lstStyle>
            <a:lvl1pPr algn="ctr">
              <a:defRPr sz="6000"/>
            </a:lvl1pPr>
          </a:lstStyle>
          <a:p>
            <a:r>
              <a:rPr lang="nb-NO"/>
              <a:t>Klikk for å redigere tittelstil</a:t>
            </a:r>
          </a:p>
        </p:txBody>
      </p:sp>
      <p:sp>
        <p:nvSpPr>
          <p:cNvPr id="3" name="Undertit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b-NO"/>
              <a:t>Klikk for å redigere undertittelstil i malen</a:t>
            </a:r>
          </a:p>
        </p:txBody>
      </p:sp>
      <p:sp>
        <p:nvSpPr>
          <p:cNvPr id="4" name="Plassholder for dato 3"/>
          <p:cNvSpPr>
            <a:spLocks noGrp="1"/>
          </p:cNvSpPr>
          <p:nvPr>
            <p:ph type="dt" sz="half" idx="10"/>
          </p:nvPr>
        </p:nvSpPr>
        <p:spPr/>
        <p:txBody>
          <a:bodyPr/>
          <a:lstStyle/>
          <a:p>
            <a:fld id="{19933661-95E0-40DD-881A-06D26DCB27A3}"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a:xfrm>
            <a:off x="8610600" y="6356350"/>
            <a:ext cx="2743200" cy="365125"/>
          </a:xfrm>
          <a:prstGeom prst="rect">
            <a:avLst/>
          </a:prstGeom>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0040181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idx="1"/>
          </p:nvPr>
        </p:nvSpPr>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D02B6A01-A8D9-4209-9B54-B9B347E419A5}"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a:xfrm>
            <a:off x="8610600" y="6356350"/>
            <a:ext cx="2743200" cy="365125"/>
          </a:xfrm>
          <a:prstGeom prst="rect">
            <a:avLst/>
          </a:prstGeom>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6012526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Deloverskrift">
    <p:spTree>
      <p:nvGrpSpPr>
        <p:cNvPr id="1" name=""/>
        <p:cNvGrpSpPr/>
        <p:nvPr/>
      </p:nvGrpSpPr>
      <p:grpSpPr>
        <a:xfrm>
          <a:off x="0" y="0"/>
          <a:ext cx="0" cy="0"/>
          <a:chOff x="0" y="0"/>
          <a:chExt cx="0" cy="0"/>
        </a:xfrm>
      </p:grpSpPr>
      <p:sp>
        <p:nvSpPr>
          <p:cNvPr id="2" name="Tittel 1"/>
          <p:cNvSpPr>
            <a:spLocks noGrp="1"/>
          </p:cNvSpPr>
          <p:nvPr>
            <p:ph type="title"/>
          </p:nvPr>
        </p:nvSpPr>
        <p:spPr>
          <a:xfrm>
            <a:off x="831850" y="1709738"/>
            <a:ext cx="10515600" cy="2852737"/>
          </a:xfrm>
        </p:spPr>
        <p:txBody>
          <a:bodyPr anchor="b"/>
          <a:lstStyle>
            <a:lvl1pPr>
              <a:defRPr sz="6000"/>
            </a:lvl1pPr>
          </a:lstStyle>
          <a:p>
            <a:r>
              <a:rPr lang="nb-NO"/>
              <a:t>Klikk for å redigere tittelstil</a:t>
            </a:r>
          </a:p>
        </p:txBody>
      </p:sp>
      <p:sp>
        <p:nvSpPr>
          <p:cNvPr id="3" name="Plassholder for teks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b-NO"/>
              <a:t>Rediger tekststiler i malen</a:t>
            </a:r>
          </a:p>
        </p:txBody>
      </p:sp>
      <p:sp>
        <p:nvSpPr>
          <p:cNvPr id="4" name="Plassholder for dato 3"/>
          <p:cNvSpPr>
            <a:spLocks noGrp="1"/>
          </p:cNvSpPr>
          <p:nvPr>
            <p:ph type="dt" sz="half" idx="10"/>
          </p:nvPr>
        </p:nvSpPr>
        <p:spPr/>
        <p:txBody>
          <a:bodyPr/>
          <a:lstStyle/>
          <a:p>
            <a:fld id="{0CB57856-EB8E-4418-9530-AAAD671406DC}"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a:xfrm>
            <a:off x="8610600" y="6356350"/>
            <a:ext cx="2743200" cy="365125"/>
          </a:xfrm>
          <a:prstGeom prst="rect">
            <a:avLst/>
          </a:prstGeom>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8034533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sz="half" idx="1"/>
          </p:nvPr>
        </p:nvSpPr>
        <p:spPr>
          <a:xfrm>
            <a:off x="838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innhold 3"/>
          <p:cNvSpPr>
            <a:spLocks noGrp="1"/>
          </p:cNvSpPr>
          <p:nvPr>
            <p:ph sz="half" idx="2"/>
          </p:nvPr>
        </p:nvSpPr>
        <p:spPr>
          <a:xfrm>
            <a:off x="6172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dato 4"/>
          <p:cNvSpPr>
            <a:spLocks noGrp="1"/>
          </p:cNvSpPr>
          <p:nvPr>
            <p:ph type="dt" sz="half" idx="10"/>
          </p:nvPr>
        </p:nvSpPr>
        <p:spPr/>
        <p:txBody>
          <a:bodyPr/>
          <a:lstStyle/>
          <a:p>
            <a:fld id="{B97B0389-70B0-42FB-8F86-7DDC1E1A28AD}"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a:xfrm>
            <a:off x="8610600" y="6356350"/>
            <a:ext cx="2743200" cy="365125"/>
          </a:xfrm>
          <a:prstGeom prst="rect">
            <a:avLst/>
          </a:prstGeom>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3239025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tel 1"/>
          <p:cNvSpPr>
            <a:spLocks noGrp="1"/>
          </p:cNvSpPr>
          <p:nvPr>
            <p:ph type="title"/>
          </p:nvPr>
        </p:nvSpPr>
        <p:spPr>
          <a:xfrm>
            <a:off x="839788" y="365125"/>
            <a:ext cx="10515600" cy="1325563"/>
          </a:xfrm>
        </p:spPr>
        <p:txBody>
          <a:bodyPr/>
          <a:lstStyle/>
          <a:p>
            <a:r>
              <a:rPr lang="nb-NO"/>
              <a:t>Klikk for å redigere tittelstil</a:t>
            </a:r>
          </a:p>
        </p:txBody>
      </p:sp>
      <p:sp>
        <p:nvSpPr>
          <p:cNvPr id="3" name="Plassholder for teks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4" name="Plassholder for innhold 3"/>
          <p:cNvSpPr>
            <a:spLocks noGrp="1"/>
          </p:cNvSpPr>
          <p:nvPr>
            <p:ph sz="half" idx="2"/>
          </p:nvPr>
        </p:nvSpPr>
        <p:spPr>
          <a:xfrm>
            <a:off x="839788" y="2505075"/>
            <a:ext cx="5157787"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teks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6" name="Plassholder for innhold 5"/>
          <p:cNvSpPr>
            <a:spLocks noGrp="1"/>
          </p:cNvSpPr>
          <p:nvPr>
            <p:ph sz="quarter" idx="4"/>
          </p:nvPr>
        </p:nvSpPr>
        <p:spPr>
          <a:xfrm>
            <a:off x="6172200" y="2505075"/>
            <a:ext cx="5183188"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7" name="Plassholder for dato 6"/>
          <p:cNvSpPr>
            <a:spLocks noGrp="1"/>
          </p:cNvSpPr>
          <p:nvPr>
            <p:ph type="dt" sz="half" idx="10"/>
          </p:nvPr>
        </p:nvSpPr>
        <p:spPr/>
        <p:txBody>
          <a:bodyPr/>
          <a:lstStyle/>
          <a:p>
            <a:fld id="{ADB3216B-1878-48AA-BC12-5E9B79622B35}" type="datetime1">
              <a:rPr lang="nb-NO" smtClean="0"/>
              <a:t>27.08.2024</a:t>
            </a:fld>
            <a:endParaRPr lang="nb-NO"/>
          </a:p>
        </p:txBody>
      </p:sp>
      <p:sp>
        <p:nvSpPr>
          <p:cNvPr id="8" name="Plassholder for bunntekst 7"/>
          <p:cNvSpPr>
            <a:spLocks noGrp="1"/>
          </p:cNvSpPr>
          <p:nvPr>
            <p:ph type="ftr" sz="quarter" idx="11"/>
          </p:nvPr>
        </p:nvSpPr>
        <p:spPr/>
        <p:txBody>
          <a:bodyPr/>
          <a:lstStyle/>
          <a:p>
            <a:r>
              <a:rPr lang="nb-NO"/>
              <a:t>Control Trafikkskole</a:t>
            </a:r>
          </a:p>
        </p:txBody>
      </p:sp>
      <p:sp>
        <p:nvSpPr>
          <p:cNvPr id="9" name="Plassholder for lysbildenummer 8"/>
          <p:cNvSpPr>
            <a:spLocks noGrp="1"/>
          </p:cNvSpPr>
          <p:nvPr>
            <p:ph type="sldNum" sz="quarter" idx="12"/>
          </p:nvPr>
        </p:nvSpPr>
        <p:spPr>
          <a:xfrm>
            <a:off x="8610600" y="6356350"/>
            <a:ext cx="2743200" cy="365125"/>
          </a:xfrm>
          <a:prstGeom prst="rect">
            <a:avLst/>
          </a:prstGeom>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7967615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dato 2"/>
          <p:cNvSpPr>
            <a:spLocks noGrp="1"/>
          </p:cNvSpPr>
          <p:nvPr>
            <p:ph type="dt" sz="half" idx="10"/>
          </p:nvPr>
        </p:nvSpPr>
        <p:spPr/>
        <p:txBody>
          <a:bodyPr/>
          <a:lstStyle/>
          <a:p>
            <a:fld id="{F2F6126E-E708-48BE-A571-143C6F223E0B}" type="datetime1">
              <a:rPr lang="nb-NO" smtClean="0"/>
              <a:t>27.08.2024</a:t>
            </a:fld>
            <a:endParaRPr lang="nb-NO"/>
          </a:p>
        </p:txBody>
      </p:sp>
      <p:sp>
        <p:nvSpPr>
          <p:cNvPr id="4" name="Plassholder for bunntekst 3"/>
          <p:cNvSpPr>
            <a:spLocks noGrp="1"/>
          </p:cNvSpPr>
          <p:nvPr>
            <p:ph type="ftr" sz="quarter" idx="11"/>
          </p:nvPr>
        </p:nvSpPr>
        <p:spPr/>
        <p:txBody>
          <a:bodyPr/>
          <a:lstStyle/>
          <a:p>
            <a:r>
              <a:rPr lang="nb-NO" dirty="0"/>
              <a:t>Roberts Trafikkskole</a:t>
            </a:r>
          </a:p>
        </p:txBody>
      </p:sp>
      <p:sp>
        <p:nvSpPr>
          <p:cNvPr id="5" name="Plassholder for lysbildenummer 4"/>
          <p:cNvSpPr>
            <a:spLocks noGrp="1"/>
          </p:cNvSpPr>
          <p:nvPr>
            <p:ph type="sldNum" sz="quarter" idx="12"/>
          </p:nvPr>
        </p:nvSpPr>
        <p:spPr>
          <a:xfrm>
            <a:off x="8610600" y="6356350"/>
            <a:ext cx="2743200" cy="365125"/>
          </a:xfrm>
          <a:prstGeom prst="rect">
            <a:avLst/>
          </a:prstGeom>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9574039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Tomt">
    <p:spTree>
      <p:nvGrpSpPr>
        <p:cNvPr id="1" name=""/>
        <p:cNvGrpSpPr/>
        <p:nvPr/>
      </p:nvGrpSpPr>
      <p:grpSpPr>
        <a:xfrm>
          <a:off x="0" y="0"/>
          <a:ext cx="0" cy="0"/>
          <a:chOff x="0" y="0"/>
          <a:chExt cx="0" cy="0"/>
        </a:xfrm>
      </p:grpSpPr>
      <p:sp>
        <p:nvSpPr>
          <p:cNvPr id="4" name="Plassholder for lysbildenummer 3"/>
          <p:cNvSpPr>
            <a:spLocks noGrp="1"/>
          </p:cNvSpPr>
          <p:nvPr>
            <p:ph type="sldNum" sz="quarter" idx="12"/>
          </p:nvPr>
        </p:nvSpPr>
        <p:spPr>
          <a:xfrm>
            <a:off x="8610600" y="6356350"/>
            <a:ext cx="2743200" cy="365125"/>
          </a:xfrm>
          <a:prstGeom prst="rect">
            <a:avLst/>
          </a:prstGeom>
        </p:spPr>
        <p:txBody>
          <a:bodyPr/>
          <a:lstStyle/>
          <a:p>
            <a:fld id="{21BD9849-9093-4C9C-AAA2-8C3BBF0F4C37}" type="slidenum">
              <a:rPr lang="nb-NO" smtClean="0"/>
              <a:t>‹#›</a:t>
            </a:fld>
            <a:endParaRPr lang="nb-NO"/>
          </a:p>
        </p:txBody>
      </p:sp>
      <p:pic>
        <p:nvPicPr>
          <p:cNvPr id="3" name="Bilde 2">
            <a:extLst>
              <a:ext uri="{FF2B5EF4-FFF2-40B4-BE49-F238E27FC236}">
                <a16:creationId xmlns:a16="http://schemas.microsoft.com/office/drawing/2014/main" id="{869D525A-77B8-4A83-B100-25AB7E26C3D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5360" y="6078127"/>
            <a:ext cx="1440160" cy="704079"/>
          </a:xfrm>
          <a:prstGeom prst="rect">
            <a:avLst/>
          </a:prstGeom>
        </p:spPr>
      </p:pic>
    </p:spTree>
    <p:extLst>
      <p:ext uri="{BB962C8B-B14F-4D97-AF65-F5344CB8AC3E}">
        <p14:creationId xmlns:p14="http://schemas.microsoft.com/office/powerpoint/2010/main" val="30913975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Innhold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innhold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EF3E7B10-EE35-484E-931E-27F1E849469E}"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a:xfrm>
            <a:off x="8610600" y="6356350"/>
            <a:ext cx="2743200" cy="365125"/>
          </a:xfrm>
          <a:prstGeom prst="rect">
            <a:avLst/>
          </a:prstGeom>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6117383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Bilde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bild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DCD181D7-5797-4A70-90EF-B6F2F960F6B7}"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a:xfrm>
            <a:off x="8610600" y="6356350"/>
            <a:ext cx="2743200" cy="365125"/>
          </a:xfrm>
          <a:prstGeom prst="rect">
            <a:avLst/>
          </a:prstGeom>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6201224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Loddrett tekst">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loddrett tekst 2"/>
          <p:cNvSpPr>
            <a:spLocks noGrp="1"/>
          </p:cNvSpPr>
          <p:nvPr>
            <p:ph type="body" orient="vert" idx="1"/>
          </p:nvPr>
        </p:nvSpPr>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37533C20-3059-4F50-97F2-1DA87C45601D}"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a:xfrm>
            <a:off x="8610600" y="6356350"/>
            <a:ext cx="2743200" cy="365125"/>
          </a:xfrm>
          <a:prstGeom prst="rect">
            <a:avLst/>
          </a:prstGeom>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1488799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Loddrett tittel og tekst">
    <p:spTree>
      <p:nvGrpSpPr>
        <p:cNvPr id="1" name=""/>
        <p:cNvGrpSpPr/>
        <p:nvPr/>
      </p:nvGrpSpPr>
      <p:grpSpPr>
        <a:xfrm>
          <a:off x="0" y="0"/>
          <a:ext cx="0" cy="0"/>
          <a:chOff x="0" y="0"/>
          <a:chExt cx="0" cy="0"/>
        </a:xfrm>
      </p:grpSpPr>
      <p:sp>
        <p:nvSpPr>
          <p:cNvPr id="2" name="Loddrett tittel 1"/>
          <p:cNvSpPr>
            <a:spLocks noGrp="1"/>
          </p:cNvSpPr>
          <p:nvPr>
            <p:ph type="title" orient="vert"/>
          </p:nvPr>
        </p:nvSpPr>
        <p:spPr>
          <a:xfrm>
            <a:off x="8724900" y="365125"/>
            <a:ext cx="2628900" cy="5811838"/>
          </a:xfrm>
        </p:spPr>
        <p:txBody>
          <a:bodyPr vert="eaVert"/>
          <a:lstStyle/>
          <a:p>
            <a:r>
              <a:rPr lang="nb-NO"/>
              <a:t>Klikk for å redigere tittelstil</a:t>
            </a:r>
          </a:p>
        </p:txBody>
      </p:sp>
      <p:sp>
        <p:nvSpPr>
          <p:cNvPr id="3" name="Plassholder for loddrett tekst 2"/>
          <p:cNvSpPr>
            <a:spLocks noGrp="1"/>
          </p:cNvSpPr>
          <p:nvPr>
            <p:ph type="body" orient="vert" idx="1"/>
          </p:nvPr>
        </p:nvSpPr>
        <p:spPr>
          <a:xfrm>
            <a:off x="838200" y="365125"/>
            <a:ext cx="7734300" cy="5811838"/>
          </a:xfrm>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A7D4EB9B-1951-4162-9CBF-E2657BEC10A3}"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a:xfrm>
            <a:off x="8610600" y="6356350"/>
            <a:ext cx="2743200" cy="365125"/>
          </a:xfrm>
          <a:prstGeom prst="rect">
            <a:avLst/>
          </a:prstGeom>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42795511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tel og innho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4" name="Plassholder for dato 3"/>
          <p:cNvSpPr>
            <a:spLocks noGrp="1"/>
          </p:cNvSpPr>
          <p:nvPr>
            <p:ph type="dt" sz="half" idx="10"/>
          </p:nvPr>
        </p:nvSpPr>
        <p:spPr/>
        <p:txBody>
          <a:bodyPr/>
          <a:lstStyle/>
          <a:p>
            <a:fld id="{86AB5C00-FD8A-477C-93A9-A79BCD4525A1}"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a:xfrm>
            <a:off x="8610600" y="6356350"/>
            <a:ext cx="2743200" cy="365125"/>
          </a:xfrm>
          <a:prstGeom prst="rect">
            <a:avLst/>
          </a:prstGeom>
        </p:spPr>
        <p:txBody>
          <a:bodyPr/>
          <a:lstStyle/>
          <a:p>
            <a:fld id="{36781CB5-2019-4A82-85A5-BE8F3DF9291B}" type="slidenum">
              <a:rPr lang="nb-NO" smtClean="0"/>
              <a:t>‹#›</a:t>
            </a:fld>
            <a:endParaRPr lang="nb-NO"/>
          </a:p>
        </p:txBody>
      </p:sp>
    </p:spTree>
    <p:extLst>
      <p:ext uri="{BB962C8B-B14F-4D97-AF65-F5344CB8AC3E}">
        <p14:creationId xmlns:p14="http://schemas.microsoft.com/office/powerpoint/2010/main" val="27204725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tellysbilde">
    <p:spTree>
      <p:nvGrpSpPr>
        <p:cNvPr id="1" name=""/>
        <p:cNvGrpSpPr/>
        <p:nvPr/>
      </p:nvGrpSpPr>
      <p:grpSpPr>
        <a:xfrm>
          <a:off x="0" y="0"/>
          <a:ext cx="0" cy="0"/>
          <a:chOff x="0" y="0"/>
          <a:chExt cx="0" cy="0"/>
        </a:xfrm>
      </p:grpSpPr>
      <p:sp>
        <p:nvSpPr>
          <p:cNvPr id="2" name="Tittel 1"/>
          <p:cNvSpPr>
            <a:spLocks noGrp="1"/>
          </p:cNvSpPr>
          <p:nvPr>
            <p:ph type="ctrTitle"/>
          </p:nvPr>
        </p:nvSpPr>
        <p:spPr>
          <a:xfrm>
            <a:off x="1524000" y="1122363"/>
            <a:ext cx="9144000" cy="2387600"/>
          </a:xfrm>
        </p:spPr>
        <p:txBody>
          <a:bodyPr anchor="b"/>
          <a:lstStyle>
            <a:lvl1pPr algn="ctr">
              <a:defRPr sz="6000"/>
            </a:lvl1pPr>
          </a:lstStyle>
          <a:p>
            <a:r>
              <a:rPr lang="nb-NO"/>
              <a:t>Klikk for å redigere tittelstil</a:t>
            </a:r>
          </a:p>
        </p:txBody>
      </p:sp>
      <p:sp>
        <p:nvSpPr>
          <p:cNvPr id="3" name="Undertit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b-NO"/>
              <a:t>Klikk for å redigere undertittelstil i malen</a:t>
            </a:r>
          </a:p>
        </p:txBody>
      </p:sp>
      <p:sp>
        <p:nvSpPr>
          <p:cNvPr id="4" name="Plassholder for dato 3"/>
          <p:cNvSpPr>
            <a:spLocks noGrp="1"/>
          </p:cNvSpPr>
          <p:nvPr>
            <p:ph type="dt" sz="half" idx="10"/>
          </p:nvPr>
        </p:nvSpPr>
        <p:spPr/>
        <p:txBody>
          <a:bodyPr/>
          <a:lstStyle/>
          <a:p>
            <a:fld id="{82E7746F-4846-4420-B8A0-1BE9AB3ED610}"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2203396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idx="1"/>
          </p:nvPr>
        </p:nvSpPr>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6F83051F-5FCE-4907-B3F2-21BA38DDAD31}"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7836296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Deloverskrift">
    <p:spTree>
      <p:nvGrpSpPr>
        <p:cNvPr id="1" name=""/>
        <p:cNvGrpSpPr/>
        <p:nvPr/>
      </p:nvGrpSpPr>
      <p:grpSpPr>
        <a:xfrm>
          <a:off x="0" y="0"/>
          <a:ext cx="0" cy="0"/>
          <a:chOff x="0" y="0"/>
          <a:chExt cx="0" cy="0"/>
        </a:xfrm>
      </p:grpSpPr>
      <p:sp>
        <p:nvSpPr>
          <p:cNvPr id="2" name="Tittel 1"/>
          <p:cNvSpPr>
            <a:spLocks noGrp="1"/>
          </p:cNvSpPr>
          <p:nvPr>
            <p:ph type="title"/>
          </p:nvPr>
        </p:nvSpPr>
        <p:spPr>
          <a:xfrm>
            <a:off x="831850" y="1709738"/>
            <a:ext cx="10515600" cy="2852737"/>
          </a:xfrm>
        </p:spPr>
        <p:txBody>
          <a:bodyPr anchor="b"/>
          <a:lstStyle>
            <a:lvl1pPr>
              <a:defRPr sz="6000"/>
            </a:lvl1pPr>
          </a:lstStyle>
          <a:p>
            <a:r>
              <a:rPr lang="nb-NO"/>
              <a:t>Klikk for å redigere tittelstil</a:t>
            </a:r>
          </a:p>
        </p:txBody>
      </p:sp>
      <p:sp>
        <p:nvSpPr>
          <p:cNvPr id="3" name="Plassholder for teks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b-NO"/>
              <a:t>Rediger tekststiler i malen</a:t>
            </a:r>
          </a:p>
        </p:txBody>
      </p:sp>
      <p:sp>
        <p:nvSpPr>
          <p:cNvPr id="4" name="Plassholder for dato 3"/>
          <p:cNvSpPr>
            <a:spLocks noGrp="1"/>
          </p:cNvSpPr>
          <p:nvPr>
            <p:ph type="dt" sz="half" idx="10"/>
          </p:nvPr>
        </p:nvSpPr>
        <p:spPr/>
        <p:txBody>
          <a:bodyPr/>
          <a:lstStyle/>
          <a:p>
            <a:fld id="{57AC4F8D-B7FF-481E-B3E9-C341242C22A1}"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4224407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sz="half" idx="1"/>
          </p:nvPr>
        </p:nvSpPr>
        <p:spPr>
          <a:xfrm>
            <a:off x="838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innhold 3"/>
          <p:cNvSpPr>
            <a:spLocks noGrp="1"/>
          </p:cNvSpPr>
          <p:nvPr>
            <p:ph sz="half" idx="2"/>
          </p:nvPr>
        </p:nvSpPr>
        <p:spPr>
          <a:xfrm>
            <a:off x="6172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dato 4"/>
          <p:cNvSpPr>
            <a:spLocks noGrp="1"/>
          </p:cNvSpPr>
          <p:nvPr>
            <p:ph type="dt" sz="half" idx="10"/>
          </p:nvPr>
        </p:nvSpPr>
        <p:spPr/>
        <p:txBody>
          <a:bodyPr/>
          <a:lstStyle/>
          <a:p>
            <a:fld id="{FFD2475C-6576-4FBB-A5B1-22674A3BCD06}"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40596136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tel 1"/>
          <p:cNvSpPr>
            <a:spLocks noGrp="1"/>
          </p:cNvSpPr>
          <p:nvPr>
            <p:ph type="title"/>
          </p:nvPr>
        </p:nvSpPr>
        <p:spPr>
          <a:xfrm>
            <a:off x="839788" y="365125"/>
            <a:ext cx="10515600" cy="1325563"/>
          </a:xfrm>
        </p:spPr>
        <p:txBody>
          <a:bodyPr/>
          <a:lstStyle/>
          <a:p>
            <a:r>
              <a:rPr lang="nb-NO"/>
              <a:t>Klikk for å redigere tittelstil</a:t>
            </a:r>
          </a:p>
        </p:txBody>
      </p:sp>
      <p:sp>
        <p:nvSpPr>
          <p:cNvPr id="3" name="Plassholder for teks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4" name="Plassholder for innhold 3"/>
          <p:cNvSpPr>
            <a:spLocks noGrp="1"/>
          </p:cNvSpPr>
          <p:nvPr>
            <p:ph sz="half" idx="2"/>
          </p:nvPr>
        </p:nvSpPr>
        <p:spPr>
          <a:xfrm>
            <a:off x="839788" y="2505075"/>
            <a:ext cx="5157787"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teks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6" name="Plassholder for innhold 5"/>
          <p:cNvSpPr>
            <a:spLocks noGrp="1"/>
          </p:cNvSpPr>
          <p:nvPr>
            <p:ph sz="quarter" idx="4"/>
          </p:nvPr>
        </p:nvSpPr>
        <p:spPr>
          <a:xfrm>
            <a:off x="6172200" y="2505075"/>
            <a:ext cx="5183188"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7" name="Plassholder for dato 6"/>
          <p:cNvSpPr>
            <a:spLocks noGrp="1"/>
          </p:cNvSpPr>
          <p:nvPr>
            <p:ph type="dt" sz="half" idx="10"/>
          </p:nvPr>
        </p:nvSpPr>
        <p:spPr/>
        <p:txBody>
          <a:bodyPr/>
          <a:lstStyle/>
          <a:p>
            <a:fld id="{6E47F3BE-AF65-47F6-BFDE-5CB3A2C71DA0}" type="datetime1">
              <a:rPr lang="nb-NO" smtClean="0"/>
              <a:t>27.08.2024</a:t>
            </a:fld>
            <a:endParaRPr lang="nb-NO"/>
          </a:p>
        </p:txBody>
      </p:sp>
      <p:sp>
        <p:nvSpPr>
          <p:cNvPr id="8" name="Plassholder for bunntekst 7"/>
          <p:cNvSpPr>
            <a:spLocks noGrp="1"/>
          </p:cNvSpPr>
          <p:nvPr>
            <p:ph type="ftr" sz="quarter" idx="11"/>
          </p:nvPr>
        </p:nvSpPr>
        <p:spPr/>
        <p:txBody>
          <a:bodyPr/>
          <a:lstStyle/>
          <a:p>
            <a:r>
              <a:rPr lang="nb-NO"/>
              <a:t>Control Trafikkskole</a:t>
            </a:r>
          </a:p>
        </p:txBody>
      </p:sp>
      <p:sp>
        <p:nvSpPr>
          <p:cNvPr id="9" name="Plassholder for lysbildenummer 8"/>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84591460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dato 2"/>
          <p:cNvSpPr>
            <a:spLocks noGrp="1"/>
          </p:cNvSpPr>
          <p:nvPr>
            <p:ph type="dt" sz="half" idx="10"/>
          </p:nvPr>
        </p:nvSpPr>
        <p:spPr/>
        <p:txBody>
          <a:bodyPr/>
          <a:lstStyle/>
          <a:p>
            <a:fld id="{EDF56AF9-915A-48FB-93DC-86E8EF7D738D}" type="datetime1">
              <a:rPr lang="nb-NO" smtClean="0"/>
              <a:t>27.08.2024</a:t>
            </a:fld>
            <a:endParaRPr lang="nb-NO"/>
          </a:p>
        </p:txBody>
      </p:sp>
      <p:sp>
        <p:nvSpPr>
          <p:cNvPr id="4" name="Plassholder for bunntekst 3"/>
          <p:cNvSpPr>
            <a:spLocks noGrp="1"/>
          </p:cNvSpPr>
          <p:nvPr>
            <p:ph type="ftr" sz="quarter" idx="11"/>
          </p:nvPr>
        </p:nvSpPr>
        <p:spPr/>
        <p:txBody>
          <a:bodyPr/>
          <a:lstStyle/>
          <a:p>
            <a:r>
              <a:rPr lang="nb-NO"/>
              <a:t>Control Trafikkskole</a:t>
            </a:r>
          </a:p>
        </p:txBody>
      </p:sp>
      <p:sp>
        <p:nvSpPr>
          <p:cNvPr id="5" name="Plassholder for lysbildenummer 4"/>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79187844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omt">
    <p:spTree>
      <p:nvGrpSpPr>
        <p:cNvPr id="1" name=""/>
        <p:cNvGrpSpPr/>
        <p:nvPr/>
      </p:nvGrpSpPr>
      <p:grpSpPr>
        <a:xfrm>
          <a:off x="0" y="0"/>
          <a:ext cx="0" cy="0"/>
          <a:chOff x="0" y="0"/>
          <a:chExt cx="0" cy="0"/>
        </a:xfrm>
      </p:grpSpPr>
      <p:sp>
        <p:nvSpPr>
          <p:cNvPr id="2" name="Plassholder for dato 1"/>
          <p:cNvSpPr>
            <a:spLocks noGrp="1"/>
          </p:cNvSpPr>
          <p:nvPr>
            <p:ph type="dt" sz="half" idx="10"/>
          </p:nvPr>
        </p:nvSpPr>
        <p:spPr/>
        <p:txBody>
          <a:bodyPr/>
          <a:lstStyle/>
          <a:p>
            <a:fld id="{7A1483F2-73AC-4588-A80B-5203537BBE6F}" type="datetime1">
              <a:rPr lang="nb-NO" smtClean="0"/>
              <a:t>27.08.2024</a:t>
            </a:fld>
            <a:endParaRPr lang="nb-NO"/>
          </a:p>
        </p:txBody>
      </p:sp>
      <p:sp>
        <p:nvSpPr>
          <p:cNvPr id="3" name="Plassholder for bunntekst 2"/>
          <p:cNvSpPr>
            <a:spLocks noGrp="1"/>
          </p:cNvSpPr>
          <p:nvPr>
            <p:ph type="ftr" sz="quarter" idx="11"/>
          </p:nvPr>
        </p:nvSpPr>
        <p:spPr/>
        <p:txBody>
          <a:bodyPr/>
          <a:lstStyle/>
          <a:p>
            <a:r>
              <a:rPr lang="nb-NO"/>
              <a:t>Control Trafikkskole</a:t>
            </a:r>
          </a:p>
        </p:txBody>
      </p:sp>
      <p:sp>
        <p:nvSpPr>
          <p:cNvPr id="4" name="Plassholder for lysbildenummer 3"/>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7135608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Innhold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innhold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EA450E86-ECA5-40C3-87D1-0E42F34DC3FB}"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81123353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Bilde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bild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D5B2917A-378F-4694-A6BD-6ECBE27EAA5E}"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29374018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Loddrett tekst">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loddrett tekst 2"/>
          <p:cNvSpPr>
            <a:spLocks noGrp="1"/>
          </p:cNvSpPr>
          <p:nvPr>
            <p:ph type="body" orient="vert" idx="1"/>
          </p:nvPr>
        </p:nvSpPr>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F54FA490-98CE-4FC3-8723-60D7311373E5}"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61966569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Loddrett tittel og tekst">
    <p:spTree>
      <p:nvGrpSpPr>
        <p:cNvPr id="1" name=""/>
        <p:cNvGrpSpPr/>
        <p:nvPr/>
      </p:nvGrpSpPr>
      <p:grpSpPr>
        <a:xfrm>
          <a:off x="0" y="0"/>
          <a:ext cx="0" cy="0"/>
          <a:chOff x="0" y="0"/>
          <a:chExt cx="0" cy="0"/>
        </a:xfrm>
      </p:grpSpPr>
      <p:sp>
        <p:nvSpPr>
          <p:cNvPr id="2" name="Loddrett tittel 1"/>
          <p:cNvSpPr>
            <a:spLocks noGrp="1"/>
          </p:cNvSpPr>
          <p:nvPr>
            <p:ph type="title" orient="vert"/>
          </p:nvPr>
        </p:nvSpPr>
        <p:spPr>
          <a:xfrm>
            <a:off x="8724900" y="365125"/>
            <a:ext cx="2628900" cy="5811838"/>
          </a:xfrm>
        </p:spPr>
        <p:txBody>
          <a:bodyPr vert="eaVert"/>
          <a:lstStyle/>
          <a:p>
            <a:r>
              <a:rPr lang="nb-NO"/>
              <a:t>Klikk for å redigere tittelstil</a:t>
            </a:r>
          </a:p>
        </p:txBody>
      </p:sp>
      <p:sp>
        <p:nvSpPr>
          <p:cNvPr id="3" name="Plassholder for loddrett tekst 2"/>
          <p:cNvSpPr>
            <a:spLocks noGrp="1"/>
          </p:cNvSpPr>
          <p:nvPr>
            <p:ph type="body" orient="vert" idx="1"/>
          </p:nvPr>
        </p:nvSpPr>
        <p:spPr>
          <a:xfrm>
            <a:off x="838200" y="365125"/>
            <a:ext cx="7734300" cy="5811838"/>
          </a:xfrm>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FBFF0C08-D7D9-4A3A-8779-CBEFA763FB34}"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51366981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tellysbilde">
    <p:spTree>
      <p:nvGrpSpPr>
        <p:cNvPr id="1" name=""/>
        <p:cNvGrpSpPr/>
        <p:nvPr/>
      </p:nvGrpSpPr>
      <p:grpSpPr>
        <a:xfrm>
          <a:off x="0" y="0"/>
          <a:ext cx="0" cy="0"/>
          <a:chOff x="0" y="0"/>
          <a:chExt cx="0" cy="0"/>
        </a:xfrm>
      </p:grpSpPr>
      <p:sp>
        <p:nvSpPr>
          <p:cNvPr id="2" name="Tittel 1"/>
          <p:cNvSpPr>
            <a:spLocks noGrp="1"/>
          </p:cNvSpPr>
          <p:nvPr>
            <p:ph type="ctrTitle"/>
          </p:nvPr>
        </p:nvSpPr>
        <p:spPr>
          <a:xfrm>
            <a:off x="1524000" y="1122363"/>
            <a:ext cx="9144000" cy="2387600"/>
          </a:xfrm>
        </p:spPr>
        <p:txBody>
          <a:bodyPr anchor="b"/>
          <a:lstStyle>
            <a:lvl1pPr algn="ctr">
              <a:defRPr sz="6000"/>
            </a:lvl1pPr>
          </a:lstStyle>
          <a:p>
            <a:r>
              <a:rPr lang="nb-NO"/>
              <a:t>Klikk for å redigere tittelstil</a:t>
            </a:r>
          </a:p>
        </p:txBody>
      </p:sp>
      <p:sp>
        <p:nvSpPr>
          <p:cNvPr id="3" name="Undertit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b-NO"/>
              <a:t>Klikk for å redigere undertittelstil i malen</a:t>
            </a:r>
          </a:p>
        </p:txBody>
      </p:sp>
      <p:sp>
        <p:nvSpPr>
          <p:cNvPr id="4" name="Plassholder for dato 3"/>
          <p:cNvSpPr>
            <a:spLocks noGrp="1"/>
          </p:cNvSpPr>
          <p:nvPr>
            <p:ph type="dt" sz="half" idx="10"/>
          </p:nvPr>
        </p:nvSpPr>
        <p:spPr/>
        <p:txBody>
          <a:bodyPr/>
          <a:lstStyle/>
          <a:p>
            <a:fld id="{57366600-6A97-4DE2-A3A2-6BDF4F5BB4A1}"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43409739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idx="1"/>
          </p:nvPr>
        </p:nvSpPr>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09AF2F67-9241-441E-B977-06D669F9EEF8}"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3307271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Deloverskrift">
    <p:spTree>
      <p:nvGrpSpPr>
        <p:cNvPr id="1" name=""/>
        <p:cNvGrpSpPr/>
        <p:nvPr/>
      </p:nvGrpSpPr>
      <p:grpSpPr>
        <a:xfrm>
          <a:off x="0" y="0"/>
          <a:ext cx="0" cy="0"/>
          <a:chOff x="0" y="0"/>
          <a:chExt cx="0" cy="0"/>
        </a:xfrm>
      </p:grpSpPr>
      <p:sp>
        <p:nvSpPr>
          <p:cNvPr id="2" name="Tittel 1"/>
          <p:cNvSpPr>
            <a:spLocks noGrp="1"/>
          </p:cNvSpPr>
          <p:nvPr>
            <p:ph type="title"/>
          </p:nvPr>
        </p:nvSpPr>
        <p:spPr>
          <a:xfrm>
            <a:off x="831850" y="1709738"/>
            <a:ext cx="10515600" cy="2852737"/>
          </a:xfrm>
        </p:spPr>
        <p:txBody>
          <a:bodyPr anchor="b"/>
          <a:lstStyle>
            <a:lvl1pPr>
              <a:defRPr sz="6000"/>
            </a:lvl1pPr>
          </a:lstStyle>
          <a:p>
            <a:r>
              <a:rPr lang="nb-NO"/>
              <a:t>Klikk for å redigere tittelstil</a:t>
            </a:r>
          </a:p>
        </p:txBody>
      </p:sp>
      <p:sp>
        <p:nvSpPr>
          <p:cNvPr id="3" name="Plassholder for teks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b-NO"/>
              <a:t>Rediger tekststiler i malen</a:t>
            </a:r>
          </a:p>
        </p:txBody>
      </p:sp>
      <p:sp>
        <p:nvSpPr>
          <p:cNvPr id="4" name="Plassholder for dato 3"/>
          <p:cNvSpPr>
            <a:spLocks noGrp="1"/>
          </p:cNvSpPr>
          <p:nvPr>
            <p:ph type="dt" sz="half" idx="10"/>
          </p:nvPr>
        </p:nvSpPr>
        <p:spPr/>
        <p:txBody>
          <a:bodyPr/>
          <a:lstStyle/>
          <a:p>
            <a:fld id="{4A899772-0F01-4015-AB58-1C02309BDE61}"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326379805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sz="half" idx="1"/>
          </p:nvPr>
        </p:nvSpPr>
        <p:spPr>
          <a:xfrm>
            <a:off x="838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innhold 3"/>
          <p:cNvSpPr>
            <a:spLocks noGrp="1"/>
          </p:cNvSpPr>
          <p:nvPr>
            <p:ph sz="half" idx="2"/>
          </p:nvPr>
        </p:nvSpPr>
        <p:spPr>
          <a:xfrm>
            <a:off x="6172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dato 4"/>
          <p:cNvSpPr>
            <a:spLocks noGrp="1"/>
          </p:cNvSpPr>
          <p:nvPr>
            <p:ph type="dt" sz="half" idx="10"/>
          </p:nvPr>
        </p:nvSpPr>
        <p:spPr/>
        <p:txBody>
          <a:bodyPr/>
          <a:lstStyle/>
          <a:p>
            <a:fld id="{49F0B7D9-D7AF-494C-BA74-4DC08CD99FFF}"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232891216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tel 1"/>
          <p:cNvSpPr>
            <a:spLocks noGrp="1"/>
          </p:cNvSpPr>
          <p:nvPr>
            <p:ph type="title"/>
          </p:nvPr>
        </p:nvSpPr>
        <p:spPr>
          <a:xfrm>
            <a:off x="839788" y="365125"/>
            <a:ext cx="10515600" cy="1325563"/>
          </a:xfrm>
        </p:spPr>
        <p:txBody>
          <a:bodyPr/>
          <a:lstStyle/>
          <a:p>
            <a:r>
              <a:rPr lang="nb-NO"/>
              <a:t>Klikk for å redigere tittelstil</a:t>
            </a:r>
          </a:p>
        </p:txBody>
      </p:sp>
      <p:sp>
        <p:nvSpPr>
          <p:cNvPr id="3" name="Plassholder for teks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4" name="Plassholder for innhold 3"/>
          <p:cNvSpPr>
            <a:spLocks noGrp="1"/>
          </p:cNvSpPr>
          <p:nvPr>
            <p:ph sz="half" idx="2"/>
          </p:nvPr>
        </p:nvSpPr>
        <p:spPr>
          <a:xfrm>
            <a:off x="839788" y="2505075"/>
            <a:ext cx="5157787"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teks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6" name="Plassholder for innhold 5"/>
          <p:cNvSpPr>
            <a:spLocks noGrp="1"/>
          </p:cNvSpPr>
          <p:nvPr>
            <p:ph sz="quarter" idx="4"/>
          </p:nvPr>
        </p:nvSpPr>
        <p:spPr>
          <a:xfrm>
            <a:off x="6172200" y="2505075"/>
            <a:ext cx="5183188"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7" name="Plassholder for dato 6"/>
          <p:cNvSpPr>
            <a:spLocks noGrp="1"/>
          </p:cNvSpPr>
          <p:nvPr>
            <p:ph type="dt" sz="half" idx="10"/>
          </p:nvPr>
        </p:nvSpPr>
        <p:spPr/>
        <p:txBody>
          <a:bodyPr/>
          <a:lstStyle/>
          <a:p>
            <a:fld id="{58A3B036-F463-4B7C-A8D0-E8927E10E213}" type="datetime1">
              <a:rPr lang="nb-NO" smtClean="0"/>
              <a:t>27.08.2024</a:t>
            </a:fld>
            <a:endParaRPr lang="nb-NO"/>
          </a:p>
        </p:txBody>
      </p:sp>
      <p:sp>
        <p:nvSpPr>
          <p:cNvPr id="8" name="Plassholder for bunntekst 7"/>
          <p:cNvSpPr>
            <a:spLocks noGrp="1"/>
          </p:cNvSpPr>
          <p:nvPr>
            <p:ph type="ftr" sz="quarter" idx="11"/>
          </p:nvPr>
        </p:nvSpPr>
        <p:spPr/>
        <p:txBody>
          <a:bodyPr/>
          <a:lstStyle/>
          <a:p>
            <a:r>
              <a:rPr lang="nb-NO"/>
              <a:t>Control Trafikkskole</a:t>
            </a:r>
          </a:p>
        </p:txBody>
      </p:sp>
      <p:sp>
        <p:nvSpPr>
          <p:cNvPr id="9" name="Plassholder for lysbildenummer 8"/>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254837081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dato 2"/>
          <p:cNvSpPr>
            <a:spLocks noGrp="1"/>
          </p:cNvSpPr>
          <p:nvPr>
            <p:ph type="dt" sz="half" idx="10"/>
          </p:nvPr>
        </p:nvSpPr>
        <p:spPr/>
        <p:txBody>
          <a:bodyPr/>
          <a:lstStyle/>
          <a:p>
            <a:fld id="{AFE9C9EA-CDEF-4B45-971C-3C81D72B75AE}" type="datetime1">
              <a:rPr lang="nb-NO" smtClean="0"/>
              <a:t>27.08.2024</a:t>
            </a:fld>
            <a:endParaRPr lang="nb-NO"/>
          </a:p>
        </p:txBody>
      </p:sp>
      <p:sp>
        <p:nvSpPr>
          <p:cNvPr id="4" name="Plassholder for bunntekst 3"/>
          <p:cNvSpPr>
            <a:spLocks noGrp="1"/>
          </p:cNvSpPr>
          <p:nvPr>
            <p:ph type="ftr" sz="quarter" idx="11"/>
          </p:nvPr>
        </p:nvSpPr>
        <p:spPr/>
        <p:txBody>
          <a:bodyPr/>
          <a:lstStyle/>
          <a:p>
            <a:r>
              <a:rPr lang="nb-NO"/>
              <a:t>Control Trafikkskole</a:t>
            </a:r>
          </a:p>
        </p:txBody>
      </p:sp>
      <p:sp>
        <p:nvSpPr>
          <p:cNvPr id="5" name="Plassholder for lysbildenummer 4"/>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21618657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Rutevalg">
    <p:spTree>
      <p:nvGrpSpPr>
        <p:cNvPr id="1" name=""/>
        <p:cNvGrpSpPr/>
        <p:nvPr/>
      </p:nvGrpSpPr>
      <p:grpSpPr>
        <a:xfrm>
          <a:off x="0" y="0"/>
          <a:ext cx="0" cy="0"/>
          <a:chOff x="0" y="0"/>
          <a:chExt cx="0" cy="0"/>
        </a:xfrm>
      </p:grpSpPr>
      <p:sp>
        <p:nvSpPr>
          <p:cNvPr id="5" name="Parallellogram 4">
            <a:hlinkClick r:id="rId2" action="ppaction://hlinksldjump"/>
          </p:cNvPr>
          <p:cNvSpPr/>
          <p:nvPr userDrawn="1"/>
        </p:nvSpPr>
        <p:spPr>
          <a:xfrm>
            <a:off x="142874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6" name="Parallellogram 5">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7" name="Parallellogram 6">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8" name="Parallellogram 7">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9" name="Parallellogram 8">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0" name="Parallellogram 9">
            <a:hlinkClick r:id="rId7" action="ppaction://hlinksldjump"/>
          </p:cNvPr>
          <p:cNvSpPr/>
          <p:nvPr userDrawn="1"/>
        </p:nvSpPr>
        <p:spPr>
          <a:xfrm>
            <a:off x="8979304"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Rammer</a:t>
            </a:r>
          </a:p>
        </p:txBody>
      </p:sp>
      <p:sp>
        <p:nvSpPr>
          <p:cNvPr id="11" name="Parallellogram 10">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131973476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Innhold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innhold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36F8CD3B-1A44-4C03-8468-F7474A20C0B1}"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203578833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Bilde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bild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7B396440-00C8-46D2-B53C-93FBF01DDE36}"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19220179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Loddrett tekst">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loddrett tekst 2"/>
          <p:cNvSpPr>
            <a:spLocks noGrp="1"/>
          </p:cNvSpPr>
          <p:nvPr>
            <p:ph type="body" orient="vert" idx="1"/>
          </p:nvPr>
        </p:nvSpPr>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FCE552C5-8EF8-4108-859B-FC030AB96286}"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49520503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Loddrett tittel og tekst">
    <p:spTree>
      <p:nvGrpSpPr>
        <p:cNvPr id="1" name=""/>
        <p:cNvGrpSpPr/>
        <p:nvPr/>
      </p:nvGrpSpPr>
      <p:grpSpPr>
        <a:xfrm>
          <a:off x="0" y="0"/>
          <a:ext cx="0" cy="0"/>
          <a:chOff x="0" y="0"/>
          <a:chExt cx="0" cy="0"/>
        </a:xfrm>
      </p:grpSpPr>
      <p:sp>
        <p:nvSpPr>
          <p:cNvPr id="2" name="Loddrett tittel 1"/>
          <p:cNvSpPr>
            <a:spLocks noGrp="1"/>
          </p:cNvSpPr>
          <p:nvPr>
            <p:ph type="title" orient="vert"/>
          </p:nvPr>
        </p:nvSpPr>
        <p:spPr>
          <a:xfrm>
            <a:off x="8724900" y="365125"/>
            <a:ext cx="2628900" cy="5811838"/>
          </a:xfrm>
        </p:spPr>
        <p:txBody>
          <a:bodyPr vert="eaVert"/>
          <a:lstStyle/>
          <a:p>
            <a:r>
              <a:rPr lang="nb-NO"/>
              <a:t>Klikk for å redigere tittelstil</a:t>
            </a:r>
          </a:p>
        </p:txBody>
      </p:sp>
      <p:sp>
        <p:nvSpPr>
          <p:cNvPr id="3" name="Plassholder for loddrett tekst 2"/>
          <p:cNvSpPr>
            <a:spLocks noGrp="1"/>
          </p:cNvSpPr>
          <p:nvPr>
            <p:ph type="body" orient="vert" idx="1"/>
          </p:nvPr>
        </p:nvSpPr>
        <p:spPr>
          <a:xfrm>
            <a:off x="838200" y="365125"/>
            <a:ext cx="7734300" cy="5811838"/>
          </a:xfrm>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CBB8AE60-2641-435A-BA10-42EE33E8D96A}"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59622506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Mål">
    <p:spTree>
      <p:nvGrpSpPr>
        <p:cNvPr id="1" name=""/>
        <p:cNvGrpSpPr/>
        <p:nvPr/>
      </p:nvGrpSpPr>
      <p:grpSpPr>
        <a:xfrm>
          <a:off x="0" y="0"/>
          <a:ext cx="0" cy="0"/>
          <a:chOff x="0" y="0"/>
          <a:chExt cx="0" cy="0"/>
        </a:xfrm>
      </p:grpSpPr>
      <p:sp>
        <p:nvSpPr>
          <p:cNvPr id="7" name="Parallellogram 6">
            <a:hlinkClick r:id="rId2" action="ppaction://hlinksldjump"/>
          </p:cNvPr>
          <p:cNvSpPr/>
          <p:nvPr userDrawn="1"/>
        </p:nvSpPr>
        <p:spPr>
          <a:xfrm>
            <a:off x="1428744"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8" name="Parallellogram 7">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9" name="Parallellogram 8">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0" name="Parallellogram 9">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1" name="Parallellogram 10">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2" name="Parallellogram 11">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13" name="Parallellogram 12">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134168817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Innhold">
    <p:spTree>
      <p:nvGrpSpPr>
        <p:cNvPr id="1" name=""/>
        <p:cNvGrpSpPr/>
        <p:nvPr/>
      </p:nvGrpSpPr>
      <p:grpSpPr>
        <a:xfrm>
          <a:off x="0" y="0"/>
          <a:ext cx="0" cy="0"/>
          <a:chOff x="0" y="0"/>
          <a:chExt cx="0" cy="0"/>
        </a:xfrm>
      </p:grpSpPr>
      <p:sp>
        <p:nvSpPr>
          <p:cNvPr id="7" name="Parallellogram 6">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8" name="Parallellogram 7">
            <a:hlinkClick r:id="rId3" action="ppaction://hlinksldjump"/>
          </p:cNvPr>
          <p:cNvSpPr/>
          <p:nvPr userDrawn="1"/>
        </p:nvSpPr>
        <p:spPr>
          <a:xfrm>
            <a:off x="2938557"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9" name="Parallellogram 8">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0" name="Parallellogram 9">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1" name="Parallellogram 10">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2" name="Parallellogram 11">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13" name="Parallellogram 12">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162531646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Elev">
    <p:spTree>
      <p:nvGrpSpPr>
        <p:cNvPr id="1" name=""/>
        <p:cNvGrpSpPr/>
        <p:nvPr/>
      </p:nvGrpSpPr>
      <p:grpSpPr>
        <a:xfrm>
          <a:off x="0" y="0"/>
          <a:ext cx="0" cy="0"/>
          <a:chOff x="0" y="0"/>
          <a:chExt cx="0" cy="0"/>
        </a:xfrm>
      </p:grpSpPr>
      <p:sp>
        <p:nvSpPr>
          <p:cNvPr id="8" name="Parallellogram 7">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9" name="Parallellogram 8">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0" name="Parallellogram 9">
            <a:hlinkClick r:id="rId4" action="ppaction://hlinksldjump"/>
          </p:cNvPr>
          <p:cNvSpPr/>
          <p:nvPr userDrawn="1"/>
        </p:nvSpPr>
        <p:spPr>
          <a:xfrm>
            <a:off x="4449118"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1" name="Parallellogram 10">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2" name="Parallellogram 11">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3" name="Parallellogram 12">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14" name="Parallellogram 13">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59623013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Lærer">
    <p:spTree>
      <p:nvGrpSpPr>
        <p:cNvPr id="1" name=""/>
        <p:cNvGrpSpPr/>
        <p:nvPr/>
      </p:nvGrpSpPr>
      <p:grpSpPr>
        <a:xfrm>
          <a:off x="0" y="0"/>
          <a:ext cx="0" cy="0"/>
          <a:chOff x="0" y="0"/>
          <a:chExt cx="0" cy="0"/>
        </a:xfrm>
      </p:grpSpPr>
      <p:sp>
        <p:nvSpPr>
          <p:cNvPr id="10" name="Parallellogram 9">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1" name="Parallellogram 10">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2" name="Parallellogram 11">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3" name="Parallellogram 12">
            <a:hlinkClick r:id="rId5" action="ppaction://hlinksldjump"/>
          </p:cNvPr>
          <p:cNvSpPr/>
          <p:nvPr userDrawn="1"/>
        </p:nvSpPr>
        <p:spPr>
          <a:xfrm>
            <a:off x="5959678"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4" name="Parallellogram 13">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5" name="Parallellogram 14">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16" name="Parallellogram 15">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55915743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Metode">
    <p:spTree>
      <p:nvGrpSpPr>
        <p:cNvPr id="1" name=""/>
        <p:cNvGrpSpPr/>
        <p:nvPr/>
      </p:nvGrpSpPr>
      <p:grpSpPr>
        <a:xfrm>
          <a:off x="0" y="0"/>
          <a:ext cx="0" cy="0"/>
          <a:chOff x="0" y="0"/>
          <a:chExt cx="0" cy="0"/>
        </a:xfrm>
      </p:grpSpPr>
      <p:sp>
        <p:nvSpPr>
          <p:cNvPr id="6" name="Parallellogram 5">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7" name="Parallellogram 6">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8" name="Parallellogram 7">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9" name="Parallellogram 8">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0" name="Parallellogram 9">
            <a:hlinkClick r:id="rId6" action="ppaction://hlinksldjump"/>
          </p:cNvPr>
          <p:cNvSpPr/>
          <p:nvPr userDrawn="1"/>
        </p:nvSpPr>
        <p:spPr>
          <a:xfrm>
            <a:off x="7469491"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1" name="Parallellogram 10">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12" name="Parallellogram 11">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350699630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Vurdering">
    <p:spTree>
      <p:nvGrpSpPr>
        <p:cNvPr id="1" name=""/>
        <p:cNvGrpSpPr/>
        <p:nvPr/>
      </p:nvGrpSpPr>
      <p:grpSpPr>
        <a:xfrm>
          <a:off x="0" y="0"/>
          <a:ext cx="0" cy="0"/>
          <a:chOff x="0" y="0"/>
          <a:chExt cx="0" cy="0"/>
        </a:xfrm>
      </p:grpSpPr>
      <p:sp>
        <p:nvSpPr>
          <p:cNvPr id="8" name="Parallellogram 7">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9" name="Parallellogram 8">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0" name="Parallellogram 9">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1" name="Parallellogram 10">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2" name="Parallellogram 11">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3" name="Parallellogram 12">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14" name="Parallellogram 13">
            <a:hlinkClick r:id="rId8" action="ppaction://hlinksldjump"/>
          </p:cNvPr>
          <p:cNvSpPr/>
          <p:nvPr userDrawn="1"/>
        </p:nvSpPr>
        <p:spPr>
          <a:xfrm>
            <a:off x="10489865"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146708372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reserve="1">
  <p:cSld name="Tittellysbilde">
    <p:spTree>
      <p:nvGrpSpPr>
        <p:cNvPr id="1" name=""/>
        <p:cNvGrpSpPr/>
        <p:nvPr/>
      </p:nvGrpSpPr>
      <p:grpSpPr>
        <a:xfrm>
          <a:off x="0" y="0"/>
          <a:ext cx="0" cy="0"/>
          <a:chOff x="0" y="0"/>
          <a:chExt cx="0" cy="0"/>
        </a:xfrm>
      </p:grpSpPr>
      <p:sp>
        <p:nvSpPr>
          <p:cNvPr id="2" name="Tittel 1"/>
          <p:cNvSpPr>
            <a:spLocks noGrp="1"/>
          </p:cNvSpPr>
          <p:nvPr>
            <p:ph type="ctrTitle"/>
          </p:nvPr>
        </p:nvSpPr>
        <p:spPr>
          <a:xfrm>
            <a:off x="1524000" y="1122363"/>
            <a:ext cx="9144000" cy="2387600"/>
          </a:xfrm>
        </p:spPr>
        <p:txBody>
          <a:bodyPr anchor="b"/>
          <a:lstStyle>
            <a:lvl1pPr algn="ctr">
              <a:defRPr sz="6000"/>
            </a:lvl1pPr>
          </a:lstStyle>
          <a:p>
            <a:r>
              <a:rPr lang="nb-NO"/>
              <a:t>Klikk for å redigere tittelstil</a:t>
            </a:r>
          </a:p>
        </p:txBody>
      </p:sp>
      <p:sp>
        <p:nvSpPr>
          <p:cNvPr id="3" name="Undertit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b-NO"/>
              <a:t>Klikk for å redigere undertittelstil i malen</a:t>
            </a:r>
          </a:p>
        </p:txBody>
      </p:sp>
      <p:sp>
        <p:nvSpPr>
          <p:cNvPr id="4" name="Plassholder for dato 3"/>
          <p:cNvSpPr>
            <a:spLocks noGrp="1"/>
          </p:cNvSpPr>
          <p:nvPr>
            <p:ph type="dt" sz="half" idx="10"/>
          </p:nvPr>
        </p:nvSpPr>
        <p:spPr/>
        <p:txBody>
          <a:bodyPr/>
          <a:lstStyle/>
          <a:p>
            <a:fld id="{E86381A8-0284-4B43-95A5-4D866507DC10}"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68221656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idx="1"/>
          </p:nvPr>
        </p:nvSpPr>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55883B67-C6D3-441A-9F38-9F60274EAE7C}"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73356991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secHead" preserve="1">
  <p:cSld name="Deloverskrift">
    <p:spTree>
      <p:nvGrpSpPr>
        <p:cNvPr id="1" name=""/>
        <p:cNvGrpSpPr/>
        <p:nvPr/>
      </p:nvGrpSpPr>
      <p:grpSpPr>
        <a:xfrm>
          <a:off x="0" y="0"/>
          <a:ext cx="0" cy="0"/>
          <a:chOff x="0" y="0"/>
          <a:chExt cx="0" cy="0"/>
        </a:xfrm>
      </p:grpSpPr>
      <p:sp>
        <p:nvSpPr>
          <p:cNvPr id="2" name="Tittel 1"/>
          <p:cNvSpPr>
            <a:spLocks noGrp="1"/>
          </p:cNvSpPr>
          <p:nvPr>
            <p:ph type="title"/>
          </p:nvPr>
        </p:nvSpPr>
        <p:spPr>
          <a:xfrm>
            <a:off x="831850" y="1709738"/>
            <a:ext cx="10515600" cy="2852737"/>
          </a:xfrm>
        </p:spPr>
        <p:txBody>
          <a:bodyPr anchor="b"/>
          <a:lstStyle>
            <a:lvl1pPr>
              <a:defRPr sz="6000"/>
            </a:lvl1pPr>
          </a:lstStyle>
          <a:p>
            <a:r>
              <a:rPr lang="nb-NO"/>
              <a:t>Klikk for å redigere tittelstil</a:t>
            </a:r>
          </a:p>
        </p:txBody>
      </p:sp>
      <p:sp>
        <p:nvSpPr>
          <p:cNvPr id="3" name="Plassholder for teks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b-NO"/>
              <a:t>Rediger tekststiler i malen</a:t>
            </a:r>
          </a:p>
        </p:txBody>
      </p:sp>
      <p:sp>
        <p:nvSpPr>
          <p:cNvPr id="4" name="Plassholder for dato 3"/>
          <p:cNvSpPr>
            <a:spLocks noGrp="1"/>
          </p:cNvSpPr>
          <p:nvPr>
            <p:ph type="dt" sz="half" idx="10"/>
          </p:nvPr>
        </p:nvSpPr>
        <p:spPr/>
        <p:txBody>
          <a:bodyPr/>
          <a:lstStyle/>
          <a:p>
            <a:fld id="{E11184E9-FE22-4259-87E4-32383EC7B264}"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56700750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sz="half" idx="1"/>
          </p:nvPr>
        </p:nvSpPr>
        <p:spPr>
          <a:xfrm>
            <a:off x="838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innhold 3"/>
          <p:cNvSpPr>
            <a:spLocks noGrp="1"/>
          </p:cNvSpPr>
          <p:nvPr>
            <p:ph sz="half" idx="2"/>
          </p:nvPr>
        </p:nvSpPr>
        <p:spPr>
          <a:xfrm>
            <a:off x="6172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dato 4"/>
          <p:cNvSpPr>
            <a:spLocks noGrp="1"/>
          </p:cNvSpPr>
          <p:nvPr>
            <p:ph type="dt" sz="half" idx="10"/>
          </p:nvPr>
        </p:nvSpPr>
        <p:spPr/>
        <p:txBody>
          <a:bodyPr/>
          <a:lstStyle/>
          <a:p>
            <a:fld id="{B5810ED5-9D1C-44B2-9ED7-5C50469F7EE5}"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04751144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tel 1"/>
          <p:cNvSpPr>
            <a:spLocks noGrp="1"/>
          </p:cNvSpPr>
          <p:nvPr>
            <p:ph type="title"/>
          </p:nvPr>
        </p:nvSpPr>
        <p:spPr>
          <a:xfrm>
            <a:off x="839788" y="365125"/>
            <a:ext cx="10515600" cy="1325563"/>
          </a:xfrm>
        </p:spPr>
        <p:txBody>
          <a:bodyPr/>
          <a:lstStyle/>
          <a:p>
            <a:r>
              <a:rPr lang="nb-NO"/>
              <a:t>Klikk for å redigere tittelstil</a:t>
            </a:r>
          </a:p>
        </p:txBody>
      </p:sp>
      <p:sp>
        <p:nvSpPr>
          <p:cNvPr id="3" name="Plassholder for teks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4" name="Plassholder for innhold 3"/>
          <p:cNvSpPr>
            <a:spLocks noGrp="1"/>
          </p:cNvSpPr>
          <p:nvPr>
            <p:ph sz="half" idx="2"/>
          </p:nvPr>
        </p:nvSpPr>
        <p:spPr>
          <a:xfrm>
            <a:off x="839788" y="2505075"/>
            <a:ext cx="5157787"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teks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6" name="Plassholder for innhold 5"/>
          <p:cNvSpPr>
            <a:spLocks noGrp="1"/>
          </p:cNvSpPr>
          <p:nvPr>
            <p:ph sz="quarter" idx="4"/>
          </p:nvPr>
        </p:nvSpPr>
        <p:spPr>
          <a:xfrm>
            <a:off x="6172200" y="2505075"/>
            <a:ext cx="5183188"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7" name="Plassholder for dato 6"/>
          <p:cNvSpPr>
            <a:spLocks noGrp="1"/>
          </p:cNvSpPr>
          <p:nvPr>
            <p:ph type="dt" sz="half" idx="10"/>
          </p:nvPr>
        </p:nvSpPr>
        <p:spPr/>
        <p:txBody>
          <a:bodyPr/>
          <a:lstStyle/>
          <a:p>
            <a:fld id="{BC3112B8-ADB0-468E-B499-948BD26DC871}" type="datetime1">
              <a:rPr lang="nb-NO" smtClean="0"/>
              <a:t>27.08.2024</a:t>
            </a:fld>
            <a:endParaRPr lang="nb-NO"/>
          </a:p>
        </p:txBody>
      </p:sp>
      <p:sp>
        <p:nvSpPr>
          <p:cNvPr id="8" name="Plassholder for bunntekst 7"/>
          <p:cNvSpPr>
            <a:spLocks noGrp="1"/>
          </p:cNvSpPr>
          <p:nvPr>
            <p:ph type="ftr" sz="quarter" idx="11"/>
          </p:nvPr>
        </p:nvSpPr>
        <p:spPr/>
        <p:txBody>
          <a:bodyPr/>
          <a:lstStyle/>
          <a:p>
            <a:r>
              <a:rPr lang="nb-NO"/>
              <a:t>Control Trafikkskole</a:t>
            </a:r>
          </a:p>
        </p:txBody>
      </p:sp>
      <p:sp>
        <p:nvSpPr>
          <p:cNvPr id="9" name="Plassholder for lysbildenummer 8"/>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89069204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dato 2"/>
          <p:cNvSpPr>
            <a:spLocks noGrp="1"/>
          </p:cNvSpPr>
          <p:nvPr>
            <p:ph type="dt" sz="half" idx="10"/>
          </p:nvPr>
        </p:nvSpPr>
        <p:spPr/>
        <p:txBody>
          <a:bodyPr/>
          <a:lstStyle/>
          <a:p>
            <a:fld id="{12CAC0BC-527C-48B9-88D1-EE5B6313F453}" type="datetime1">
              <a:rPr lang="nb-NO" smtClean="0"/>
              <a:t>27.08.2024</a:t>
            </a:fld>
            <a:endParaRPr lang="nb-NO"/>
          </a:p>
        </p:txBody>
      </p:sp>
      <p:sp>
        <p:nvSpPr>
          <p:cNvPr id="4" name="Plassholder for bunntekst 3"/>
          <p:cNvSpPr>
            <a:spLocks noGrp="1"/>
          </p:cNvSpPr>
          <p:nvPr>
            <p:ph type="ftr" sz="quarter" idx="11"/>
          </p:nvPr>
        </p:nvSpPr>
        <p:spPr/>
        <p:txBody>
          <a:bodyPr/>
          <a:lstStyle/>
          <a:p>
            <a:r>
              <a:rPr lang="nb-NO"/>
              <a:t>Control Trafikkskole</a:t>
            </a:r>
          </a:p>
        </p:txBody>
      </p:sp>
      <p:sp>
        <p:nvSpPr>
          <p:cNvPr id="5" name="Plassholder for lysbildenummer 4"/>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98248078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Tomt">
    <p:spTree>
      <p:nvGrpSpPr>
        <p:cNvPr id="1" name=""/>
        <p:cNvGrpSpPr/>
        <p:nvPr/>
      </p:nvGrpSpPr>
      <p:grpSpPr>
        <a:xfrm>
          <a:off x="0" y="0"/>
          <a:ext cx="0" cy="0"/>
          <a:chOff x="0" y="0"/>
          <a:chExt cx="0" cy="0"/>
        </a:xfrm>
      </p:grpSpPr>
      <p:sp>
        <p:nvSpPr>
          <p:cNvPr id="2" name="Plassholder for dato 1"/>
          <p:cNvSpPr>
            <a:spLocks noGrp="1"/>
          </p:cNvSpPr>
          <p:nvPr>
            <p:ph type="dt" sz="half" idx="10"/>
          </p:nvPr>
        </p:nvSpPr>
        <p:spPr/>
        <p:txBody>
          <a:bodyPr/>
          <a:lstStyle/>
          <a:p>
            <a:fld id="{BF7AC7A9-262C-4753-86F9-669F9A7BD51B}" type="datetime1">
              <a:rPr lang="nb-NO" smtClean="0"/>
              <a:t>27.08.2024</a:t>
            </a:fld>
            <a:endParaRPr lang="nb-NO"/>
          </a:p>
        </p:txBody>
      </p:sp>
      <p:sp>
        <p:nvSpPr>
          <p:cNvPr id="3" name="Plassholder for bunntekst 2"/>
          <p:cNvSpPr>
            <a:spLocks noGrp="1"/>
          </p:cNvSpPr>
          <p:nvPr>
            <p:ph type="ftr" sz="quarter" idx="11"/>
          </p:nvPr>
        </p:nvSpPr>
        <p:spPr/>
        <p:txBody>
          <a:bodyPr/>
          <a:lstStyle/>
          <a:p>
            <a:r>
              <a:rPr lang="nb-NO"/>
              <a:t>Control Trafikkskole</a:t>
            </a:r>
          </a:p>
        </p:txBody>
      </p:sp>
      <p:sp>
        <p:nvSpPr>
          <p:cNvPr id="4" name="Plassholder for lysbildenummer 3"/>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15317849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Tx" preserve="1">
  <p:cSld name="Innhold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innhold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2DE6FD53-BD89-43B0-BB14-93B7D872744F}"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12335491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picTx" preserve="1">
  <p:cSld name="Bilde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bild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2219D467-8588-463E-BEF0-814FB7B8A587}"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422491470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vertTx" preserve="1">
  <p:cSld name="Loddrett tekst">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loddrett tekst 2"/>
          <p:cNvSpPr>
            <a:spLocks noGrp="1"/>
          </p:cNvSpPr>
          <p:nvPr>
            <p:ph type="body" orient="vert" idx="1"/>
          </p:nvPr>
        </p:nvSpPr>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35069938-085D-405E-926B-ADA32CC1B1AC}"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00570645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vertTitleAndTx" preserve="1">
  <p:cSld name="Loddrett tittel og tekst">
    <p:spTree>
      <p:nvGrpSpPr>
        <p:cNvPr id="1" name=""/>
        <p:cNvGrpSpPr/>
        <p:nvPr/>
      </p:nvGrpSpPr>
      <p:grpSpPr>
        <a:xfrm>
          <a:off x="0" y="0"/>
          <a:ext cx="0" cy="0"/>
          <a:chOff x="0" y="0"/>
          <a:chExt cx="0" cy="0"/>
        </a:xfrm>
      </p:grpSpPr>
      <p:sp>
        <p:nvSpPr>
          <p:cNvPr id="2" name="Loddrett tittel 1"/>
          <p:cNvSpPr>
            <a:spLocks noGrp="1"/>
          </p:cNvSpPr>
          <p:nvPr>
            <p:ph type="title" orient="vert"/>
          </p:nvPr>
        </p:nvSpPr>
        <p:spPr>
          <a:xfrm>
            <a:off x="8724900" y="365125"/>
            <a:ext cx="2628900" cy="5811838"/>
          </a:xfrm>
        </p:spPr>
        <p:txBody>
          <a:bodyPr vert="eaVert"/>
          <a:lstStyle/>
          <a:p>
            <a:r>
              <a:rPr lang="nb-NO"/>
              <a:t>Klikk for å redigere tittelstil</a:t>
            </a:r>
          </a:p>
        </p:txBody>
      </p:sp>
      <p:sp>
        <p:nvSpPr>
          <p:cNvPr id="3" name="Plassholder for loddrett tekst 2"/>
          <p:cNvSpPr>
            <a:spLocks noGrp="1"/>
          </p:cNvSpPr>
          <p:nvPr>
            <p:ph type="body" orient="vert" idx="1"/>
          </p:nvPr>
        </p:nvSpPr>
        <p:spPr>
          <a:xfrm>
            <a:off x="838200" y="365125"/>
            <a:ext cx="7734300" cy="5811838"/>
          </a:xfrm>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C0707759-E6E1-4C81-8948-736907E68D31}"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413733702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 preserve="1">
  <p:cSld name="Tittellysbilde">
    <p:spTree>
      <p:nvGrpSpPr>
        <p:cNvPr id="1" name=""/>
        <p:cNvGrpSpPr/>
        <p:nvPr/>
      </p:nvGrpSpPr>
      <p:grpSpPr>
        <a:xfrm>
          <a:off x="0" y="0"/>
          <a:ext cx="0" cy="0"/>
          <a:chOff x="0" y="0"/>
          <a:chExt cx="0" cy="0"/>
        </a:xfrm>
      </p:grpSpPr>
      <p:sp>
        <p:nvSpPr>
          <p:cNvPr id="2" name="Tittel 1"/>
          <p:cNvSpPr>
            <a:spLocks noGrp="1"/>
          </p:cNvSpPr>
          <p:nvPr>
            <p:ph type="ctrTitle"/>
          </p:nvPr>
        </p:nvSpPr>
        <p:spPr>
          <a:xfrm>
            <a:off x="1524000" y="1122363"/>
            <a:ext cx="9144000" cy="2387600"/>
          </a:xfrm>
        </p:spPr>
        <p:txBody>
          <a:bodyPr anchor="b"/>
          <a:lstStyle>
            <a:lvl1pPr algn="ctr">
              <a:defRPr sz="6000"/>
            </a:lvl1pPr>
          </a:lstStyle>
          <a:p>
            <a:r>
              <a:rPr lang="nb-NO"/>
              <a:t>Klikk for å redigere tittelstil</a:t>
            </a:r>
          </a:p>
        </p:txBody>
      </p:sp>
      <p:sp>
        <p:nvSpPr>
          <p:cNvPr id="3" name="Undertit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b-NO"/>
              <a:t>Klikk for å redigere undertittelstil i malen</a:t>
            </a:r>
          </a:p>
        </p:txBody>
      </p:sp>
      <p:sp>
        <p:nvSpPr>
          <p:cNvPr id="4" name="Plassholder for dato 3"/>
          <p:cNvSpPr>
            <a:spLocks noGrp="1"/>
          </p:cNvSpPr>
          <p:nvPr>
            <p:ph type="dt" sz="half" idx="10"/>
          </p:nvPr>
        </p:nvSpPr>
        <p:spPr/>
        <p:txBody>
          <a:bodyPr/>
          <a:lstStyle/>
          <a:p>
            <a:fld id="{DF47EFC5-3C6C-4845-A032-0CC824600C40}"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36155430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idx="1"/>
          </p:nvPr>
        </p:nvSpPr>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2D38DD39-8672-43E7-8EF9-F4751BCBB9A6}"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23395935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secHead" preserve="1">
  <p:cSld name="Deloverskrift">
    <p:spTree>
      <p:nvGrpSpPr>
        <p:cNvPr id="1" name=""/>
        <p:cNvGrpSpPr/>
        <p:nvPr/>
      </p:nvGrpSpPr>
      <p:grpSpPr>
        <a:xfrm>
          <a:off x="0" y="0"/>
          <a:ext cx="0" cy="0"/>
          <a:chOff x="0" y="0"/>
          <a:chExt cx="0" cy="0"/>
        </a:xfrm>
      </p:grpSpPr>
      <p:sp>
        <p:nvSpPr>
          <p:cNvPr id="2" name="Tittel 1"/>
          <p:cNvSpPr>
            <a:spLocks noGrp="1"/>
          </p:cNvSpPr>
          <p:nvPr>
            <p:ph type="title"/>
          </p:nvPr>
        </p:nvSpPr>
        <p:spPr>
          <a:xfrm>
            <a:off x="831850" y="1709738"/>
            <a:ext cx="10515600" cy="2852737"/>
          </a:xfrm>
        </p:spPr>
        <p:txBody>
          <a:bodyPr anchor="b"/>
          <a:lstStyle>
            <a:lvl1pPr>
              <a:defRPr sz="6000"/>
            </a:lvl1pPr>
          </a:lstStyle>
          <a:p>
            <a:r>
              <a:rPr lang="nb-NO"/>
              <a:t>Klikk for å redigere tittelstil</a:t>
            </a:r>
          </a:p>
        </p:txBody>
      </p:sp>
      <p:sp>
        <p:nvSpPr>
          <p:cNvPr id="3" name="Plassholder for teks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b-NO"/>
              <a:t>Rediger tekststiler i malen</a:t>
            </a:r>
          </a:p>
        </p:txBody>
      </p:sp>
      <p:sp>
        <p:nvSpPr>
          <p:cNvPr id="4" name="Plassholder for dato 3"/>
          <p:cNvSpPr>
            <a:spLocks noGrp="1"/>
          </p:cNvSpPr>
          <p:nvPr>
            <p:ph type="dt" sz="half" idx="10"/>
          </p:nvPr>
        </p:nvSpPr>
        <p:spPr/>
        <p:txBody>
          <a:bodyPr/>
          <a:lstStyle/>
          <a:p>
            <a:fld id="{04C9EABA-4256-4287-9681-5A7A44CBA87A}"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38371276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sz="half" idx="1"/>
          </p:nvPr>
        </p:nvSpPr>
        <p:spPr>
          <a:xfrm>
            <a:off x="838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innhold 3"/>
          <p:cNvSpPr>
            <a:spLocks noGrp="1"/>
          </p:cNvSpPr>
          <p:nvPr>
            <p:ph sz="half" idx="2"/>
          </p:nvPr>
        </p:nvSpPr>
        <p:spPr>
          <a:xfrm>
            <a:off x="6172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dato 4"/>
          <p:cNvSpPr>
            <a:spLocks noGrp="1"/>
          </p:cNvSpPr>
          <p:nvPr>
            <p:ph type="dt" sz="half" idx="10"/>
          </p:nvPr>
        </p:nvSpPr>
        <p:spPr/>
        <p:txBody>
          <a:bodyPr/>
          <a:lstStyle/>
          <a:p>
            <a:fld id="{6B243956-2DAB-4B7A-93FE-BED816052F17}"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64595476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tel 1"/>
          <p:cNvSpPr>
            <a:spLocks noGrp="1"/>
          </p:cNvSpPr>
          <p:nvPr>
            <p:ph type="title"/>
          </p:nvPr>
        </p:nvSpPr>
        <p:spPr>
          <a:xfrm>
            <a:off x="839788" y="365125"/>
            <a:ext cx="10515600" cy="1325563"/>
          </a:xfrm>
        </p:spPr>
        <p:txBody>
          <a:bodyPr/>
          <a:lstStyle/>
          <a:p>
            <a:r>
              <a:rPr lang="nb-NO"/>
              <a:t>Klikk for å redigere tittelstil</a:t>
            </a:r>
          </a:p>
        </p:txBody>
      </p:sp>
      <p:sp>
        <p:nvSpPr>
          <p:cNvPr id="3" name="Plassholder for teks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4" name="Plassholder for innhold 3"/>
          <p:cNvSpPr>
            <a:spLocks noGrp="1"/>
          </p:cNvSpPr>
          <p:nvPr>
            <p:ph sz="half" idx="2"/>
          </p:nvPr>
        </p:nvSpPr>
        <p:spPr>
          <a:xfrm>
            <a:off x="839788" y="2505075"/>
            <a:ext cx="5157787"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teks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6" name="Plassholder for innhold 5"/>
          <p:cNvSpPr>
            <a:spLocks noGrp="1"/>
          </p:cNvSpPr>
          <p:nvPr>
            <p:ph sz="quarter" idx="4"/>
          </p:nvPr>
        </p:nvSpPr>
        <p:spPr>
          <a:xfrm>
            <a:off x="6172200" y="2505075"/>
            <a:ext cx="5183188"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7" name="Plassholder for dato 6"/>
          <p:cNvSpPr>
            <a:spLocks noGrp="1"/>
          </p:cNvSpPr>
          <p:nvPr>
            <p:ph type="dt" sz="half" idx="10"/>
          </p:nvPr>
        </p:nvSpPr>
        <p:spPr/>
        <p:txBody>
          <a:bodyPr/>
          <a:lstStyle/>
          <a:p>
            <a:fld id="{48025C87-491E-4ECA-A433-E0FC00392841}" type="datetime1">
              <a:rPr lang="nb-NO" smtClean="0"/>
              <a:t>27.08.2024</a:t>
            </a:fld>
            <a:endParaRPr lang="nb-NO"/>
          </a:p>
        </p:txBody>
      </p:sp>
      <p:sp>
        <p:nvSpPr>
          <p:cNvPr id="8" name="Plassholder for bunntekst 7"/>
          <p:cNvSpPr>
            <a:spLocks noGrp="1"/>
          </p:cNvSpPr>
          <p:nvPr>
            <p:ph type="ftr" sz="quarter" idx="11"/>
          </p:nvPr>
        </p:nvSpPr>
        <p:spPr/>
        <p:txBody>
          <a:bodyPr/>
          <a:lstStyle/>
          <a:p>
            <a:r>
              <a:rPr lang="nb-NO"/>
              <a:t>Control Trafikkskole</a:t>
            </a:r>
          </a:p>
        </p:txBody>
      </p:sp>
      <p:sp>
        <p:nvSpPr>
          <p:cNvPr id="9" name="Plassholder for lysbildenummer 8"/>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400722301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dato 2"/>
          <p:cNvSpPr>
            <a:spLocks noGrp="1"/>
          </p:cNvSpPr>
          <p:nvPr>
            <p:ph type="dt" sz="half" idx="10"/>
          </p:nvPr>
        </p:nvSpPr>
        <p:spPr/>
        <p:txBody>
          <a:bodyPr/>
          <a:lstStyle/>
          <a:p>
            <a:fld id="{4CF95E88-A210-4BA9-885E-E4A5812EE7DB}" type="datetime1">
              <a:rPr lang="nb-NO" smtClean="0"/>
              <a:t>27.08.2024</a:t>
            </a:fld>
            <a:endParaRPr lang="nb-NO"/>
          </a:p>
        </p:txBody>
      </p:sp>
      <p:sp>
        <p:nvSpPr>
          <p:cNvPr id="4" name="Plassholder for bunntekst 3"/>
          <p:cNvSpPr>
            <a:spLocks noGrp="1"/>
          </p:cNvSpPr>
          <p:nvPr>
            <p:ph type="ftr" sz="quarter" idx="11"/>
          </p:nvPr>
        </p:nvSpPr>
        <p:spPr/>
        <p:txBody>
          <a:bodyPr/>
          <a:lstStyle/>
          <a:p>
            <a:r>
              <a:rPr lang="nb-NO"/>
              <a:t>Control Trafikkskole</a:t>
            </a:r>
          </a:p>
        </p:txBody>
      </p:sp>
      <p:sp>
        <p:nvSpPr>
          <p:cNvPr id="5" name="Plassholder for lysbildenummer 4"/>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43800880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Tomt">
    <p:spTree>
      <p:nvGrpSpPr>
        <p:cNvPr id="1" name=""/>
        <p:cNvGrpSpPr/>
        <p:nvPr/>
      </p:nvGrpSpPr>
      <p:grpSpPr>
        <a:xfrm>
          <a:off x="0" y="0"/>
          <a:ext cx="0" cy="0"/>
          <a:chOff x="0" y="0"/>
          <a:chExt cx="0" cy="0"/>
        </a:xfrm>
      </p:grpSpPr>
      <p:sp>
        <p:nvSpPr>
          <p:cNvPr id="2" name="Plassholder for dato 1"/>
          <p:cNvSpPr>
            <a:spLocks noGrp="1"/>
          </p:cNvSpPr>
          <p:nvPr>
            <p:ph type="dt" sz="half" idx="10"/>
          </p:nvPr>
        </p:nvSpPr>
        <p:spPr/>
        <p:txBody>
          <a:bodyPr/>
          <a:lstStyle/>
          <a:p>
            <a:fld id="{E17FCBA3-D755-45B7-96B0-B7B50470D159}" type="datetime1">
              <a:rPr lang="nb-NO" smtClean="0"/>
              <a:t>27.08.2024</a:t>
            </a:fld>
            <a:endParaRPr lang="nb-NO"/>
          </a:p>
        </p:txBody>
      </p:sp>
      <p:sp>
        <p:nvSpPr>
          <p:cNvPr id="3" name="Plassholder for bunntekst 2"/>
          <p:cNvSpPr>
            <a:spLocks noGrp="1"/>
          </p:cNvSpPr>
          <p:nvPr>
            <p:ph type="ftr" sz="quarter" idx="11"/>
          </p:nvPr>
        </p:nvSpPr>
        <p:spPr/>
        <p:txBody>
          <a:bodyPr/>
          <a:lstStyle/>
          <a:p>
            <a:r>
              <a:rPr lang="nb-NO"/>
              <a:t>Control Trafikkskole</a:t>
            </a:r>
          </a:p>
        </p:txBody>
      </p:sp>
      <p:sp>
        <p:nvSpPr>
          <p:cNvPr id="4" name="Plassholder for lysbildenummer 3"/>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61936276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Tx" preserve="1">
  <p:cSld name="Innhold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innhold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02286B60-389D-4C17-A937-7C5F25FBE12C}"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57377402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picTx" preserve="1">
  <p:cSld name="Bilde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bild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FD70A261-B9D3-498B-8680-C6F83E77864F}"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18412450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vertTx" preserve="1">
  <p:cSld name="Loddrett tekst">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loddrett tekst 2"/>
          <p:cNvSpPr>
            <a:spLocks noGrp="1"/>
          </p:cNvSpPr>
          <p:nvPr>
            <p:ph type="body" orient="vert" idx="1"/>
          </p:nvPr>
        </p:nvSpPr>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4BA943BF-1170-4435-9084-765BB5D299ED}"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95590356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vertTitleAndTx" preserve="1">
  <p:cSld name="Loddrett tittel og tekst">
    <p:spTree>
      <p:nvGrpSpPr>
        <p:cNvPr id="1" name=""/>
        <p:cNvGrpSpPr/>
        <p:nvPr/>
      </p:nvGrpSpPr>
      <p:grpSpPr>
        <a:xfrm>
          <a:off x="0" y="0"/>
          <a:ext cx="0" cy="0"/>
          <a:chOff x="0" y="0"/>
          <a:chExt cx="0" cy="0"/>
        </a:xfrm>
      </p:grpSpPr>
      <p:sp>
        <p:nvSpPr>
          <p:cNvPr id="2" name="Loddrett tittel 1"/>
          <p:cNvSpPr>
            <a:spLocks noGrp="1"/>
          </p:cNvSpPr>
          <p:nvPr>
            <p:ph type="title" orient="vert"/>
          </p:nvPr>
        </p:nvSpPr>
        <p:spPr>
          <a:xfrm>
            <a:off x="8724900" y="365125"/>
            <a:ext cx="2628900" cy="5811838"/>
          </a:xfrm>
        </p:spPr>
        <p:txBody>
          <a:bodyPr vert="eaVert"/>
          <a:lstStyle/>
          <a:p>
            <a:r>
              <a:rPr lang="nb-NO"/>
              <a:t>Klikk for å redigere tittelstil</a:t>
            </a:r>
          </a:p>
        </p:txBody>
      </p:sp>
      <p:sp>
        <p:nvSpPr>
          <p:cNvPr id="3" name="Plassholder for loddrett tekst 2"/>
          <p:cNvSpPr>
            <a:spLocks noGrp="1"/>
          </p:cNvSpPr>
          <p:nvPr>
            <p:ph type="body" orient="vert" idx="1"/>
          </p:nvPr>
        </p:nvSpPr>
        <p:spPr>
          <a:xfrm>
            <a:off x="838200" y="365125"/>
            <a:ext cx="7734300" cy="5811838"/>
          </a:xfrm>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C0C0C800-99BB-40FD-B99A-43F2B94CD4BC}"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409172934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itle" preserve="1">
  <p:cSld name="Tittellysbilde">
    <p:spTree>
      <p:nvGrpSpPr>
        <p:cNvPr id="1" name=""/>
        <p:cNvGrpSpPr/>
        <p:nvPr/>
      </p:nvGrpSpPr>
      <p:grpSpPr>
        <a:xfrm>
          <a:off x="0" y="0"/>
          <a:ext cx="0" cy="0"/>
          <a:chOff x="0" y="0"/>
          <a:chExt cx="0" cy="0"/>
        </a:xfrm>
      </p:grpSpPr>
      <p:sp>
        <p:nvSpPr>
          <p:cNvPr id="2" name="Tittel 1"/>
          <p:cNvSpPr>
            <a:spLocks noGrp="1"/>
          </p:cNvSpPr>
          <p:nvPr>
            <p:ph type="ctrTitle"/>
          </p:nvPr>
        </p:nvSpPr>
        <p:spPr>
          <a:xfrm>
            <a:off x="1524000" y="1122363"/>
            <a:ext cx="9144000" cy="2387600"/>
          </a:xfrm>
        </p:spPr>
        <p:txBody>
          <a:bodyPr anchor="b"/>
          <a:lstStyle>
            <a:lvl1pPr algn="ctr">
              <a:defRPr sz="6000"/>
            </a:lvl1pPr>
          </a:lstStyle>
          <a:p>
            <a:r>
              <a:rPr lang="nb-NO"/>
              <a:t>Klikk for å redigere tittelstil</a:t>
            </a:r>
          </a:p>
        </p:txBody>
      </p:sp>
      <p:sp>
        <p:nvSpPr>
          <p:cNvPr id="3" name="Undertit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b-NO"/>
              <a:t>Klikk for å redigere undertittelstil i malen</a:t>
            </a:r>
          </a:p>
        </p:txBody>
      </p:sp>
      <p:sp>
        <p:nvSpPr>
          <p:cNvPr id="4" name="Plassholder for dato 3"/>
          <p:cNvSpPr>
            <a:spLocks noGrp="1"/>
          </p:cNvSpPr>
          <p:nvPr>
            <p:ph type="dt" sz="half" idx="10"/>
          </p:nvPr>
        </p:nvSpPr>
        <p:spPr/>
        <p:txBody>
          <a:bodyPr/>
          <a:lstStyle/>
          <a:p>
            <a:fld id="{3709DB2F-DDCC-4C38-9590-F93E0DDA4987}"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278615942"/>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idx="1"/>
          </p:nvPr>
        </p:nvSpPr>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7BF7B060-709E-49EE-98CF-FE10C2A5FFD0}"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2185850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secHead" preserve="1">
  <p:cSld name="Deloverskrift">
    <p:spTree>
      <p:nvGrpSpPr>
        <p:cNvPr id="1" name=""/>
        <p:cNvGrpSpPr/>
        <p:nvPr/>
      </p:nvGrpSpPr>
      <p:grpSpPr>
        <a:xfrm>
          <a:off x="0" y="0"/>
          <a:ext cx="0" cy="0"/>
          <a:chOff x="0" y="0"/>
          <a:chExt cx="0" cy="0"/>
        </a:xfrm>
      </p:grpSpPr>
      <p:sp>
        <p:nvSpPr>
          <p:cNvPr id="2" name="Tittel 1"/>
          <p:cNvSpPr>
            <a:spLocks noGrp="1"/>
          </p:cNvSpPr>
          <p:nvPr>
            <p:ph type="title"/>
          </p:nvPr>
        </p:nvSpPr>
        <p:spPr>
          <a:xfrm>
            <a:off x="831850" y="1709738"/>
            <a:ext cx="10515600" cy="2852737"/>
          </a:xfrm>
        </p:spPr>
        <p:txBody>
          <a:bodyPr anchor="b"/>
          <a:lstStyle>
            <a:lvl1pPr>
              <a:defRPr sz="6000"/>
            </a:lvl1pPr>
          </a:lstStyle>
          <a:p>
            <a:r>
              <a:rPr lang="nb-NO"/>
              <a:t>Klikk for å redigere tittelstil</a:t>
            </a:r>
          </a:p>
        </p:txBody>
      </p:sp>
      <p:sp>
        <p:nvSpPr>
          <p:cNvPr id="3" name="Plassholder for teks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b-NO"/>
              <a:t>Rediger tekststiler i malen</a:t>
            </a:r>
          </a:p>
        </p:txBody>
      </p:sp>
      <p:sp>
        <p:nvSpPr>
          <p:cNvPr id="4" name="Plassholder for dato 3"/>
          <p:cNvSpPr>
            <a:spLocks noGrp="1"/>
          </p:cNvSpPr>
          <p:nvPr>
            <p:ph type="dt" sz="half" idx="10"/>
          </p:nvPr>
        </p:nvSpPr>
        <p:spPr/>
        <p:txBody>
          <a:bodyPr/>
          <a:lstStyle/>
          <a:p>
            <a:fld id="{ACBDA2ED-19D6-4D85-A331-14C3F1D27829}"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363002551"/>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sz="half" idx="1"/>
          </p:nvPr>
        </p:nvSpPr>
        <p:spPr>
          <a:xfrm>
            <a:off x="838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innhold 3"/>
          <p:cNvSpPr>
            <a:spLocks noGrp="1"/>
          </p:cNvSpPr>
          <p:nvPr>
            <p:ph sz="half" idx="2"/>
          </p:nvPr>
        </p:nvSpPr>
        <p:spPr>
          <a:xfrm>
            <a:off x="6172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dato 4"/>
          <p:cNvSpPr>
            <a:spLocks noGrp="1"/>
          </p:cNvSpPr>
          <p:nvPr>
            <p:ph type="dt" sz="half" idx="10"/>
          </p:nvPr>
        </p:nvSpPr>
        <p:spPr/>
        <p:txBody>
          <a:bodyPr/>
          <a:lstStyle/>
          <a:p>
            <a:fld id="{56D5FF65-E13A-457E-B344-9A20A4A6D713}"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292114726"/>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tel 1"/>
          <p:cNvSpPr>
            <a:spLocks noGrp="1"/>
          </p:cNvSpPr>
          <p:nvPr>
            <p:ph type="title"/>
          </p:nvPr>
        </p:nvSpPr>
        <p:spPr>
          <a:xfrm>
            <a:off x="839788" y="365125"/>
            <a:ext cx="10515600" cy="1325563"/>
          </a:xfrm>
        </p:spPr>
        <p:txBody>
          <a:bodyPr/>
          <a:lstStyle/>
          <a:p>
            <a:r>
              <a:rPr lang="nb-NO"/>
              <a:t>Klikk for å redigere tittelstil</a:t>
            </a:r>
          </a:p>
        </p:txBody>
      </p:sp>
      <p:sp>
        <p:nvSpPr>
          <p:cNvPr id="3" name="Plassholder for teks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4" name="Plassholder for innhold 3"/>
          <p:cNvSpPr>
            <a:spLocks noGrp="1"/>
          </p:cNvSpPr>
          <p:nvPr>
            <p:ph sz="half" idx="2"/>
          </p:nvPr>
        </p:nvSpPr>
        <p:spPr>
          <a:xfrm>
            <a:off x="839788" y="2505075"/>
            <a:ext cx="5157787"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teks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6" name="Plassholder for innhold 5"/>
          <p:cNvSpPr>
            <a:spLocks noGrp="1"/>
          </p:cNvSpPr>
          <p:nvPr>
            <p:ph sz="quarter" idx="4"/>
          </p:nvPr>
        </p:nvSpPr>
        <p:spPr>
          <a:xfrm>
            <a:off x="6172200" y="2505075"/>
            <a:ext cx="5183188"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7" name="Plassholder for dato 6"/>
          <p:cNvSpPr>
            <a:spLocks noGrp="1"/>
          </p:cNvSpPr>
          <p:nvPr>
            <p:ph type="dt" sz="half" idx="10"/>
          </p:nvPr>
        </p:nvSpPr>
        <p:spPr/>
        <p:txBody>
          <a:bodyPr/>
          <a:lstStyle/>
          <a:p>
            <a:fld id="{CB8551A7-A260-4189-9DCB-AB313647E43D}" type="datetime1">
              <a:rPr lang="nb-NO" smtClean="0"/>
              <a:t>27.08.2024</a:t>
            </a:fld>
            <a:endParaRPr lang="nb-NO"/>
          </a:p>
        </p:txBody>
      </p:sp>
      <p:sp>
        <p:nvSpPr>
          <p:cNvPr id="8" name="Plassholder for bunntekst 7"/>
          <p:cNvSpPr>
            <a:spLocks noGrp="1"/>
          </p:cNvSpPr>
          <p:nvPr>
            <p:ph type="ftr" sz="quarter" idx="11"/>
          </p:nvPr>
        </p:nvSpPr>
        <p:spPr/>
        <p:txBody>
          <a:bodyPr/>
          <a:lstStyle/>
          <a:p>
            <a:r>
              <a:rPr lang="nb-NO"/>
              <a:t>Control Trafikkskole</a:t>
            </a:r>
          </a:p>
        </p:txBody>
      </p:sp>
      <p:sp>
        <p:nvSpPr>
          <p:cNvPr id="9" name="Plassholder for lysbildenummer 8"/>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98344103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dato 2"/>
          <p:cNvSpPr>
            <a:spLocks noGrp="1"/>
          </p:cNvSpPr>
          <p:nvPr>
            <p:ph type="dt" sz="half" idx="10"/>
          </p:nvPr>
        </p:nvSpPr>
        <p:spPr/>
        <p:txBody>
          <a:bodyPr/>
          <a:lstStyle/>
          <a:p>
            <a:fld id="{35A19C63-39E1-4BE3-BA34-71CAD9547668}" type="datetime1">
              <a:rPr lang="nb-NO" smtClean="0"/>
              <a:t>27.08.2024</a:t>
            </a:fld>
            <a:endParaRPr lang="nb-NO"/>
          </a:p>
        </p:txBody>
      </p:sp>
      <p:sp>
        <p:nvSpPr>
          <p:cNvPr id="4" name="Plassholder for bunntekst 3"/>
          <p:cNvSpPr>
            <a:spLocks noGrp="1"/>
          </p:cNvSpPr>
          <p:nvPr>
            <p:ph type="ftr" sz="quarter" idx="11"/>
          </p:nvPr>
        </p:nvSpPr>
        <p:spPr/>
        <p:txBody>
          <a:bodyPr/>
          <a:lstStyle/>
          <a:p>
            <a:r>
              <a:rPr lang="nb-NO"/>
              <a:t>Control Trafikkskole</a:t>
            </a:r>
          </a:p>
        </p:txBody>
      </p:sp>
      <p:sp>
        <p:nvSpPr>
          <p:cNvPr id="5" name="Plassholder for lysbildenummer 4"/>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785584821"/>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blank" preserve="1">
  <p:cSld name="Tomt">
    <p:spTree>
      <p:nvGrpSpPr>
        <p:cNvPr id="1" name=""/>
        <p:cNvGrpSpPr/>
        <p:nvPr/>
      </p:nvGrpSpPr>
      <p:grpSpPr>
        <a:xfrm>
          <a:off x="0" y="0"/>
          <a:ext cx="0" cy="0"/>
          <a:chOff x="0" y="0"/>
          <a:chExt cx="0" cy="0"/>
        </a:xfrm>
      </p:grpSpPr>
      <p:sp>
        <p:nvSpPr>
          <p:cNvPr id="2" name="Plassholder for dato 1"/>
          <p:cNvSpPr>
            <a:spLocks noGrp="1"/>
          </p:cNvSpPr>
          <p:nvPr>
            <p:ph type="dt" sz="half" idx="10"/>
          </p:nvPr>
        </p:nvSpPr>
        <p:spPr/>
        <p:txBody>
          <a:bodyPr/>
          <a:lstStyle/>
          <a:p>
            <a:fld id="{3C8D02B5-F374-465F-933C-D169CE01A38B}" type="datetime1">
              <a:rPr lang="nb-NO" smtClean="0"/>
              <a:t>27.08.2024</a:t>
            </a:fld>
            <a:endParaRPr lang="nb-NO"/>
          </a:p>
        </p:txBody>
      </p:sp>
      <p:sp>
        <p:nvSpPr>
          <p:cNvPr id="3" name="Plassholder for bunntekst 2"/>
          <p:cNvSpPr>
            <a:spLocks noGrp="1"/>
          </p:cNvSpPr>
          <p:nvPr>
            <p:ph type="ftr" sz="quarter" idx="11"/>
          </p:nvPr>
        </p:nvSpPr>
        <p:spPr/>
        <p:txBody>
          <a:bodyPr/>
          <a:lstStyle/>
          <a:p>
            <a:r>
              <a:rPr lang="nb-NO"/>
              <a:t>Control Trafikkskole</a:t>
            </a:r>
          </a:p>
        </p:txBody>
      </p:sp>
      <p:sp>
        <p:nvSpPr>
          <p:cNvPr id="4" name="Plassholder for lysbildenummer 3"/>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585603371"/>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objTx" preserve="1">
  <p:cSld name="Innhold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innhold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BE12B878-5FC8-4F85-A4C0-F4F238D19709}"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531153356"/>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picTx" preserve="1">
  <p:cSld name="Bilde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bild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9CAE968D-6C5A-46AB-B463-F893FA156E98}"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4132332244"/>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vertTx" preserve="1">
  <p:cSld name="Loddrett tekst">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loddrett tekst 2"/>
          <p:cNvSpPr>
            <a:spLocks noGrp="1"/>
          </p:cNvSpPr>
          <p:nvPr>
            <p:ph type="body" orient="vert" idx="1"/>
          </p:nvPr>
        </p:nvSpPr>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8D89CB1B-7784-49F7-8B6D-13C85666E85A}"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794663506"/>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vertTitleAndTx" preserve="1">
  <p:cSld name="Loddrett tittel og tekst">
    <p:spTree>
      <p:nvGrpSpPr>
        <p:cNvPr id="1" name=""/>
        <p:cNvGrpSpPr/>
        <p:nvPr/>
      </p:nvGrpSpPr>
      <p:grpSpPr>
        <a:xfrm>
          <a:off x="0" y="0"/>
          <a:ext cx="0" cy="0"/>
          <a:chOff x="0" y="0"/>
          <a:chExt cx="0" cy="0"/>
        </a:xfrm>
      </p:grpSpPr>
      <p:sp>
        <p:nvSpPr>
          <p:cNvPr id="2" name="Loddrett tittel 1"/>
          <p:cNvSpPr>
            <a:spLocks noGrp="1"/>
          </p:cNvSpPr>
          <p:nvPr>
            <p:ph type="title" orient="vert"/>
          </p:nvPr>
        </p:nvSpPr>
        <p:spPr>
          <a:xfrm>
            <a:off x="8724900" y="365125"/>
            <a:ext cx="2628900" cy="5811838"/>
          </a:xfrm>
        </p:spPr>
        <p:txBody>
          <a:bodyPr vert="eaVert"/>
          <a:lstStyle/>
          <a:p>
            <a:r>
              <a:rPr lang="nb-NO"/>
              <a:t>Klikk for å redigere tittelstil</a:t>
            </a:r>
          </a:p>
        </p:txBody>
      </p:sp>
      <p:sp>
        <p:nvSpPr>
          <p:cNvPr id="3" name="Plassholder for loddrett tekst 2"/>
          <p:cNvSpPr>
            <a:spLocks noGrp="1"/>
          </p:cNvSpPr>
          <p:nvPr>
            <p:ph type="body" orient="vert" idx="1"/>
          </p:nvPr>
        </p:nvSpPr>
        <p:spPr>
          <a:xfrm>
            <a:off x="838200" y="365125"/>
            <a:ext cx="7734300" cy="5811838"/>
          </a:xfrm>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0F5A57D8-AD78-41CD-A23B-F58C84D8D259}"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651285506"/>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itle" preserve="1">
  <p:cSld name="Tittellysbilde">
    <p:spTree>
      <p:nvGrpSpPr>
        <p:cNvPr id="1" name=""/>
        <p:cNvGrpSpPr/>
        <p:nvPr/>
      </p:nvGrpSpPr>
      <p:grpSpPr>
        <a:xfrm>
          <a:off x="0" y="0"/>
          <a:ext cx="0" cy="0"/>
          <a:chOff x="0" y="0"/>
          <a:chExt cx="0" cy="0"/>
        </a:xfrm>
      </p:grpSpPr>
      <p:sp>
        <p:nvSpPr>
          <p:cNvPr id="2" name="Tittel 1"/>
          <p:cNvSpPr>
            <a:spLocks noGrp="1"/>
          </p:cNvSpPr>
          <p:nvPr>
            <p:ph type="ctrTitle"/>
          </p:nvPr>
        </p:nvSpPr>
        <p:spPr>
          <a:xfrm>
            <a:off x="1524000" y="1122363"/>
            <a:ext cx="9144000" cy="2387600"/>
          </a:xfrm>
        </p:spPr>
        <p:txBody>
          <a:bodyPr anchor="b"/>
          <a:lstStyle>
            <a:lvl1pPr algn="ctr">
              <a:defRPr sz="6000"/>
            </a:lvl1pPr>
          </a:lstStyle>
          <a:p>
            <a:r>
              <a:rPr lang="nb-NO"/>
              <a:t>Klikk for å redigere tittelstil</a:t>
            </a:r>
          </a:p>
        </p:txBody>
      </p:sp>
      <p:sp>
        <p:nvSpPr>
          <p:cNvPr id="3" name="Undertit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b-NO"/>
              <a:t>Klikk for å redigere undertittelstil i malen</a:t>
            </a:r>
          </a:p>
        </p:txBody>
      </p:sp>
      <p:sp>
        <p:nvSpPr>
          <p:cNvPr id="4" name="Plassholder for dato 3"/>
          <p:cNvSpPr>
            <a:spLocks noGrp="1"/>
          </p:cNvSpPr>
          <p:nvPr>
            <p:ph type="dt" sz="half" idx="10"/>
          </p:nvPr>
        </p:nvSpPr>
        <p:spPr/>
        <p:txBody>
          <a:bodyPr/>
          <a:lstStyle/>
          <a:p>
            <a:fld id="{852986F1-70EE-4585-A659-7F3AD41E64BC}"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229978573"/>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idx="1"/>
          </p:nvPr>
        </p:nvSpPr>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B3776C88-52C4-4FE2-9787-881609CBE8D0}"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991296131"/>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secHead" preserve="1">
  <p:cSld name="Deloverskrift">
    <p:spTree>
      <p:nvGrpSpPr>
        <p:cNvPr id="1" name=""/>
        <p:cNvGrpSpPr/>
        <p:nvPr/>
      </p:nvGrpSpPr>
      <p:grpSpPr>
        <a:xfrm>
          <a:off x="0" y="0"/>
          <a:ext cx="0" cy="0"/>
          <a:chOff x="0" y="0"/>
          <a:chExt cx="0" cy="0"/>
        </a:xfrm>
      </p:grpSpPr>
      <p:sp>
        <p:nvSpPr>
          <p:cNvPr id="2" name="Tittel 1"/>
          <p:cNvSpPr>
            <a:spLocks noGrp="1"/>
          </p:cNvSpPr>
          <p:nvPr>
            <p:ph type="title"/>
          </p:nvPr>
        </p:nvSpPr>
        <p:spPr>
          <a:xfrm>
            <a:off x="831850" y="1709738"/>
            <a:ext cx="10515600" cy="2852737"/>
          </a:xfrm>
        </p:spPr>
        <p:txBody>
          <a:bodyPr anchor="b"/>
          <a:lstStyle>
            <a:lvl1pPr>
              <a:defRPr sz="6000"/>
            </a:lvl1pPr>
          </a:lstStyle>
          <a:p>
            <a:r>
              <a:rPr lang="nb-NO"/>
              <a:t>Klikk for å redigere tittelstil</a:t>
            </a:r>
          </a:p>
        </p:txBody>
      </p:sp>
      <p:sp>
        <p:nvSpPr>
          <p:cNvPr id="3" name="Plassholder for teks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b-NO"/>
              <a:t>Rediger tekststiler i malen</a:t>
            </a:r>
          </a:p>
        </p:txBody>
      </p:sp>
      <p:sp>
        <p:nvSpPr>
          <p:cNvPr id="4" name="Plassholder for dato 3"/>
          <p:cNvSpPr>
            <a:spLocks noGrp="1"/>
          </p:cNvSpPr>
          <p:nvPr>
            <p:ph type="dt" sz="half" idx="10"/>
          </p:nvPr>
        </p:nvSpPr>
        <p:spPr/>
        <p:txBody>
          <a:bodyPr/>
          <a:lstStyle/>
          <a:p>
            <a:fld id="{23C6B5B3-5958-410A-8088-877A90485480}"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46822520"/>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sz="half" idx="1"/>
          </p:nvPr>
        </p:nvSpPr>
        <p:spPr>
          <a:xfrm>
            <a:off x="838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innhold 3"/>
          <p:cNvSpPr>
            <a:spLocks noGrp="1"/>
          </p:cNvSpPr>
          <p:nvPr>
            <p:ph sz="half" idx="2"/>
          </p:nvPr>
        </p:nvSpPr>
        <p:spPr>
          <a:xfrm>
            <a:off x="6172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dato 4"/>
          <p:cNvSpPr>
            <a:spLocks noGrp="1"/>
          </p:cNvSpPr>
          <p:nvPr>
            <p:ph type="dt" sz="half" idx="10"/>
          </p:nvPr>
        </p:nvSpPr>
        <p:spPr/>
        <p:txBody>
          <a:bodyPr/>
          <a:lstStyle/>
          <a:p>
            <a:fld id="{C13215BE-1ACD-4F8A-9CAB-F15B383B7010}"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050763418"/>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tel 1"/>
          <p:cNvSpPr>
            <a:spLocks noGrp="1"/>
          </p:cNvSpPr>
          <p:nvPr>
            <p:ph type="title"/>
          </p:nvPr>
        </p:nvSpPr>
        <p:spPr>
          <a:xfrm>
            <a:off x="839788" y="365125"/>
            <a:ext cx="10515600" cy="1325563"/>
          </a:xfrm>
        </p:spPr>
        <p:txBody>
          <a:bodyPr/>
          <a:lstStyle/>
          <a:p>
            <a:r>
              <a:rPr lang="nb-NO"/>
              <a:t>Klikk for å redigere tittelstil</a:t>
            </a:r>
          </a:p>
        </p:txBody>
      </p:sp>
      <p:sp>
        <p:nvSpPr>
          <p:cNvPr id="3" name="Plassholder for teks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4" name="Plassholder for innhold 3"/>
          <p:cNvSpPr>
            <a:spLocks noGrp="1"/>
          </p:cNvSpPr>
          <p:nvPr>
            <p:ph sz="half" idx="2"/>
          </p:nvPr>
        </p:nvSpPr>
        <p:spPr>
          <a:xfrm>
            <a:off x="839788" y="2505075"/>
            <a:ext cx="5157787"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teks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6" name="Plassholder for innhold 5"/>
          <p:cNvSpPr>
            <a:spLocks noGrp="1"/>
          </p:cNvSpPr>
          <p:nvPr>
            <p:ph sz="quarter" idx="4"/>
          </p:nvPr>
        </p:nvSpPr>
        <p:spPr>
          <a:xfrm>
            <a:off x="6172200" y="2505075"/>
            <a:ext cx="5183188"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7" name="Plassholder for dato 6"/>
          <p:cNvSpPr>
            <a:spLocks noGrp="1"/>
          </p:cNvSpPr>
          <p:nvPr>
            <p:ph type="dt" sz="half" idx="10"/>
          </p:nvPr>
        </p:nvSpPr>
        <p:spPr/>
        <p:txBody>
          <a:bodyPr/>
          <a:lstStyle/>
          <a:p>
            <a:fld id="{120E9B41-02DA-4EB1-AFC0-24DB73A86FE2}" type="datetime1">
              <a:rPr lang="nb-NO" smtClean="0"/>
              <a:t>27.08.2024</a:t>
            </a:fld>
            <a:endParaRPr lang="nb-NO"/>
          </a:p>
        </p:txBody>
      </p:sp>
      <p:sp>
        <p:nvSpPr>
          <p:cNvPr id="8" name="Plassholder for bunntekst 7"/>
          <p:cNvSpPr>
            <a:spLocks noGrp="1"/>
          </p:cNvSpPr>
          <p:nvPr>
            <p:ph type="ftr" sz="quarter" idx="11"/>
          </p:nvPr>
        </p:nvSpPr>
        <p:spPr/>
        <p:txBody>
          <a:bodyPr/>
          <a:lstStyle/>
          <a:p>
            <a:r>
              <a:rPr lang="nb-NO"/>
              <a:t>Control Trafikkskole</a:t>
            </a:r>
          </a:p>
        </p:txBody>
      </p:sp>
      <p:sp>
        <p:nvSpPr>
          <p:cNvPr id="9" name="Plassholder for lysbildenummer 8"/>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493149312"/>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dato 2"/>
          <p:cNvSpPr>
            <a:spLocks noGrp="1"/>
          </p:cNvSpPr>
          <p:nvPr>
            <p:ph type="dt" sz="half" idx="10"/>
          </p:nvPr>
        </p:nvSpPr>
        <p:spPr/>
        <p:txBody>
          <a:bodyPr/>
          <a:lstStyle/>
          <a:p>
            <a:fld id="{726557DE-3900-4B98-81D2-1C690B5BD13B}" type="datetime1">
              <a:rPr lang="nb-NO" smtClean="0"/>
              <a:t>27.08.2024</a:t>
            </a:fld>
            <a:endParaRPr lang="nb-NO"/>
          </a:p>
        </p:txBody>
      </p:sp>
      <p:sp>
        <p:nvSpPr>
          <p:cNvPr id="4" name="Plassholder for bunntekst 3"/>
          <p:cNvSpPr>
            <a:spLocks noGrp="1"/>
          </p:cNvSpPr>
          <p:nvPr>
            <p:ph type="ftr" sz="quarter" idx="11"/>
          </p:nvPr>
        </p:nvSpPr>
        <p:spPr/>
        <p:txBody>
          <a:bodyPr/>
          <a:lstStyle/>
          <a:p>
            <a:r>
              <a:rPr lang="nb-NO"/>
              <a:t>Control Trafikkskole</a:t>
            </a:r>
          </a:p>
        </p:txBody>
      </p:sp>
      <p:sp>
        <p:nvSpPr>
          <p:cNvPr id="5" name="Plassholder for lysbildenummer 4"/>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293386036"/>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blank" preserve="1">
  <p:cSld name="Tomt">
    <p:spTree>
      <p:nvGrpSpPr>
        <p:cNvPr id="1" name=""/>
        <p:cNvGrpSpPr/>
        <p:nvPr/>
      </p:nvGrpSpPr>
      <p:grpSpPr>
        <a:xfrm>
          <a:off x="0" y="0"/>
          <a:ext cx="0" cy="0"/>
          <a:chOff x="0" y="0"/>
          <a:chExt cx="0" cy="0"/>
        </a:xfrm>
      </p:grpSpPr>
      <p:sp>
        <p:nvSpPr>
          <p:cNvPr id="2" name="Plassholder for dato 1"/>
          <p:cNvSpPr>
            <a:spLocks noGrp="1"/>
          </p:cNvSpPr>
          <p:nvPr>
            <p:ph type="dt" sz="half" idx="10"/>
          </p:nvPr>
        </p:nvSpPr>
        <p:spPr/>
        <p:txBody>
          <a:bodyPr/>
          <a:lstStyle/>
          <a:p>
            <a:fld id="{9780F9E2-0626-4D71-BDCD-4BA6606DEBC4}" type="datetime1">
              <a:rPr lang="nb-NO" smtClean="0"/>
              <a:t>27.08.2024</a:t>
            </a:fld>
            <a:endParaRPr lang="nb-NO"/>
          </a:p>
        </p:txBody>
      </p:sp>
      <p:sp>
        <p:nvSpPr>
          <p:cNvPr id="3" name="Plassholder for bunntekst 2"/>
          <p:cNvSpPr>
            <a:spLocks noGrp="1"/>
          </p:cNvSpPr>
          <p:nvPr>
            <p:ph type="ftr" sz="quarter" idx="11"/>
          </p:nvPr>
        </p:nvSpPr>
        <p:spPr/>
        <p:txBody>
          <a:bodyPr/>
          <a:lstStyle/>
          <a:p>
            <a:r>
              <a:rPr lang="nb-NO"/>
              <a:t>Control Trafikkskole</a:t>
            </a:r>
          </a:p>
        </p:txBody>
      </p:sp>
      <p:sp>
        <p:nvSpPr>
          <p:cNvPr id="4" name="Plassholder for lysbildenummer 3"/>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586230122"/>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objTx" preserve="1">
  <p:cSld name="Innhold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innhold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187E0B42-EB25-468C-A253-D8A160BC31EF}"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111123725"/>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picTx" preserve="1">
  <p:cSld name="Bilde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bild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6B1F5F0C-8CEF-4E2B-B299-DDBF9AF653D1}"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63239998"/>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vertTx" preserve="1">
  <p:cSld name="Loddrett tekst">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loddrett tekst 2"/>
          <p:cNvSpPr>
            <a:spLocks noGrp="1"/>
          </p:cNvSpPr>
          <p:nvPr>
            <p:ph type="body" orient="vert" idx="1"/>
          </p:nvPr>
        </p:nvSpPr>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CC32B83B-5240-4215-BBB0-8D03FDAE3A00}"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353321779"/>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vertTitleAndTx" preserve="1">
  <p:cSld name="Loddrett tittel og tekst">
    <p:spTree>
      <p:nvGrpSpPr>
        <p:cNvPr id="1" name=""/>
        <p:cNvGrpSpPr/>
        <p:nvPr/>
      </p:nvGrpSpPr>
      <p:grpSpPr>
        <a:xfrm>
          <a:off x="0" y="0"/>
          <a:ext cx="0" cy="0"/>
          <a:chOff x="0" y="0"/>
          <a:chExt cx="0" cy="0"/>
        </a:xfrm>
      </p:grpSpPr>
      <p:sp>
        <p:nvSpPr>
          <p:cNvPr id="2" name="Loddrett tittel 1"/>
          <p:cNvSpPr>
            <a:spLocks noGrp="1"/>
          </p:cNvSpPr>
          <p:nvPr>
            <p:ph type="title" orient="vert"/>
          </p:nvPr>
        </p:nvSpPr>
        <p:spPr>
          <a:xfrm>
            <a:off x="8724900" y="365125"/>
            <a:ext cx="2628900" cy="5811838"/>
          </a:xfrm>
        </p:spPr>
        <p:txBody>
          <a:bodyPr vert="eaVert"/>
          <a:lstStyle/>
          <a:p>
            <a:r>
              <a:rPr lang="nb-NO"/>
              <a:t>Klikk for å redigere tittelstil</a:t>
            </a:r>
          </a:p>
        </p:txBody>
      </p:sp>
      <p:sp>
        <p:nvSpPr>
          <p:cNvPr id="3" name="Plassholder for loddrett tekst 2"/>
          <p:cNvSpPr>
            <a:spLocks noGrp="1"/>
          </p:cNvSpPr>
          <p:nvPr>
            <p:ph type="body" orient="vert" idx="1"/>
          </p:nvPr>
        </p:nvSpPr>
        <p:spPr>
          <a:xfrm>
            <a:off x="838200" y="365125"/>
            <a:ext cx="7734300" cy="5811838"/>
          </a:xfrm>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581148D1-13DA-4C7B-B28D-64BA86DDBC93}"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407295880"/>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title" preserve="1">
  <p:cSld name="Tittellysbilde">
    <p:spTree>
      <p:nvGrpSpPr>
        <p:cNvPr id="1" name=""/>
        <p:cNvGrpSpPr/>
        <p:nvPr/>
      </p:nvGrpSpPr>
      <p:grpSpPr>
        <a:xfrm>
          <a:off x="0" y="0"/>
          <a:ext cx="0" cy="0"/>
          <a:chOff x="0" y="0"/>
          <a:chExt cx="0" cy="0"/>
        </a:xfrm>
      </p:grpSpPr>
      <p:sp>
        <p:nvSpPr>
          <p:cNvPr id="2" name="Tittel 1"/>
          <p:cNvSpPr>
            <a:spLocks noGrp="1"/>
          </p:cNvSpPr>
          <p:nvPr>
            <p:ph type="ctrTitle"/>
          </p:nvPr>
        </p:nvSpPr>
        <p:spPr>
          <a:xfrm>
            <a:off x="1524000" y="1122363"/>
            <a:ext cx="9144000" cy="2387600"/>
          </a:xfrm>
        </p:spPr>
        <p:txBody>
          <a:bodyPr anchor="b"/>
          <a:lstStyle>
            <a:lvl1pPr algn="ctr">
              <a:defRPr sz="6000"/>
            </a:lvl1pPr>
          </a:lstStyle>
          <a:p>
            <a:r>
              <a:rPr lang="nb-NO"/>
              <a:t>Klikk for å redigere tittelstil</a:t>
            </a:r>
          </a:p>
        </p:txBody>
      </p:sp>
      <p:sp>
        <p:nvSpPr>
          <p:cNvPr id="3" name="Undertit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b-NO"/>
              <a:t>Klikk for å redigere undertittelstil i malen</a:t>
            </a:r>
          </a:p>
        </p:txBody>
      </p:sp>
      <p:sp>
        <p:nvSpPr>
          <p:cNvPr id="4" name="Plassholder for dato 3"/>
          <p:cNvSpPr>
            <a:spLocks noGrp="1"/>
          </p:cNvSpPr>
          <p:nvPr>
            <p:ph type="dt" sz="half" idx="10"/>
          </p:nvPr>
        </p:nvSpPr>
        <p:spPr/>
        <p:txBody>
          <a:bodyPr/>
          <a:lstStyle/>
          <a:p>
            <a:fld id="{6FE5AC66-758A-4A30-9254-A7F50B5B9A16}"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054465931"/>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idx="1"/>
          </p:nvPr>
        </p:nvSpPr>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111E3105-EA95-4D4C-875D-7C61F2D06A9D}"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807728445"/>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secHead" preserve="1">
  <p:cSld name="Deloverskrift">
    <p:spTree>
      <p:nvGrpSpPr>
        <p:cNvPr id="1" name=""/>
        <p:cNvGrpSpPr/>
        <p:nvPr/>
      </p:nvGrpSpPr>
      <p:grpSpPr>
        <a:xfrm>
          <a:off x="0" y="0"/>
          <a:ext cx="0" cy="0"/>
          <a:chOff x="0" y="0"/>
          <a:chExt cx="0" cy="0"/>
        </a:xfrm>
      </p:grpSpPr>
      <p:sp>
        <p:nvSpPr>
          <p:cNvPr id="2" name="Tittel 1"/>
          <p:cNvSpPr>
            <a:spLocks noGrp="1"/>
          </p:cNvSpPr>
          <p:nvPr>
            <p:ph type="title"/>
          </p:nvPr>
        </p:nvSpPr>
        <p:spPr>
          <a:xfrm>
            <a:off x="831850" y="1709738"/>
            <a:ext cx="10515600" cy="2852737"/>
          </a:xfrm>
        </p:spPr>
        <p:txBody>
          <a:bodyPr anchor="b"/>
          <a:lstStyle>
            <a:lvl1pPr>
              <a:defRPr sz="6000"/>
            </a:lvl1pPr>
          </a:lstStyle>
          <a:p>
            <a:r>
              <a:rPr lang="nb-NO"/>
              <a:t>Klikk for å redigere tittelstil</a:t>
            </a:r>
          </a:p>
        </p:txBody>
      </p:sp>
      <p:sp>
        <p:nvSpPr>
          <p:cNvPr id="3" name="Plassholder for teks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b-NO"/>
              <a:t>Rediger tekststiler i malen</a:t>
            </a:r>
          </a:p>
        </p:txBody>
      </p:sp>
      <p:sp>
        <p:nvSpPr>
          <p:cNvPr id="4" name="Plassholder for dato 3"/>
          <p:cNvSpPr>
            <a:spLocks noGrp="1"/>
          </p:cNvSpPr>
          <p:nvPr>
            <p:ph type="dt" sz="half" idx="10"/>
          </p:nvPr>
        </p:nvSpPr>
        <p:spPr/>
        <p:txBody>
          <a:bodyPr/>
          <a:lstStyle/>
          <a:p>
            <a:fld id="{8FA318CD-C5C8-4DF9-9DAC-DAC8B5F60238}"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4242078142"/>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sz="half" idx="1"/>
          </p:nvPr>
        </p:nvSpPr>
        <p:spPr>
          <a:xfrm>
            <a:off x="838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innhold 3"/>
          <p:cNvSpPr>
            <a:spLocks noGrp="1"/>
          </p:cNvSpPr>
          <p:nvPr>
            <p:ph sz="half" idx="2"/>
          </p:nvPr>
        </p:nvSpPr>
        <p:spPr>
          <a:xfrm>
            <a:off x="6172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dato 4"/>
          <p:cNvSpPr>
            <a:spLocks noGrp="1"/>
          </p:cNvSpPr>
          <p:nvPr>
            <p:ph type="dt" sz="half" idx="10"/>
          </p:nvPr>
        </p:nvSpPr>
        <p:spPr/>
        <p:txBody>
          <a:bodyPr/>
          <a:lstStyle/>
          <a:p>
            <a:fld id="{0CD6AF08-93D6-4494-B5A2-6D7AA7D0B2B4}"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15985962"/>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tel 1"/>
          <p:cNvSpPr>
            <a:spLocks noGrp="1"/>
          </p:cNvSpPr>
          <p:nvPr>
            <p:ph type="title"/>
          </p:nvPr>
        </p:nvSpPr>
        <p:spPr>
          <a:xfrm>
            <a:off x="839788" y="365125"/>
            <a:ext cx="10515600" cy="1325563"/>
          </a:xfrm>
        </p:spPr>
        <p:txBody>
          <a:bodyPr/>
          <a:lstStyle/>
          <a:p>
            <a:r>
              <a:rPr lang="nb-NO"/>
              <a:t>Klikk for å redigere tittelstil</a:t>
            </a:r>
          </a:p>
        </p:txBody>
      </p:sp>
      <p:sp>
        <p:nvSpPr>
          <p:cNvPr id="3" name="Plassholder for teks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4" name="Plassholder for innhold 3"/>
          <p:cNvSpPr>
            <a:spLocks noGrp="1"/>
          </p:cNvSpPr>
          <p:nvPr>
            <p:ph sz="half" idx="2"/>
          </p:nvPr>
        </p:nvSpPr>
        <p:spPr>
          <a:xfrm>
            <a:off x="839788" y="2505075"/>
            <a:ext cx="5157787"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teks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6" name="Plassholder for innhold 5"/>
          <p:cNvSpPr>
            <a:spLocks noGrp="1"/>
          </p:cNvSpPr>
          <p:nvPr>
            <p:ph sz="quarter" idx="4"/>
          </p:nvPr>
        </p:nvSpPr>
        <p:spPr>
          <a:xfrm>
            <a:off x="6172200" y="2505075"/>
            <a:ext cx="5183188"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7" name="Plassholder for dato 6"/>
          <p:cNvSpPr>
            <a:spLocks noGrp="1"/>
          </p:cNvSpPr>
          <p:nvPr>
            <p:ph type="dt" sz="half" idx="10"/>
          </p:nvPr>
        </p:nvSpPr>
        <p:spPr/>
        <p:txBody>
          <a:bodyPr/>
          <a:lstStyle/>
          <a:p>
            <a:fld id="{3775B3BC-1756-451C-8790-08771AA854C3}" type="datetime1">
              <a:rPr lang="nb-NO" smtClean="0"/>
              <a:t>27.08.2024</a:t>
            </a:fld>
            <a:endParaRPr lang="nb-NO"/>
          </a:p>
        </p:txBody>
      </p:sp>
      <p:sp>
        <p:nvSpPr>
          <p:cNvPr id="8" name="Plassholder for bunntekst 7"/>
          <p:cNvSpPr>
            <a:spLocks noGrp="1"/>
          </p:cNvSpPr>
          <p:nvPr>
            <p:ph type="ftr" sz="quarter" idx="11"/>
          </p:nvPr>
        </p:nvSpPr>
        <p:spPr/>
        <p:txBody>
          <a:bodyPr/>
          <a:lstStyle/>
          <a:p>
            <a:r>
              <a:rPr lang="nb-NO"/>
              <a:t>Control Trafikkskole</a:t>
            </a:r>
          </a:p>
        </p:txBody>
      </p:sp>
      <p:sp>
        <p:nvSpPr>
          <p:cNvPr id="9" name="Plassholder for lysbildenummer 8"/>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058998576"/>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dato 2"/>
          <p:cNvSpPr>
            <a:spLocks noGrp="1"/>
          </p:cNvSpPr>
          <p:nvPr>
            <p:ph type="dt" sz="half" idx="10"/>
          </p:nvPr>
        </p:nvSpPr>
        <p:spPr/>
        <p:txBody>
          <a:bodyPr/>
          <a:lstStyle/>
          <a:p>
            <a:fld id="{32213D30-49B9-4CF3-9297-B03A639BA84F}" type="datetime1">
              <a:rPr lang="nb-NO" smtClean="0"/>
              <a:t>27.08.2024</a:t>
            </a:fld>
            <a:endParaRPr lang="nb-NO"/>
          </a:p>
        </p:txBody>
      </p:sp>
      <p:sp>
        <p:nvSpPr>
          <p:cNvPr id="4" name="Plassholder for bunntekst 3"/>
          <p:cNvSpPr>
            <a:spLocks noGrp="1"/>
          </p:cNvSpPr>
          <p:nvPr>
            <p:ph type="ftr" sz="quarter" idx="11"/>
          </p:nvPr>
        </p:nvSpPr>
        <p:spPr/>
        <p:txBody>
          <a:bodyPr/>
          <a:lstStyle/>
          <a:p>
            <a:r>
              <a:rPr lang="nb-NO"/>
              <a:t>Control Trafikkskole</a:t>
            </a:r>
          </a:p>
        </p:txBody>
      </p:sp>
      <p:sp>
        <p:nvSpPr>
          <p:cNvPr id="5" name="Plassholder for lysbildenummer 4"/>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403631001"/>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blank" preserve="1">
  <p:cSld name="Tomt">
    <p:spTree>
      <p:nvGrpSpPr>
        <p:cNvPr id="1" name=""/>
        <p:cNvGrpSpPr/>
        <p:nvPr/>
      </p:nvGrpSpPr>
      <p:grpSpPr>
        <a:xfrm>
          <a:off x="0" y="0"/>
          <a:ext cx="0" cy="0"/>
          <a:chOff x="0" y="0"/>
          <a:chExt cx="0" cy="0"/>
        </a:xfrm>
      </p:grpSpPr>
      <p:sp>
        <p:nvSpPr>
          <p:cNvPr id="2" name="Plassholder for dato 1"/>
          <p:cNvSpPr>
            <a:spLocks noGrp="1"/>
          </p:cNvSpPr>
          <p:nvPr>
            <p:ph type="dt" sz="half" idx="10"/>
          </p:nvPr>
        </p:nvSpPr>
        <p:spPr/>
        <p:txBody>
          <a:bodyPr/>
          <a:lstStyle/>
          <a:p>
            <a:fld id="{3C4D9ECA-98E9-481F-8ECE-87180A5B552E}" type="datetime1">
              <a:rPr lang="nb-NO" smtClean="0"/>
              <a:t>27.08.2024</a:t>
            </a:fld>
            <a:endParaRPr lang="nb-NO"/>
          </a:p>
        </p:txBody>
      </p:sp>
      <p:sp>
        <p:nvSpPr>
          <p:cNvPr id="3" name="Plassholder for bunntekst 2"/>
          <p:cNvSpPr>
            <a:spLocks noGrp="1"/>
          </p:cNvSpPr>
          <p:nvPr>
            <p:ph type="ftr" sz="quarter" idx="11"/>
          </p:nvPr>
        </p:nvSpPr>
        <p:spPr/>
        <p:txBody>
          <a:bodyPr/>
          <a:lstStyle/>
          <a:p>
            <a:r>
              <a:rPr lang="nb-NO"/>
              <a:t>Control Trafikkskole</a:t>
            </a:r>
          </a:p>
        </p:txBody>
      </p:sp>
      <p:sp>
        <p:nvSpPr>
          <p:cNvPr id="4" name="Plassholder for lysbildenummer 3"/>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567828424"/>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objTx" preserve="1">
  <p:cSld name="Innhold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innhold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386E85B0-DEB5-43AD-A8C3-13AC26245CE5}"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00732849"/>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picTx" preserve="1">
  <p:cSld name="Bilde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bild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427CB60B-55F1-412C-A784-4BA9A39DFE64}"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139444951"/>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vertTx" preserve="1">
  <p:cSld name="Loddrett tekst">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loddrett tekst 2"/>
          <p:cNvSpPr>
            <a:spLocks noGrp="1"/>
          </p:cNvSpPr>
          <p:nvPr>
            <p:ph type="body" orient="vert" idx="1"/>
          </p:nvPr>
        </p:nvSpPr>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C14B39D2-A7B2-40D6-984C-F20084C6FEA4}"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037687242"/>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vertTitleAndTx" preserve="1">
  <p:cSld name="Loddrett tittel og tekst">
    <p:spTree>
      <p:nvGrpSpPr>
        <p:cNvPr id="1" name=""/>
        <p:cNvGrpSpPr/>
        <p:nvPr/>
      </p:nvGrpSpPr>
      <p:grpSpPr>
        <a:xfrm>
          <a:off x="0" y="0"/>
          <a:ext cx="0" cy="0"/>
          <a:chOff x="0" y="0"/>
          <a:chExt cx="0" cy="0"/>
        </a:xfrm>
      </p:grpSpPr>
      <p:sp>
        <p:nvSpPr>
          <p:cNvPr id="2" name="Loddrett tittel 1"/>
          <p:cNvSpPr>
            <a:spLocks noGrp="1"/>
          </p:cNvSpPr>
          <p:nvPr>
            <p:ph type="title" orient="vert"/>
          </p:nvPr>
        </p:nvSpPr>
        <p:spPr>
          <a:xfrm>
            <a:off x="8724900" y="365125"/>
            <a:ext cx="2628900" cy="5811838"/>
          </a:xfrm>
        </p:spPr>
        <p:txBody>
          <a:bodyPr vert="eaVert"/>
          <a:lstStyle/>
          <a:p>
            <a:r>
              <a:rPr lang="nb-NO"/>
              <a:t>Klikk for å redigere tittelstil</a:t>
            </a:r>
          </a:p>
        </p:txBody>
      </p:sp>
      <p:sp>
        <p:nvSpPr>
          <p:cNvPr id="3" name="Plassholder for loddrett tekst 2"/>
          <p:cNvSpPr>
            <a:spLocks noGrp="1"/>
          </p:cNvSpPr>
          <p:nvPr>
            <p:ph type="body" orient="vert" idx="1"/>
          </p:nvPr>
        </p:nvSpPr>
        <p:spPr>
          <a:xfrm>
            <a:off x="838200" y="365125"/>
            <a:ext cx="7734300" cy="5811838"/>
          </a:xfrm>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B9819C29-FEA4-4E5B-8C8E-440CDFAB2774}"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83284577"/>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title" preserve="1">
  <p:cSld name="Tittellysbilde">
    <p:spTree>
      <p:nvGrpSpPr>
        <p:cNvPr id="1" name=""/>
        <p:cNvGrpSpPr/>
        <p:nvPr/>
      </p:nvGrpSpPr>
      <p:grpSpPr>
        <a:xfrm>
          <a:off x="0" y="0"/>
          <a:ext cx="0" cy="0"/>
          <a:chOff x="0" y="0"/>
          <a:chExt cx="0" cy="0"/>
        </a:xfrm>
      </p:grpSpPr>
      <p:sp>
        <p:nvSpPr>
          <p:cNvPr id="2" name="Tittel 1"/>
          <p:cNvSpPr>
            <a:spLocks noGrp="1"/>
          </p:cNvSpPr>
          <p:nvPr>
            <p:ph type="ctrTitle"/>
          </p:nvPr>
        </p:nvSpPr>
        <p:spPr>
          <a:xfrm>
            <a:off x="1524000" y="1122363"/>
            <a:ext cx="9144000" cy="2387600"/>
          </a:xfrm>
        </p:spPr>
        <p:txBody>
          <a:bodyPr anchor="b"/>
          <a:lstStyle>
            <a:lvl1pPr algn="ctr">
              <a:defRPr sz="6000"/>
            </a:lvl1pPr>
          </a:lstStyle>
          <a:p>
            <a:r>
              <a:rPr lang="nb-NO"/>
              <a:t>Klikk for å redigere tittelstil</a:t>
            </a:r>
          </a:p>
        </p:txBody>
      </p:sp>
      <p:sp>
        <p:nvSpPr>
          <p:cNvPr id="3" name="Undertit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b-NO"/>
              <a:t>Klikk for å redigere undertittelstil i malen</a:t>
            </a:r>
          </a:p>
        </p:txBody>
      </p:sp>
      <p:sp>
        <p:nvSpPr>
          <p:cNvPr id="4" name="Plassholder for dato 3"/>
          <p:cNvSpPr>
            <a:spLocks noGrp="1"/>
          </p:cNvSpPr>
          <p:nvPr>
            <p:ph type="dt" sz="half" idx="10"/>
          </p:nvPr>
        </p:nvSpPr>
        <p:spPr/>
        <p:txBody>
          <a:bodyPr/>
          <a:lstStyle/>
          <a:p>
            <a:fld id="{8B0B2BD2-8005-4880-97B1-EFB439EE761F}"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507163585"/>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idx="1"/>
          </p:nvPr>
        </p:nvSpPr>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53EDA638-07BC-4301-8802-2E7BB3480E44}"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405357582"/>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secHead" preserve="1">
  <p:cSld name="Deloverskrift">
    <p:spTree>
      <p:nvGrpSpPr>
        <p:cNvPr id="1" name=""/>
        <p:cNvGrpSpPr/>
        <p:nvPr/>
      </p:nvGrpSpPr>
      <p:grpSpPr>
        <a:xfrm>
          <a:off x="0" y="0"/>
          <a:ext cx="0" cy="0"/>
          <a:chOff x="0" y="0"/>
          <a:chExt cx="0" cy="0"/>
        </a:xfrm>
      </p:grpSpPr>
      <p:sp>
        <p:nvSpPr>
          <p:cNvPr id="2" name="Tittel 1"/>
          <p:cNvSpPr>
            <a:spLocks noGrp="1"/>
          </p:cNvSpPr>
          <p:nvPr>
            <p:ph type="title"/>
          </p:nvPr>
        </p:nvSpPr>
        <p:spPr>
          <a:xfrm>
            <a:off x="831850" y="1709738"/>
            <a:ext cx="10515600" cy="2852737"/>
          </a:xfrm>
        </p:spPr>
        <p:txBody>
          <a:bodyPr anchor="b"/>
          <a:lstStyle>
            <a:lvl1pPr>
              <a:defRPr sz="6000"/>
            </a:lvl1pPr>
          </a:lstStyle>
          <a:p>
            <a:r>
              <a:rPr lang="nb-NO"/>
              <a:t>Klikk for å redigere tittelstil</a:t>
            </a:r>
          </a:p>
        </p:txBody>
      </p:sp>
      <p:sp>
        <p:nvSpPr>
          <p:cNvPr id="3" name="Plassholder for teks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b-NO"/>
              <a:t>Rediger tekststiler i malen</a:t>
            </a:r>
          </a:p>
        </p:txBody>
      </p:sp>
      <p:sp>
        <p:nvSpPr>
          <p:cNvPr id="4" name="Plassholder for dato 3"/>
          <p:cNvSpPr>
            <a:spLocks noGrp="1"/>
          </p:cNvSpPr>
          <p:nvPr>
            <p:ph type="dt" sz="half" idx="10"/>
          </p:nvPr>
        </p:nvSpPr>
        <p:spPr/>
        <p:txBody>
          <a:bodyPr/>
          <a:lstStyle/>
          <a:p>
            <a:fld id="{52D1245D-4010-4DCD-B203-CAD8CFE29F6B}"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216850001"/>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sz="half" idx="1"/>
          </p:nvPr>
        </p:nvSpPr>
        <p:spPr>
          <a:xfrm>
            <a:off x="838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innhold 3"/>
          <p:cNvSpPr>
            <a:spLocks noGrp="1"/>
          </p:cNvSpPr>
          <p:nvPr>
            <p:ph sz="half" idx="2"/>
          </p:nvPr>
        </p:nvSpPr>
        <p:spPr>
          <a:xfrm>
            <a:off x="6172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dato 4"/>
          <p:cNvSpPr>
            <a:spLocks noGrp="1"/>
          </p:cNvSpPr>
          <p:nvPr>
            <p:ph type="dt" sz="half" idx="10"/>
          </p:nvPr>
        </p:nvSpPr>
        <p:spPr/>
        <p:txBody>
          <a:bodyPr/>
          <a:lstStyle/>
          <a:p>
            <a:fld id="{0A2FBE81-4FA7-4298-A20D-EC9523AE5903}"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664826492"/>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tel 1"/>
          <p:cNvSpPr>
            <a:spLocks noGrp="1"/>
          </p:cNvSpPr>
          <p:nvPr>
            <p:ph type="title"/>
          </p:nvPr>
        </p:nvSpPr>
        <p:spPr>
          <a:xfrm>
            <a:off x="839788" y="365125"/>
            <a:ext cx="10515600" cy="1325563"/>
          </a:xfrm>
        </p:spPr>
        <p:txBody>
          <a:bodyPr/>
          <a:lstStyle/>
          <a:p>
            <a:r>
              <a:rPr lang="nb-NO"/>
              <a:t>Klikk for å redigere tittelstil</a:t>
            </a:r>
          </a:p>
        </p:txBody>
      </p:sp>
      <p:sp>
        <p:nvSpPr>
          <p:cNvPr id="3" name="Plassholder for teks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4" name="Plassholder for innhold 3"/>
          <p:cNvSpPr>
            <a:spLocks noGrp="1"/>
          </p:cNvSpPr>
          <p:nvPr>
            <p:ph sz="half" idx="2"/>
          </p:nvPr>
        </p:nvSpPr>
        <p:spPr>
          <a:xfrm>
            <a:off x="839788" y="2505075"/>
            <a:ext cx="5157787"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teks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6" name="Plassholder for innhold 5"/>
          <p:cNvSpPr>
            <a:spLocks noGrp="1"/>
          </p:cNvSpPr>
          <p:nvPr>
            <p:ph sz="quarter" idx="4"/>
          </p:nvPr>
        </p:nvSpPr>
        <p:spPr>
          <a:xfrm>
            <a:off x="6172200" y="2505075"/>
            <a:ext cx="5183188"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7" name="Plassholder for dato 6"/>
          <p:cNvSpPr>
            <a:spLocks noGrp="1"/>
          </p:cNvSpPr>
          <p:nvPr>
            <p:ph type="dt" sz="half" idx="10"/>
          </p:nvPr>
        </p:nvSpPr>
        <p:spPr/>
        <p:txBody>
          <a:bodyPr/>
          <a:lstStyle/>
          <a:p>
            <a:fld id="{FF261C92-E0BD-41F3-B8C5-B75F05FB6F99}" type="datetime1">
              <a:rPr lang="nb-NO" smtClean="0"/>
              <a:t>27.08.2024</a:t>
            </a:fld>
            <a:endParaRPr lang="nb-NO"/>
          </a:p>
        </p:txBody>
      </p:sp>
      <p:sp>
        <p:nvSpPr>
          <p:cNvPr id="8" name="Plassholder for bunntekst 7"/>
          <p:cNvSpPr>
            <a:spLocks noGrp="1"/>
          </p:cNvSpPr>
          <p:nvPr>
            <p:ph type="ftr" sz="quarter" idx="11"/>
          </p:nvPr>
        </p:nvSpPr>
        <p:spPr/>
        <p:txBody>
          <a:bodyPr/>
          <a:lstStyle/>
          <a:p>
            <a:r>
              <a:rPr lang="nb-NO"/>
              <a:t>Control Trafikkskole</a:t>
            </a:r>
          </a:p>
        </p:txBody>
      </p:sp>
      <p:sp>
        <p:nvSpPr>
          <p:cNvPr id="9" name="Plassholder for lysbildenummer 8"/>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345024881"/>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dato 2"/>
          <p:cNvSpPr>
            <a:spLocks noGrp="1"/>
          </p:cNvSpPr>
          <p:nvPr>
            <p:ph type="dt" sz="half" idx="10"/>
          </p:nvPr>
        </p:nvSpPr>
        <p:spPr/>
        <p:txBody>
          <a:bodyPr/>
          <a:lstStyle/>
          <a:p>
            <a:fld id="{58C6F4F0-0FEB-41E7-83D0-D5DC7404F454}" type="datetime1">
              <a:rPr lang="nb-NO" smtClean="0"/>
              <a:t>27.08.2024</a:t>
            </a:fld>
            <a:endParaRPr lang="nb-NO"/>
          </a:p>
        </p:txBody>
      </p:sp>
      <p:sp>
        <p:nvSpPr>
          <p:cNvPr id="4" name="Plassholder for bunntekst 3"/>
          <p:cNvSpPr>
            <a:spLocks noGrp="1"/>
          </p:cNvSpPr>
          <p:nvPr>
            <p:ph type="ftr" sz="quarter" idx="11"/>
          </p:nvPr>
        </p:nvSpPr>
        <p:spPr/>
        <p:txBody>
          <a:bodyPr/>
          <a:lstStyle/>
          <a:p>
            <a:r>
              <a:rPr lang="nb-NO"/>
              <a:t>Control Trafikkskole</a:t>
            </a:r>
          </a:p>
        </p:txBody>
      </p:sp>
      <p:sp>
        <p:nvSpPr>
          <p:cNvPr id="5" name="Plassholder for lysbildenummer 4"/>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258534218"/>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blank" preserve="1">
  <p:cSld name="Tomt">
    <p:spTree>
      <p:nvGrpSpPr>
        <p:cNvPr id="1" name=""/>
        <p:cNvGrpSpPr/>
        <p:nvPr/>
      </p:nvGrpSpPr>
      <p:grpSpPr>
        <a:xfrm>
          <a:off x="0" y="0"/>
          <a:ext cx="0" cy="0"/>
          <a:chOff x="0" y="0"/>
          <a:chExt cx="0" cy="0"/>
        </a:xfrm>
      </p:grpSpPr>
      <p:sp>
        <p:nvSpPr>
          <p:cNvPr id="2" name="Plassholder for dato 1"/>
          <p:cNvSpPr>
            <a:spLocks noGrp="1"/>
          </p:cNvSpPr>
          <p:nvPr>
            <p:ph type="dt" sz="half" idx="10"/>
          </p:nvPr>
        </p:nvSpPr>
        <p:spPr/>
        <p:txBody>
          <a:bodyPr/>
          <a:lstStyle/>
          <a:p>
            <a:fld id="{F0D3BC26-8E3A-4B38-A360-A5643D1B876C}" type="datetime1">
              <a:rPr lang="nb-NO" smtClean="0"/>
              <a:t>27.08.2024</a:t>
            </a:fld>
            <a:endParaRPr lang="nb-NO"/>
          </a:p>
        </p:txBody>
      </p:sp>
      <p:sp>
        <p:nvSpPr>
          <p:cNvPr id="3" name="Plassholder for bunntekst 2"/>
          <p:cNvSpPr>
            <a:spLocks noGrp="1"/>
          </p:cNvSpPr>
          <p:nvPr>
            <p:ph type="ftr" sz="quarter" idx="11"/>
          </p:nvPr>
        </p:nvSpPr>
        <p:spPr/>
        <p:txBody>
          <a:bodyPr/>
          <a:lstStyle/>
          <a:p>
            <a:r>
              <a:rPr lang="nb-NO"/>
              <a:t>Control Trafikkskole</a:t>
            </a:r>
          </a:p>
        </p:txBody>
      </p:sp>
      <p:sp>
        <p:nvSpPr>
          <p:cNvPr id="4" name="Plassholder for lysbildenummer 3"/>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507400681"/>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objTx" preserve="1">
  <p:cSld name="Innhold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innhold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B8CBEC74-831A-46C8-95F0-8E233EA27D4F}"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706661169"/>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picTx" preserve="1">
  <p:cSld name="Bilde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bild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F3F667EA-9480-4D32-B7AA-E57F0E69D52B}"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571769652"/>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vertTx" preserve="1">
  <p:cSld name="Loddrett tekst">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loddrett tekst 2"/>
          <p:cNvSpPr>
            <a:spLocks noGrp="1"/>
          </p:cNvSpPr>
          <p:nvPr>
            <p:ph type="body" orient="vert" idx="1"/>
          </p:nvPr>
        </p:nvSpPr>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75807A83-C003-41F7-8022-3B1293C72056}"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234134378"/>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vertTitleAndTx" preserve="1">
  <p:cSld name="Loddrett tittel og tekst">
    <p:spTree>
      <p:nvGrpSpPr>
        <p:cNvPr id="1" name=""/>
        <p:cNvGrpSpPr/>
        <p:nvPr/>
      </p:nvGrpSpPr>
      <p:grpSpPr>
        <a:xfrm>
          <a:off x="0" y="0"/>
          <a:ext cx="0" cy="0"/>
          <a:chOff x="0" y="0"/>
          <a:chExt cx="0" cy="0"/>
        </a:xfrm>
      </p:grpSpPr>
      <p:sp>
        <p:nvSpPr>
          <p:cNvPr id="2" name="Loddrett tittel 1"/>
          <p:cNvSpPr>
            <a:spLocks noGrp="1"/>
          </p:cNvSpPr>
          <p:nvPr>
            <p:ph type="title" orient="vert"/>
          </p:nvPr>
        </p:nvSpPr>
        <p:spPr>
          <a:xfrm>
            <a:off x="8724900" y="365125"/>
            <a:ext cx="2628900" cy="5811838"/>
          </a:xfrm>
        </p:spPr>
        <p:txBody>
          <a:bodyPr vert="eaVert"/>
          <a:lstStyle/>
          <a:p>
            <a:r>
              <a:rPr lang="nb-NO"/>
              <a:t>Klikk for å redigere tittelstil</a:t>
            </a:r>
          </a:p>
        </p:txBody>
      </p:sp>
      <p:sp>
        <p:nvSpPr>
          <p:cNvPr id="3" name="Plassholder for loddrett tekst 2"/>
          <p:cNvSpPr>
            <a:spLocks noGrp="1"/>
          </p:cNvSpPr>
          <p:nvPr>
            <p:ph type="body" orient="vert" idx="1"/>
          </p:nvPr>
        </p:nvSpPr>
        <p:spPr>
          <a:xfrm>
            <a:off x="838200" y="365125"/>
            <a:ext cx="7734300" cy="5811838"/>
          </a:xfrm>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21892007-0748-4A7C-9018-E93D4CCD1A8D}"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70427199"/>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title" preserve="1">
  <p:cSld name="Tittellysbilde">
    <p:spTree>
      <p:nvGrpSpPr>
        <p:cNvPr id="1" name=""/>
        <p:cNvGrpSpPr/>
        <p:nvPr/>
      </p:nvGrpSpPr>
      <p:grpSpPr>
        <a:xfrm>
          <a:off x="0" y="0"/>
          <a:ext cx="0" cy="0"/>
          <a:chOff x="0" y="0"/>
          <a:chExt cx="0" cy="0"/>
        </a:xfrm>
      </p:grpSpPr>
      <p:sp>
        <p:nvSpPr>
          <p:cNvPr id="2" name="Tittel 1"/>
          <p:cNvSpPr>
            <a:spLocks noGrp="1"/>
          </p:cNvSpPr>
          <p:nvPr>
            <p:ph type="ctrTitle"/>
          </p:nvPr>
        </p:nvSpPr>
        <p:spPr>
          <a:xfrm>
            <a:off x="1524000" y="1122363"/>
            <a:ext cx="9144000" cy="2387600"/>
          </a:xfrm>
        </p:spPr>
        <p:txBody>
          <a:bodyPr anchor="b"/>
          <a:lstStyle>
            <a:lvl1pPr algn="ctr">
              <a:defRPr sz="6000"/>
            </a:lvl1pPr>
          </a:lstStyle>
          <a:p>
            <a:r>
              <a:rPr lang="nb-NO"/>
              <a:t>Klikk for å redigere tittelstil</a:t>
            </a:r>
          </a:p>
        </p:txBody>
      </p:sp>
      <p:sp>
        <p:nvSpPr>
          <p:cNvPr id="3" name="Undertit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b-NO"/>
              <a:t>Klikk for å redigere undertittelstil i malen</a:t>
            </a:r>
          </a:p>
        </p:txBody>
      </p:sp>
      <p:sp>
        <p:nvSpPr>
          <p:cNvPr id="4" name="Plassholder for dato 3"/>
          <p:cNvSpPr>
            <a:spLocks noGrp="1"/>
          </p:cNvSpPr>
          <p:nvPr>
            <p:ph type="dt" sz="half" idx="10"/>
          </p:nvPr>
        </p:nvSpPr>
        <p:spPr/>
        <p:txBody>
          <a:bodyPr/>
          <a:lstStyle/>
          <a:p>
            <a:fld id="{6D83DE56-1D73-4215-B44A-71DA793DA646}"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44646210"/>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idx="1"/>
          </p:nvPr>
        </p:nvSpPr>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84CC30B0-9A18-4BDC-845D-83FB3F85E578}"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83691952"/>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secHead" preserve="1">
  <p:cSld name="Deloverskrift">
    <p:spTree>
      <p:nvGrpSpPr>
        <p:cNvPr id="1" name=""/>
        <p:cNvGrpSpPr/>
        <p:nvPr/>
      </p:nvGrpSpPr>
      <p:grpSpPr>
        <a:xfrm>
          <a:off x="0" y="0"/>
          <a:ext cx="0" cy="0"/>
          <a:chOff x="0" y="0"/>
          <a:chExt cx="0" cy="0"/>
        </a:xfrm>
      </p:grpSpPr>
      <p:sp>
        <p:nvSpPr>
          <p:cNvPr id="2" name="Tittel 1"/>
          <p:cNvSpPr>
            <a:spLocks noGrp="1"/>
          </p:cNvSpPr>
          <p:nvPr>
            <p:ph type="title"/>
          </p:nvPr>
        </p:nvSpPr>
        <p:spPr>
          <a:xfrm>
            <a:off x="831850" y="1709738"/>
            <a:ext cx="10515600" cy="2852737"/>
          </a:xfrm>
        </p:spPr>
        <p:txBody>
          <a:bodyPr anchor="b"/>
          <a:lstStyle>
            <a:lvl1pPr>
              <a:defRPr sz="6000"/>
            </a:lvl1pPr>
          </a:lstStyle>
          <a:p>
            <a:r>
              <a:rPr lang="nb-NO"/>
              <a:t>Klikk for å redigere tittelstil</a:t>
            </a:r>
          </a:p>
        </p:txBody>
      </p:sp>
      <p:sp>
        <p:nvSpPr>
          <p:cNvPr id="3" name="Plassholder for teks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b-NO"/>
              <a:t>Rediger tekststiler i malen</a:t>
            </a:r>
          </a:p>
        </p:txBody>
      </p:sp>
      <p:sp>
        <p:nvSpPr>
          <p:cNvPr id="4" name="Plassholder for dato 3"/>
          <p:cNvSpPr>
            <a:spLocks noGrp="1"/>
          </p:cNvSpPr>
          <p:nvPr>
            <p:ph type="dt" sz="half" idx="10"/>
          </p:nvPr>
        </p:nvSpPr>
        <p:spPr/>
        <p:txBody>
          <a:bodyPr/>
          <a:lstStyle/>
          <a:p>
            <a:fld id="{91564105-E564-4BB4-970C-818A0F517FB8}"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311293662"/>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sz="half" idx="1"/>
          </p:nvPr>
        </p:nvSpPr>
        <p:spPr>
          <a:xfrm>
            <a:off x="838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innhold 3"/>
          <p:cNvSpPr>
            <a:spLocks noGrp="1"/>
          </p:cNvSpPr>
          <p:nvPr>
            <p:ph sz="half" idx="2"/>
          </p:nvPr>
        </p:nvSpPr>
        <p:spPr>
          <a:xfrm>
            <a:off x="6172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dato 4"/>
          <p:cNvSpPr>
            <a:spLocks noGrp="1"/>
          </p:cNvSpPr>
          <p:nvPr>
            <p:ph type="dt" sz="half" idx="10"/>
          </p:nvPr>
        </p:nvSpPr>
        <p:spPr/>
        <p:txBody>
          <a:bodyPr/>
          <a:lstStyle/>
          <a:p>
            <a:fld id="{26AF181D-B826-4E7C-AC15-C84DE3669126}"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858296402"/>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tel 1"/>
          <p:cNvSpPr>
            <a:spLocks noGrp="1"/>
          </p:cNvSpPr>
          <p:nvPr>
            <p:ph type="title"/>
          </p:nvPr>
        </p:nvSpPr>
        <p:spPr>
          <a:xfrm>
            <a:off x="839788" y="365125"/>
            <a:ext cx="10515600" cy="1325563"/>
          </a:xfrm>
        </p:spPr>
        <p:txBody>
          <a:bodyPr/>
          <a:lstStyle/>
          <a:p>
            <a:r>
              <a:rPr lang="nb-NO"/>
              <a:t>Klikk for å redigere tittelstil</a:t>
            </a:r>
          </a:p>
        </p:txBody>
      </p:sp>
      <p:sp>
        <p:nvSpPr>
          <p:cNvPr id="3" name="Plassholder for teks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4" name="Plassholder for innhold 3"/>
          <p:cNvSpPr>
            <a:spLocks noGrp="1"/>
          </p:cNvSpPr>
          <p:nvPr>
            <p:ph sz="half" idx="2"/>
          </p:nvPr>
        </p:nvSpPr>
        <p:spPr>
          <a:xfrm>
            <a:off x="839788" y="2505075"/>
            <a:ext cx="5157787"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teks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6" name="Plassholder for innhold 5"/>
          <p:cNvSpPr>
            <a:spLocks noGrp="1"/>
          </p:cNvSpPr>
          <p:nvPr>
            <p:ph sz="quarter" idx="4"/>
          </p:nvPr>
        </p:nvSpPr>
        <p:spPr>
          <a:xfrm>
            <a:off x="6172200" y="2505075"/>
            <a:ext cx="5183188"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7" name="Plassholder for dato 6"/>
          <p:cNvSpPr>
            <a:spLocks noGrp="1"/>
          </p:cNvSpPr>
          <p:nvPr>
            <p:ph type="dt" sz="half" idx="10"/>
          </p:nvPr>
        </p:nvSpPr>
        <p:spPr/>
        <p:txBody>
          <a:bodyPr/>
          <a:lstStyle/>
          <a:p>
            <a:fld id="{D5039955-F763-44B5-9F70-060A6BFDABCE}" type="datetime1">
              <a:rPr lang="nb-NO" smtClean="0"/>
              <a:t>27.08.2024</a:t>
            </a:fld>
            <a:endParaRPr lang="nb-NO"/>
          </a:p>
        </p:txBody>
      </p:sp>
      <p:sp>
        <p:nvSpPr>
          <p:cNvPr id="8" name="Plassholder for bunntekst 7"/>
          <p:cNvSpPr>
            <a:spLocks noGrp="1"/>
          </p:cNvSpPr>
          <p:nvPr>
            <p:ph type="ftr" sz="quarter" idx="11"/>
          </p:nvPr>
        </p:nvSpPr>
        <p:spPr/>
        <p:txBody>
          <a:bodyPr/>
          <a:lstStyle/>
          <a:p>
            <a:r>
              <a:rPr lang="nb-NO"/>
              <a:t>Control Trafikkskole</a:t>
            </a:r>
          </a:p>
        </p:txBody>
      </p:sp>
      <p:sp>
        <p:nvSpPr>
          <p:cNvPr id="9" name="Plassholder for lysbildenummer 8"/>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426835094"/>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dato 2"/>
          <p:cNvSpPr>
            <a:spLocks noGrp="1"/>
          </p:cNvSpPr>
          <p:nvPr>
            <p:ph type="dt" sz="half" idx="10"/>
          </p:nvPr>
        </p:nvSpPr>
        <p:spPr/>
        <p:txBody>
          <a:bodyPr/>
          <a:lstStyle/>
          <a:p>
            <a:fld id="{1A7DA93E-29EB-443A-AE81-EE66F434FA18}" type="datetime1">
              <a:rPr lang="nb-NO" smtClean="0"/>
              <a:t>27.08.2024</a:t>
            </a:fld>
            <a:endParaRPr lang="nb-NO"/>
          </a:p>
        </p:txBody>
      </p:sp>
      <p:sp>
        <p:nvSpPr>
          <p:cNvPr id="4" name="Plassholder for bunntekst 3"/>
          <p:cNvSpPr>
            <a:spLocks noGrp="1"/>
          </p:cNvSpPr>
          <p:nvPr>
            <p:ph type="ftr" sz="quarter" idx="11"/>
          </p:nvPr>
        </p:nvSpPr>
        <p:spPr/>
        <p:txBody>
          <a:bodyPr/>
          <a:lstStyle/>
          <a:p>
            <a:r>
              <a:rPr lang="nb-NO"/>
              <a:t>Control Trafikkskole</a:t>
            </a:r>
          </a:p>
        </p:txBody>
      </p:sp>
      <p:sp>
        <p:nvSpPr>
          <p:cNvPr id="5" name="Plassholder for lysbildenummer 4"/>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90718374"/>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blank" preserve="1">
  <p:cSld name="Tomt">
    <p:spTree>
      <p:nvGrpSpPr>
        <p:cNvPr id="1" name=""/>
        <p:cNvGrpSpPr/>
        <p:nvPr/>
      </p:nvGrpSpPr>
      <p:grpSpPr>
        <a:xfrm>
          <a:off x="0" y="0"/>
          <a:ext cx="0" cy="0"/>
          <a:chOff x="0" y="0"/>
          <a:chExt cx="0" cy="0"/>
        </a:xfrm>
      </p:grpSpPr>
      <p:sp>
        <p:nvSpPr>
          <p:cNvPr id="2" name="Plassholder for dato 1"/>
          <p:cNvSpPr>
            <a:spLocks noGrp="1"/>
          </p:cNvSpPr>
          <p:nvPr>
            <p:ph type="dt" sz="half" idx="10"/>
          </p:nvPr>
        </p:nvSpPr>
        <p:spPr/>
        <p:txBody>
          <a:bodyPr/>
          <a:lstStyle/>
          <a:p>
            <a:fld id="{416E8C8E-465B-45E7-8006-264F26BFFB07}" type="datetime1">
              <a:rPr lang="nb-NO" smtClean="0"/>
              <a:t>27.08.2024</a:t>
            </a:fld>
            <a:endParaRPr lang="nb-NO"/>
          </a:p>
        </p:txBody>
      </p:sp>
      <p:sp>
        <p:nvSpPr>
          <p:cNvPr id="3" name="Plassholder for bunntekst 2"/>
          <p:cNvSpPr>
            <a:spLocks noGrp="1"/>
          </p:cNvSpPr>
          <p:nvPr>
            <p:ph type="ftr" sz="quarter" idx="11"/>
          </p:nvPr>
        </p:nvSpPr>
        <p:spPr/>
        <p:txBody>
          <a:bodyPr/>
          <a:lstStyle/>
          <a:p>
            <a:r>
              <a:rPr lang="nb-NO"/>
              <a:t>Control Trafikkskole</a:t>
            </a:r>
          </a:p>
        </p:txBody>
      </p:sp>
      <p:sp>
        <p:nvSpPr>
          <p:cNvPr id="4" name="Plassholder for lysbildenummer 3"/>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209114675"/>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objTx" preserve="1">
  <p:cSld name="Innhold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innhold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A3335B9B-6C0B-4381-95F5-621B005790B8}"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77774665"/>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picTx" preserve="1">
  <p:cSld name="Bilde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bild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08A02F65-EE96-4694-AA43-F12D08BC2544}"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027730622"/>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vertTx" preserve="1">
  <p:cSld name="Loddrett tekst">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loddrett tekst 2"/>
          <p:cNvSpPr>
            <a:spLocks noGrp="1"/>
          </p:cNvSpPr>
          <p:nvPr>
            <p:ph type="body" orient="vert" idx="1"/>
          </p:nvPr>
        </p:nvSpPr>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1B2825EE-103D-41A7-BB21-61E8122BBCB5}"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075761937"/>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vertTitleAndTx" preserve="1">
  <p:cSld name="Loddrett tittel og tekst">
    <p:spTree>
      <p:nvGrpSpPr>
        <p:cNvPr id="1" name=""/>
        <p:cNvGrpSpPr/>
        <p:nvPr/>
      </p:nvGrpSpPr>
      <p:grpSpPr>
        <a:xfrm>
          <a:off x="0" y="0"/>
          <a:ext cx="0" cy="0"/>
          <a:chOff x="0" y="0"/>
          <a:chExt cx="0" cy="0"/>
        </a:xfrm>
      </p:grpSpPr>
      <p:sp>
        <p:nvSpPr>
          <p:cNvPr id="2" name="Loddrett tittel 1"/>
          <p:cNvSpPr>
            <a:spLocks noGrp="1"/>
          </p:cNvSpPr>
          <p:nvPr>
            <p:ph type="title" orient="vert"/>
          </p:nvPr>
        </p:nvSpPr>
        <p:spPr>
          <a:xfrm>
            <a:off x="8724900" y="365125"/>
            <a:ext cx="2628900" cy="5811838"/>
          </a:xfrm>
        </p:spPr>
        <p:txBody>
          <a:bodyPr vert="eaVert"/>
          <a:lstStyle/>
          <a:p>
            <a:r>
              <a:rPr lang="nb-NO"/>
              <a:t>Klikk for å redigere tittelstil</a:t>
            </a:r>
          </a:p>
        </p:txBody>
      </p:sp>
      <p:sp>
        <p:nvSpPr>
          <p:cNvPr id="3" name="Plassholder for loddrett tekst 2"/>
          <p:cNvSpPr>
            <a:spLocks noGrp="1"/>
          </p:cNvSpPr>
          <p:nvPr>
            <p:ph type="body" orient="vert" idx="1"/>
          </p:nvPr>
        </p:nvSpPr>
        <p:spPr>
          <a:xfrm>
            <a:off x="838200" y="365125"/>
            <a:ext cx="7734300" cy="5811838"/>
          </a:xfrm>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13B4F90F-170D-416F-9FB7-81C26818B16D}"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532803560"/>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title" preserve="1">
  <p:cSld name="Tittellysbilde">
    <p:spTree>
      <p:nvGrpSpPr>
        <p:cNvPr id="1" name=""/>
        <p:cNvGrpSpPr/>
        <p:nvPr/>
      </p:nvGrpSpPr>
      <p:grpSpPr>
        <a:xfrm>
          <a:off x="0" y="0"/>
          <a:ext cx="0" cy="0"/>
          <a:chOff x="0" y="0"/>
          <a:chExt cx="0" cy="0"/>
        </a:xfrm>
      </p:grpSpPr>
      <p:sp>
        <p:nvSpPr>
          <p:cNvPr id="2" name="Tittel 1"/>
          <p:cNvSpPr>
            <a:spLocks noGrp="1"/>
          </p:cNvSpPr>
          <p:nvPr>
            <p:ph type="ctrTitle"/>
          </p:nvPr>
        </p:nvSpPr>
        <p:spPr>
          <a:xfrm>
            <a:off x="1524000" y="1122363"/>
            <a:ext cx="9144000" cy="2387600"/>
          </a:xfrm>
        </p:spPr>
        <p:txBody>
          <a:bodyPr anchor="b"/>
          <a:lstStyle>
            <a:lvl1pPr algn="ctr">
              <a:defRPr sz="6000"/>
            </a:lvl1pPr>
          </a:lstStyle>
          <a:p>
            <a:r>
              <a:rPr lang="nb-NO"/>
              <a:t>Klikk for å redigere tittelstil</a:t>
            </a:r>
          </a:p>
        </p:txBody>
      </p:sp>
      <p:sp>
        <p:nvSpPr>
          <p:cNvPr id="3" name="Undertit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b-NO"/>
              <a:t>Klikk for å redigere undertittelstil i malen</a:t>
            </a:r>
          </a:p>
        </p:txBody>
      </p:sp>
      <p:sp>
        <p:nvSpPr>
          <p:cNvPr id="4" name="Plassholder for dato 3"/>
          <p:cNvSpPr>
            <a:spLocks noGrp="1"/>
          </p:cNvSpPr>
          <p:nvPr>
            <p:ph type="dt" sz="half" idx="10"/>
          </p:nvPr>
        </p:nvSpPr>
        <p:spPr/>
        <p:txBody>
          <a:bodyPr/>
          <a:lstStyle/>
          <a:p>
            <a:fld id="{BC356EBB-47EC-4595-B66C-6D437C146D50}"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312905755"/>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idx="1"/>
          </p:nvPr>
        </p:nvSpPr>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D58AA6E0-6A8C-4570-B358-0C3E4D384697}"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508652137"/>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secHead" preserve="1">
  <p:cSld name="Deloverskrift">
    <p:spTree>
      <p:nvGrpSpPr>
        <p:cNvPr id="1" name=""/>
        <p:cNvGrpSpPr/>
        <p:nvPr/>
      </p:nvGrpSpPr>
      <p:grpSpPr>
        <a:xfrm>
          <a:off x="0" y="0"/>
          <a:ext cx="0" cy="0"/>
          <a:chOff x="0" y="0"/>
          <a:chExt cx="0" cy="0"/>
        </a:xfrm>
      </p:grpSpPr>
      <p:sp>
        <p:nvSpPr>
          <p:cNvPr id="2" name="Tittel 1"/>
          <p:cNvSpPr>
            <a:spLocks noGrp="1"/>
          </p:cNvSpPr>
          <p:nvPr>
            <p:ph type="title"/>
          </p:nvPr>
        </p:nvSpPr>
        <p:spPr>
          <a:xfrm>
            <a:off x="831850" y="1709738"/>
            <a:ext cx="10515600" cy="2852737"/>
          </a:xfrm>
        </p:spPr>
        <p:txBody>
          <a:bodyPr anchor="b"/>
          <a:lstStyle>
            <a:lvl1pPr>
              <a:defRPr sz="6000"/>
            </a:lvl1pPr>
          </a:lstStyle>
          <a:p>
            <a:r>
              <a:rPr lang="nb-NO"/>
              <a:t>Klikk for å redigere tittelstil</a:t>
            </a:r>
          </a:p>
        </p:txBody>
      </p:sp>
      <p:sp>
        <p:nvSpPr>
          <p:cNvPr id="3" name="Plassholder for teks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b-NO"/>
              <a:t>Rediger tekststiler i malen</a:t>
            </a:r>
          </a:p>
        </p:txBody>
      </p:sp>
      <p:sp>
        <p:nvSpPr>
          <p:cNvPr id="4" name="Plassholder for dato 3"/>
          <p:cNvSpPr>
            <a:spLocks noGrp="1"/>
          </p:cNvSpPr>
          <p:nvPr>
            <p:ph type="dt" sz="half" idx="10"/>
          </p:nvPr>
        </p:nvSpPr>
        <p:spPr/>
        <p:txBody>
          <a:bodyPr/>
          <a:lstStyle/>
          <a:p>
            <a:fld id="{FB22FD6B-EAED-43B7-B2F6-883C4200DC61}"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4239971777"/>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sz="half" idx="1"/>
          </p:nvPr>
        </p:nvSpPr>
        <p:spPr>
          <a:xfrm>
            <a:off x="838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innhold 3"/>
          <p:cNvSpPr>
            <a:spLocks noGrp="1"/>
          </p:cNvSpPr>
          <p:nvPr>
            <p:ph sz="half" idx="2"/>
          </p:nvPr>
        </p:nvSpPr>
        <p:spPr>
          <a:xfrm>
            <a:off x="6172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dato 4"/>
          <p:cNvSpPr>
            <a:spLocks noGrp="1"/>
          </p:cNvSpPr>
          <p:nvPr>
            <p:ph type="dt" sz="half" idx="10"/>
          </p:nvPr>
        </p:nvSpPr>
        <p:spPr/>
        <p:txBody>
          <a:bodyPr/>
          <a:lstStyle/>
          <a:p>
            <a:fld id="{CAF26527-10EB-4B52-AC3C-F304A68678B8}"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690991485"/>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tel 1"/>
          <p:cNvSpPr>
            <a:spLocks noGrp="1"/>
          </p:cNvSpPr>
          <p:nvPr>
            <p:ph type="title"/>
          </p:nvPr>
        </p:nvSpPr>
        <p:spPr>
          <a:xfrm>
            <a:off x="839788" y="365125"/>
            <a:ext cx="10515600" cy="1325563"/>
          </a:xfrm>
        </p:spPr>
        <p:txBody>
          <a:bodyPr/>
          <a:lstStyle/>
          <a:p>
            <a:r>
              <a:rPr lang="nb-NO"/>
              <a:t>Klikk for å redigere tittelstil</a:t>
            </a:r>
          </a:p>
        </p:txBody>
      </p:sp>
      <p:sp>
        <p:nvSpPr>
          <p:cNvPr id="3" name="Plassholder for teks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4" name="Plassholder for innhold 3"/>
          <p:cNvSpPr>
            <a:spLocks noGrp="1"/>
          </p:cNvSpPr>
          <p:nvPr>
            <p:ph sz="half" idx="2"/>
          </p:nvPr>
        </p:nvSpPr>
        <p:spPr>
          <a:xfrm>
            <a:off x="839788" y="2505075"/>
            <a:ext cx="5157787"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teks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6" name="Plassholder for innhold 5"/>
          <p:cNvSpPr>
            <a:spLocks noGrp="1"/>
          </p:cNvSpPr>
          <p:nvPr>
            <p:ph sz="quarter" idx="4"/>
          </p:nvPr>
        </p:nvSpPr>
        <p:spPr>
          <a:xfrm>
            <a:off x="6172200" y="2505075"/>
            <a:ext cx="5183188"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7" name="Plassholder for dato 6"/>
          <p:cNvSpPr>
            <a:spLocks noGrp="1"/>
          </p:cNvSpPr>
          <p:nvPr>
            <p:ph type="dt" sz="half" idx="10"/>
          </p:nvPr>
        </p:nvSpPr>
        <p:spPr/>
        <p:txBody>
          <a:bodyPr/>
          <a:lstStyle/>
          <a:p>
            <a:fld id="{8EE52E61-1568-4F2A-9380-2F937044EDA2}" type="datetime1">
              <a:rPr lang="nb-NO" smtClean="0"/>
              <a:t>27.08.2024</a:t>
            </a:fld>
            <a:endParaRPr lang="nb-NO"/>
          </a:p>
        </p:txBody>
      </p:sp>
      <p:sp>
        <p:nvSpPr>
          <p:cNvPr id="8" name="Plassholder for bunntekst 7"/>
          <p:cNvSpPr>
            <a:spLocks noGrp="1"/>
          </p:cNvSpPr>
          <p:nvPr>
            <p:ph type="ftr" sz="quarter" idx="11"/>
          </p:nvPr>
        </p:nvSpPr>
        <p:spPr/>
        <p:txBody>
          <a:bodyPr/>
          <a:lstStyle/>
          <a:p>
            <a:r>
              <a:rPr lang="nb-NO"/>
              <a:t>Control Trafikkskole</a:t>
            </a:r>
          </a:p>
        </p:txBody>
      </p:sp>
      <p:sp>
        <p:nvSpPr>
          <p:cNvPr id="9" name="Plassholder for lysbildenummer 8"/>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77236769"/>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dato 2"/>
          <p:cNvSpPr>
            <a:spLocks noGrp="1"/>
          </p:cNvSpPr>
          <p:nvPr>
            <p:ph type="dt" sz="half" idx="10"/>
          </p:nvPr>
        </p:nvSpPr>
        <p:spPr/>
        <p:txBody>
          <a:bodyPr/>
          <a:lstStyle/>
          <a:p>
            <a:fld id="{8FB09A50-3CAC-4C3D-85C5-4930B5A54D1A}" type="datetime1">
              <a:rPr lang="nb-NO" smtClean="0"/>
              <a:t>27.08.2024</a:t>
            </a:fld>
            <a:endParaRPr lang="nb-NO"/>
          </a:p>
        </p:txBody>
      </p:sp>
      <p:sp>
        <p:nvSpPr>
          <p:cNvPr id="4" name="Plassholder for bunntekst 3"/>
          <p:cNvSpPr>
            <a:spLocks noGrp="1"/>
          </p:cNvSpPr>
          <p:nvPr>
            <p:ph type="ftr" sz="quarter" idx="11"/>
          </p:nvPr>
        </p:nvSpPr>
        <p:spPr/>
        <p:txBody>
          <a:bodyPr/>
          <a:lstStyle/>
          <a:p>
            <a:r>
              <a:rPr lang="nb-NO"/>
              <a:t>Control Trafikkskole</a:t>
            </a:r>
          </a:p>
        </p:txBody>
      </p:sp>
      <p:sp>
        <p:nvSpPr>
          <p:cNvPr id="5" name="Plassholder for lysbildenummer 4"/>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901040939"/>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blank" preserve="1">
  <p:cSld name="Tomt">
    <p:spTree>
      <p:nvGrpSpPr>
        <p:cNvPr id="1" name=""/>
        <p:cNvGrpSpPr/>
        <p:nvPr/>
      </p:nvGrpSpPr>
      <p:grpSpPr>
        <a:xfrm>
          <a:off x="0" y="0"/>
          <a:ext cx="0" cy="0"/>
          <a:chOff x="0" y="0"/>
          <a:chExt cx="0" cy="0"/>
        </a:xfrm>
      </p:grpSpPr>
      <p:sp>
        <p:nvSpPr>
          <p:cNvPr id="2" name="Plassholder for dato 1"/>
          <p:cNvSpPr>
            <a:spLocks noGrp="1"/>
          </p:cNvSpPr>
          <p:nvPr>
            <p:ph type="dt" sz="half" idx="10"/>
          </p:nvPr>
        </p:nvSpPr>
        <p:spPr/>
        <p:txBody>
          <a:bodyPr/>
          <a:lstStyle/>
          <a:p>
            <a:fld id="{3B2E03C3-80D9-41C5-919D-9D1192CBFCAB}" type="datetime1">
              <a:rPr lang="nb-NO" smtClean="0"/>
              <a:t>27.08.2024</a:t>
            </a:fld>
            <a:endParaRPr lang="nb-NO"/>
          </a:p>
        </p:txBody>
      </p:sp>
      <p:sp>
        <p:nvSpPr>
          <p:cNvPr id="3" name="Plassholder for bunntekst 2"/>
          <p:cNvSpPr>
            <a:spLocks noGrp="1"/>
          </p:cNvSpPr>
          <p:nvPr>
            <p:ph type="ftr" sz="quarter" idx="11"/>
          </p:nvPr>
        </p:nvSpPr>
        <p:spPr/>
        <p:txBody>
          <a:bodyPr/>
          <a:lstStyle/>
          <a:p>
            <a:r>
              <a:rPr lang="nb-NO"/>
              <a:t>Control Trafikkskole</a:t>
            </a:r>
          </a:p>
        </p:txBody>
      </p:sp>
      <p:sp>
        <p:nvSpPr>
          <p:cNvPr id="4" name="Plassholder for lysbildenummer 3"/>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4167340332"/>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type="objTx" preserve="1">
  <p:cSld name="Innhold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innhold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EA64C3E6-47E2-4D85-8C95-B0BB68A449A1}"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291389465"/>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picTx" preserve="1">
  <p:cSld name="Bilde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bild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203E9B23-AD30-47D1-92B8-8B7A652B33F7}"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737426612"/>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vertTx" preserve="1">
  <p:cSld name="Loddrett tekst">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loddrett tekst 2"/>
          <p:cNvSpPr>
            <a:spLocks noGrp="1"/>
          </p:cNvSpPr>
          <p:nvPr>
            <p:ph type="body" orient="vert" idx="1"/>
          </p:nvPr>
        </p:nvSpPr>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D2A56738-231C-4D10-A6C1-1FBFEF376256}"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993541667"/>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vertTitleAndTx" preserve="1">
  <p:cSld name="Loddrett tittel og tekst">
    <p:spTree>
      <p:nvGrpSpPr>
        <p:cNvPr id="1" name=""/>
        <p:cNvGrpSpPr/>
        <p:nvPr/>
      </p:nvGrpSpPr>
      <p:grpSpPr>
        <a:xfrm>
          <a:off x="0" y="0"/>
          <a:ext cx="0" cy="0"/>
          <a:chOff x="0" y="0"/>
          <a:chExt cx="0" cy="0"/>
        </a:xfrm>
      </p:grpSpPr>
      <p:sp>
        <p:nvSpPr>
          <p:cNvPr id="2" name="Loddrett tittel 1"/>
          <p:cNvSpPr>
            <a:spLocks noGrp="1"/>
          </p:cNvSpPr>
          <p:nvPr>
            <p:ph type="title" orient="vert"/>
          </p:nvPr>
        </p:nvSpPr>
        <p:spPr>
          <a:xfrm>
            <a:off x="8724900" y="365125"/>
            <a:ext cx="2628900" cy="5811838"/>
          </a:xfrm>
        </p:spPr>
        <p:txBody>
          <a:bodyPr vert="eaVert"/>
          <a:lstStyle/>
          <a:p>
            <a:r>
              <a:rPr lang="nb-NO"/>
              <a:t>Klikk for å redigere tittelstil</a:t>
            </a:r>
          </a:p>
        </p:txBody>
      </p:sp>
      <p:sp>
        <p:nvSpPr>
          <p:cNvPr id="3" name="Plassholder for loddrett tekst 2"/>
          <p:cNvSpPr>
            <a:spLocks noGrp="1"/>
          </p:cNvSpPr>
          <p:nvPr>
            <p:ph type="body" orient="vert" idx="1"/>
          </p:nvPr>
        </p:nvSpPr>
        <p:spPr>
          <a:xfrm>
            <a:off x="838200" y="365125"/>
            <a:ext cx="7734300" cy="5811838"/>
          </a:xfrm>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37521F4F-5405-4E26-9EB7-43579B433F0B}"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802212941"/>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title" preserve="1">
  <p:cSld name="Tittellysbilde">
    <p:spTree>
      <p:nvGrpSpPr>
        <p:cNvPr id="1" name=""/>
        <p:cNvGrpSpPr/>
        <p:nvPr/>
      </p:nvGrpSpPr>
      <p:grpSpPr>
        <a:xfrm>
          <a:off x="0" y="0"/>
          <a:ext cx="0" cy="0"/>
          <a:chOff x="0" y="0"/>
          <a:chExt cx="0" cy="0"/>
        </a:xfrm>
      </p:grpSpPr>
      <p:sp>
        <p:nvSpPr>
          <p:cNvPr id="2" name="Tittel 1"/>
          <p:cNvSpPr>
            <a:spLocks noGrp="1"/>
          </p:cNvSpPr>
          <p:nvPr>
            <p:ph type="ctrTitle"/>
          </p:nvPr>
        </p:nvSpPr>
        <p:spPr>
          <a:xfrm>
            <a:off x="1524000" y="1122363"/>
            <a:ext cx="9144000" cy="2387600"/>
          </a:xfrm>
        </p:spPr>
        <p:txBody>
          <a:bodyPr anchor="b"/>
          <a:lstStyle>
            <a:lvl1pPr algn="ctr">
              <a:defRPr sz="6000"/>
            </a:lvl1pPr>
          </a:lstStyle>
          <a:p>
            <a:r>
              <a:rPr lang="nb-NO"/>
              <a:t>Klikk for å redigere tittelstil</a:t>
            </a:r>
          </a:p>
        </p:txBody>
      </p:sp>
      <p:sp>
        <p:nvSpPr>
          <p:cNvPr id="3" name="Undertit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b-NO"/>
              <a:t>Klikk for å redigere undertittelstil i malen</a:t>
            </a:r>
          </a:p>
        </p:txBody>
      </p:sp>
      <p:sp>
        <p:nvSpPr>
          <p:cNvPr id="4" name="Plassholder for dato 3"/>
          <p:cNvSpPr>
            <a:spLocks noGrp="1"/>
          </p:cNvSpPr>
          <p:nvPr>
            <p:ph type="dt" sz="half" idx="10"/>
          </p:nvPr>
        </p:nvSpPr>
        <p:spPr/>
        <p:txBody>
          <a:bodyPr/>
          <a:lstStyle/>
          <a:p>
            <a:fld id="{77F30008-F0C3-4346-A0C7-605F3DD12DBD}"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799261850"/>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idx="1"/>
          </p:nvPr>
        </p:nvSpPr>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55B8E054-A568-41E5-AD88-BFBD2849A815}"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4080608821"/>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type="secHead" preserve="1">
  <p:cSld name="Deloverskrift">
    <p:spTree>
      <p:nvGrpSpPr>
        <p:cNvPr id="1" name=""/>
        <p:cNvGrpSpPr/>
        <p:nvPr/>
      </p:nvGrpSpPr>
      <p:grpSpPr>
        <a:xfrm>
          <a:off x="0" y="0"/>
          <a:ext cx="0" cy="0"/>
          <a:chOff x="0" y="0"/>
          <a:chExt cx="0" cy="0"/>
        </a:xfrm>
      </p:grpSpPr>
      <p:sp>
        <p:nvSpPr>
          <p:cNvPr id="2" name="Tittel 1"/>
          <p:cNvSpPr>
            <a:spLocks noGrp="1"/>
          </p:cNvSpPr>
          <p:nvPr>
            <p:ph type="title"/>
          </p:nvPr>
        </p:nvSpPr>
        <p:spPr>
          <a:xfrm>
            <a:off x="831850" y="1709738"/>
            <a:ext cx="10515600" cy="2852737"/>
          </a:xfrm>
        </p:spPr>
        <p:txBody>
          <a:bodyPr anchor="b"/>
          <a:lstStyle>
            <a:lvl1pPr>
              <a:defRPr sz="6000"/>
            </a:lvl1pPr>
          </a:lstStyle>
          <a:p>
            <a:r>
              <a:rPr lang="nb-NO"/>
              <a:t>Klikk for å redigere tittelstil</a:t>
            </a:r>
          </a:p>
        </p:txBody>
      </p:sp>
      <p:sp>
        <p:nvSpPr>
          <p:cNvPr id="3" name="Plassholder for teks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b-NO"/>
              <a:t>Rediger tekststiler i malen</a:t>
            </a:r>
          </a:p>
        </p:txBody>
      </p:sp>
      <p:sp>
        <p:nvSpPr>
          <p:cNvPr id="4" name="Plassholder for dato 3"/>
          <p:cNvSpPr>
            <a:spLocks noGrp="1"/>
          </p:cNvSpPr>
          <p:nvPr>
            <p:ph type="dt" sz="half" idx="10"/>
          </p:nvPr>
        </p:nvSpPr>
        <p:spPr/>
        <p:txBody>
          <a:bodyPr/>
          <a:lstStyle/>
          <a:p>
            <a:fld id="{4EF4B61E-7DB5-42FE-832B-3DABC9EA302B}"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835608949"/>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sz="half" idx="1"/>
          </p:nvPr>
        </p:nvSpPr>
        <p:spPr>
          <a:xfrm>
            <a:off x="838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innhold 3"/>
          <p:cNvSpPr>
            <a:spLocks noGrp="1"/>
          </p:cNvSpPr>
          <p:nvPr>
            <p:ph sz="half" idx="2"/>
          </p:nvPr>
        </p:nvSpPr>
        <p:spPr>
          <a:xfrm>
            <a:off x="6172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dato 4"/>
          <p:cNvSpPr>
            <a:spLocks noGrp="1"/>
          </p:cNvSpPr>
          <p:nvPr>
            <p:ph type="dt" sz="half" idx="10"/>
          </p:nvPr>
        </p:nvSpPr>
        <p:spPr/>
        <p:txBody>
          <a:bodyPr/>
          <a:lstStyle/>
          <a:p>
            <a:fld id="{534D12C3-8619-4206-99F9-171D037E147F}"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871289994"/>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tel 1"/>
          <p:cNvSpPr>
            <a:spLocks noGrp="1"/>
          </p:cNvSpPr>
          <p:nvPr>
            <p:ph type="title"/>
          </p:nvPr>
        </p:nvSpPr>
        <p:spPr>
          <a:xfrm>
            <a:off x="839788" y="365125"/>
            <a:ext cx="10515600" cy="1325563"/>
          </a:xfrm>
        </p:spPr>
        <p:txBody>
          <a:bodyPr/>
          <a:lstStyle/>
          <a:p>
            <a:r>
              <a:rPr lang="nb-NO"/>
              <a:t>Klikk for å redigere tittelstil</a:t>
            </a:r>
          </a:p>
        </p:txBody>
      </p:sp>
      <p:sp>
        <p:nvSpPr>
          <p:cNvPr id="3" name="Plassholder for teks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4" name="Plassholder for innhold 3"/>
          <p:cNvSpPr>
            <a:spLocks noGrp="1"/>
          </p:cNvSpPr>
          <p:nvPr>
            <p:ph sz="half" idx="2"/>
          </p:nvPr>
        </p:nvSpPr>
        <p:spPr>
          <a:xfrm>
            <a:off x="839788" y="2505075"/>
            <a:ext cx="5157787"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teks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6" name="Plassholder for innhold 5"/>
          <p:cNvSpPr>
            <a:spLocks noGrp="1"/>
          </p:cNvSpPr>
          <p:nvPr>
            <p:ph sz="quarter" idx="4"/>
          </p:nvPr>
        </p:nvSpPr>
        <p:spPr>
          <a:xfrm>
            <a:off x="6172200" y="2505075"/>
            <a:ext cx="5183188"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7" name="Plassholder for dato 6"/>
          <p:cNvSpPr>
            <a:spLocks noGrp="1"/>
          </p:cNvSpPr>
          <p:nvPr>
            <p:ph type="dt" sz="half" idx="10"/>
          </p:nvPr>
        </p:nvSpPr>
        <p:spPr/>
        <p:txBody>
          <a:bodyPr/>
          <a:lstStyle/>
          <a:p>
            <a:fld id="{F425EFFC-0707-437F-891B-413866786D91}" type="datetime1">
              <a:rPr lang="nb-NO" smtClean="0"/>
              <a:t>27.08.2024</a:t>
            </a:fld>
            <a:endParaRPr lang="nb-NO"/>
          </a:p>
        </p:txBody>
      </p:sp>
      <p:sp>
        <p:nvSpPr>
          <p:cNvPr id="8" name="Plassholder for bunntekst 7"/>
          <p:cNvSpPr>
            <a:spLocks noGrp="1"/>
          </p:cNvSpPr>
          <p:nvPr>
            <p:ph type="ftr" sz="quarter" idx="11"/>
          </p:nvPr>
        </p:nvSpPr>
        <p:spPr/>
        <p:txBody>
          <a:bodyPr/>
          <a:lstStyle/>
          <a:p>
            <a:r>
              <a:rPr lang="nb-NO"/>
              <a:t>Control Trafikkskole</a:t>
            </a:r>
          </a:p>
        </p:txBody>
      </p:sp>
      <p:sp>
        <p:nvSpPr>
          <p:cNvPr id="9" name="Plassholder for lysbildenummer 8"/>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412977118"/>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dato 2"/>
          <p:cNvSpPr>
            <a:spLocks noGrp="1"/>
          </p:cNvSpPr>
          <p:nvPr>
            <p:ph type="dt" sz="half" idx="10"/>
          </p:nvPr>
        </p:nvSpPr>
        <p:spPr/>
        <p:txBody>
          <a:bodyPr/>
          <a:lstStyle/>
          <a:p>
            <a:fld id="{F6012FD5-3E1F-4A28-B97A-73093DC46F5B}" type="datetime1">
              <a:rPr lang="nb-NO" smtClean="0"/>
              <a:t>27.08.2024</a:t>
            </a:fld>
            <a:endParaRPr lang="nb-NO"/>
          </a:p>
        </p:txBody>
      </p:sp>
      <p:sp>
        <p:nvSpPr>
          <p:cNvPr id="4" name="Plassholder for bunntekst 3"/>
          <p:cNvSpPr>
            <a:spLocks noGrp="1"/>
          </p:cNvSpPr>
          <p:nvPr>
            <p:ph type="ftr" sz="quarter" idx="11"/>
          </p:nvPr>
        </p:nvSpPr>
        <p:spPr/>
        <p:txBody>
          <a:bodyPr/>
          <a:lstStyle/>
          <a:p>
            <a:r>
              <a:rPr lang="nb-NO"/>
              <a:t>Control Trafikkskole</a:t>
            </a:r>
          </a:p>
        </p:txBody>
      </p:sp>
      <p:sp>
        <p:nvSpPr>
          <p:cNvPr id="5" name="Plassholder for lysbildenummer 4"/>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004365401"/>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type="blank" preserve="1">
  <p:cSld name="Tomt">
    <p:spTree>
      <p:nvGrpSpPr>
        <p:cNvPr id="1" name=""/>
        <p:cNvGrpSpPr/>
        <p:nvPr/>
      </p:nvGrpSpPr>
      <p:grpSpPr>
        <a:xfrm>
          <a:off x="0" y="0"/>
          <a:ext cx="0" cy="0"/>
          <a:chOff x="0" y="0"/>
          <a:chExt cx="0" cy="0"/>
        </a:xfrm>
      </p:grpSpPr>
      <p:sp>
        <p:nvSpPr>
          <p:cNvPr id="2" name="Plassholder for dato 1"/>
          <p:cNvSpPr>
            <a:spLocks noGrp="1"/>
          </p:cNvSpPr>
          <p:nvPr>
            <p:ph type="dt" sz="half" idx="10"/>
          </p:nvPr>
        </p:nvSpPr>
        <p:spPr/>
        <p:txBody>
          <a:bodyPr/>
          <a:lstStyle/>
          <a:p>
            <a:fld id="{9C0CFE43-00E8-45A6-9F2A-A1CDF62B7DBE}" type="datetime1">
              <a:rPr lang="nb-NO" smtClean="0"/>
              <a:t>27.08.2024</a:t>
            </a:fld>
            <a:endParaRPr lang="nb-NO"/>
          </a:p>
        </p:txBody>
      </p:sp>
      <p:sp>
        <p:nvSpPr>
          <p:cNvPr id="3" name="Plassholder for bunntekst 2"/>
          <p:cNvSpPr>
            <a:spLocks noGrp="1"/>
          </p:cNvSpPr>
          <p:nvPr>
            <p:ph type="ftr" sz="quarter" idx="11"/>
          </p:nvPr>
        </p:nvSpPr>
        <p:spPr/>
        <p:txBody>
          <a:bodyPr/>
          <a:lstStyle/>
          <a:p>
            <a:r>
              <a:rPr lang="nb-NO"/>
              <a:t>Control Trafikkskole</a:t>
            </a:r>
          </a:p>
        </p:txBody>
      </p:sp>
      <p:sp>
        <p:nvSpPr>
          <p:cNvPr id="4" name="Plassholder for lysbildenummer 3"/>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814480280"/>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type="objTx" preserve="1">
  <p:cSld name="Innhold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innhold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4495708B-7828-4BD6-BA87-0EFE462F2E3B}"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729247539"/>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type="picTx" preserve="1">
  <p:cSld name="Bilde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bild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0653DBA4-A932-4D38-8282-E1CBBC8669E9}"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901523732"/>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type="vertTx" preserve="1">
  <p:cSld name="Loddrett tekst">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loddrett tekst 2"/>
          <p:cNvSpPr>
            <a:spLocks noGrp="1"/>
          </p:cNvSpPr>
          <p:nvPr>
            <p:ph type="body" orient="vert" idx="1"/>
          </p:nvPr>
        </p:nvSpPr>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1787C78F-FEAD-418C-88BB-ED1080B54EB6}"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4186258008"/>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type="vertTitleAndTx" preserve="1">
  <p:cSld name="Loddrett tittel og tekst">
    <p:spTree>
      <p:nvGrpSpPr>
        <p:cNvPr id="1" name=""/>
        <p:cNvGrpSpPr/>
        <p:nvPr/>
      </p:nvGrpSpPr>
      <p:grpSpPr>
        <a:xfrm>
          <a:off x="0" y="0"/>
          <a:ext cx="0" cy="0"/>
          <a:chOff x="0" y="0"/>
          <a:chExt cx="0" cy="0"/>
        </a:xfrm>
      </p:grpSpPr>
      <p:sp>
        <p:nvSpPr>
          <p:cNvPr id="2" name="Loddrett tittel 1"/>
          <p:cNvSpPr>
            <a:spLocks noGrp="1"/>
          </p:cNvSpPr>
          <p:nvPr>
            <p:ph type="title" orient="vert"/>
          </p:nvPr>
        </p:nvSpPr>
        <p:spPr>
          <a:xfrm>
            <a:off x="8724900" y="365125"/>
            <a:ext cx="2628900" cy="5811838"/>
          </a:xfrm>
        </p:spPr>
        <p:txBody>
          <a:bodyPr vert="eaVert"/>
          <a:lstStyle/>
          <a:p>
            <a:r>
              <a:rPr lang="nb-NO"/>
              <a:t>Klikk for å redigere tittelstil</a:t>
            </a:r>
          </a:p>
        </p:txBody>
      </p:sp>
      <p:sp>
        <p:nvSpPr>
          <p:cNvPr id="3" name="Plassholder for loddrett tekst 2"/>
          <p:cNvSpPr>
            <a:spLocks noGrp="1"/>
          </p:cNvSpPr>
          <p:nvPr>
            <p:ph type="body" orient="vert" idx="1"/>
          </p:nvPr>
        </p:nvSpPr>
        <p:spPr>
          <a:xfrm>
            <a:off x="838200" y="365125"/>
            <a:ext cx="7734300" cy="5811838"/>
          </a:xfrm>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DC22A732-DB5A-4441-8C69-EE3803825448}"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487416328"/>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type="title" preserve="1">
  <p:cSld name="Tittellysbilde">
    <p:spTree>
      <p:nvGrpSpPr>
        <p:cNvPr id="1" name=""/>
        <p:cNvGrpSpPr/>
        <p:nvPr/>
      </p:nvGrpSpPr>
      <p:grpSpPr>
        <a:xfrm>
          <a:off x="0" y="0"/>
          <a:ext cx="0" cy="0"/>
          <a:chOff x="0" y="0"/>
          <a:chExt cx="0" cy="0"/>
        </a:xfrm>
      </p:grpSpPr>
      <p:sp>
        <p:nvSpPr>
          <p:cNvPr id="2" name="Tittel 1"/>
          <p:cNvSpPr>
            <a:spLocks noGrp="1"/>
          </p:cNvSpPr>
          <p:nvPr>
            <p:ph type="ctrTitle"/>
          </p:nvPr>
        </p:nvSpPr>
        <p:spPr>
          <a:xfrm>
            <a:off x="1524000" y="1122363"/>
            <a:ext cx="9144000" cy="2387600"/>
          </a:xfrm>
        </p:spPr>
        <p:txBody>
          <a:bodyPr anchor="b"/>
          <a:lstStyle>
            <a:lvl1pPr algn="ctr">
              <a:defRPr sz="6000"/>
            </a:lvl1pPr>
          </a:lstStyle>
          <a:p>
            <a:r>
              <a:rPr lang="nb-NO"/>
              <a:t>Klikk for å redigere tittelstil</a:t>
            </a:r>
          </a:p>
        </p:txBody>
      </p:sp>
      <p:sp>
        <p:nvSpPr>
          <p:cNvPr id="3" name="Undertit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b-NO"/>
              <a:t>Klikk for å redigere undertittelstil i malen</a:t>
            </a:r>
          </a:p>
        </p:txBody>
      </p:sp>
      <p:sp>
        <p:nvSpPr>
          <p:cNvPr id="4" name="Plassholder for dato 3"/>
          <p:cNvSpPr>
            <a:spLocks noGrp="1"/>
          </p:cNvSpPr>
          <p:nvPr>
            <p:ph type="dt" sz="half" idx="10"/>
          </p:nvPr>
        </p:nvSpPr>
        <p:spPr/>
        <p:txBody>
          <a:bodyPr/>
          <a:lstStyle/>
          <a:p>
            <a:fld id="{B833EE5C-9AFD-442A-959A-16C948F5E090}"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168571074"/>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idx="1"/>
          </p:nvPr>
        </p:nvSpPr>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FCBCA9D4-F534-4135-BCD0-135E496D378A}"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715945210"/>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type="secHead" preserve="1">
  <p:cSld name="Deloverskrift">
    <p:spTree>
      <p:nvGrpSpPr>
        <p:cNvPr id="1" name=""/>
        <p:cNvGrpSpPr/>
        <p:nvPr/>
      </p:nvGrpSpPr>
      <p:grpSpPr>
        <a:xfrm>
          <a:off x="0" y="0"/>
          <a:ext cx="0" cy="0"/>
          <a:chOff x="0" y="0"/>
          <a:chExt cx="0" cy="0"/>
        </a:xfrm>
      </p:grpSpPr>
      <p:sp>
        <p:nvSpPr>
          <p:cNvPr id="2" name="Tittel 1"/>
          <p:cNvSpPr>
            <a:spLocks noGrp="1"/>
          </p:cNvSpPr>
          <p:nvPr>
            <p:ph type="title"/>
          </p:nvPr>
        </p:nvSpPr>
        <p:spPr>
          <a:xfrm>
            <a:off x="831850" y="1709738"/>
            <a:ext cx="10515600" cy="2852737"/>
          </a:xfrm>
        </p:spPr>
        <p:txBody>
          <a:bodyPr anchor="b"/>
          <a:lstStyle>
            <a:lvl1pPr>
              <a:defRPr sz="6000"/>
            </a:lvl1pPr>
          </a:lstStyle>
          <a:p>
            <a:r>
              <a:rPr lang="nb-NO"/>
              <a:t>Klikk for å redigere tittelstil</a:t>
            </a:r>
          </a:p>
        </p:txBody>
      </p:sp>
      <p:sp>
        <p:nvSpPr>
          <p:cNvPr id="3" name="Plassholder for teks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b-NO"/>
              <a:t>Rediger tekststiler i malen</a:t>
            </a:r>
          </a:p>
        </p:txBody>
      </p:sp>
      <p:sp>
        <p:nvSpPr>
          <p:cNvPr id="4" name="Plassholder for dato 3"/>
          <p:cNvSpPr>
            <a:spLocks noGrp="1"/>
          </p:cNvSpPr>
          <p:nvPr>
            <p:ph type="dt" sz="half" idx="10"/>
          </p:nvPr>
        </p:nvSpPr>
        <p:spPr/>
        <p:txBody>
          <a:bodyPr/>
          <a:lstStyle/>
          <a:p>
            <a:fld id="{A98830EB-DC06-4653-A571-3D1FF5D72AC5}"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085674967"/>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sz="half" idx="1"/>
          </p:nvPr>
        </p:nvSpPr>
        <p:spPr>
          <a:xfrm>
            <a:off x="838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innhold 3"/>
          <p:cNvSpPr>
            <a:spLocks noGrp="1"/>
          </p:cNvSpPr>
          <p:nvPr>
            <p:ph sz="half" idx="2"/>
          </p:nvPr>
        </p:nvSpPr>
        <p:spPr>
          <a:xfrm>
            <a:off x="6172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dato 4"/>
          <p:cNvSpPr>
            <a:spLocks noGrp="1"/>
          </p:cNvSpPr>
          <p:nvPr>
            <p:ph type="dt" sz="half" idx="10"/>
          </p:nvPr>
        </p:nvSpPr>
        <p:spPr/>
        <p:txBody>
          <a:bodyPr/>
          <a:lstStyle/>
          <a:p>
            <a:fld id="{E17A324E-6C18-4978-844D-FC5465D91B3E}"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065919628"/>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tel 1"/>
          <p:cNvSpPr>
            <a:spLocks noGrp="1"/>
          </p:cNvSpPr>
          <p:nvPr>
            <p:ph type="title"/>
          </p:nvPr>
        </p:nvSpPr>
        <p:spPr>
          <a:xfrm>
            <a:off x="839788" y="365125"/>
            <a:ext cx="10515600" cy="1325563"/>
          </a:xfrm>
        </p:spPr>
        <p:txBody>
          <a:bodyPr/>
          <a:lstStyle/>
          <a:p>
            <a:r>
              <a:rPr lang="nb-NO"/>
              <a:t>Klikk for å redigere tittelstil</a:t>
            </a:r>
          </a:p>
        </p:txBody>
      </p:sp>
      <p:sp>
        <p:nvSpPr>
          <p:cNvPr id="3" name="Plassholder for teks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4" name="Plassholder for innhold 3"/>
          <p:cNvSpPr>
            <a:spLocks noGrp="1"/>
          </p:cNvSpPr>
          <p:nvPr>
            <p:ph sz="half" idx="2"/>
          </p:nvPr>
        </p:nvSpPr>
        <p:spPr>
          <a:xfrm>
            <a:off x="839788" y="2505075"/>
            <a:ext cx="5157787"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teks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6" name="Plassholder for innhold 5"/>
          <p:cNvSpPr>
            <a:spLocks noGrp="1"/>
          </p:cNvSpPr>
          <p:nvPr>
            <p:ph sz="quarter" idx="4"/>
          </p:nvPr>
        </p:nvSpPr>
        <p:spPr>
          <a:xfrm>
            <a:off x="6172200" y="2505075"/>
            <a:ext cx="5183188"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7" name="Plassholder for dato 6"/>
          <p:cNvSpPr>
            <a:spLocks noGrp="1"/>
          </p:cNvSpPr>
          <p:nvPr>
            <p:ph type="dt" sz="half" idx="10"/>
          </p:nvPr>
        </p:nvSpPr>
        <p:spPr/>
        <p:txBody>
          <a:bodyPr/>
          <a:lstStyle/>
          <a:p>
            <a:fld id="{C2D500CF-1BAD-4005-96D9-B767BBE4134B}" type="datetime1">
              <a:rPr lang="nb-NO" smtClean="0"/>
              <a:t>27.08.2024</a:t>
            </a:fld>
            <a:endParaRPr lang="nb-NO"/>
          </a:p>
        </p:txBody>
      </p:sp>
      <p:sp>
        <p:nvSpPr>
          <p:cNvPr id="8" name="Plassholder for bunntekst 7"/>
          <p:cNvSpPr>
            <a:spLocks noGrp="1"/>
          </p:cNvSpPr>
          <p:nvPr>
            <p:ph type="ftr" sz="quarter" idx="11"/>
          </p:nvPr>
        </p:nvSpPr>
        <p:spPr/>
        <p:txBody>
          <a:bodyPr/>
          <a:lstStyle/>
          <a:p>
            <a:r>
              <a:rPr lang="nb-NO"/>
              <a:t>Control Trafikkskole</a:t>
            </a:r>
          </a:p>
        </p:txBody>
      </p:sp>
      <p:sp>
        <p:nvSpPr>
          <p:cNvPr id="9" name="Plassholder for lysbildenummer 8"/>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873801780"/>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dato 2"/>
          <p:cNvSpPr>
            <a:spLocks noGrp="1"/>
          </p:cNvSpPr>
          <p:nvPr>
            <p:ph type="dt" sz="half" idx="10"/>
          </p:nvPr>
        </p:nvSpPr>
        <p:spPr/>
        <p:txBody>
          <a:bodyPr/>
          <a:lstStyle/>
          <a:p>
            <a:fld id="{4B01AC80-B3A0-4C9B-A646-DBADA27953A3}" type="datetime1">
              <a:rPr lang="nb-NO" smtClean="0"/>
              <a:t>27.08.2024</a:t>
            </a:fld>
            <a:endParaRPr lang="nb-NO"/>
          </a:p>
        </p:txBody>
      </p:sp>
      <p:sp>
        <p:nvSpPr>
          <p:cNvPr id="4" name="Plassholder for bunntekst 3"/>
          <p:cNvSpPr>
            <a:spLocks noGrp="1"/>
          </p:cNvSpPr>
          <p:nvPr>
            <p:ph type="ftr" sz="quarter" idx="11"/>
          </p:nvPr>
        </p:nvSpPr>
        <p:spPr/>
        <p:txBody>
          <a:bodyPr/>
          <a:lstStyle/>
          <a:p>
            <a:r>
              <a:rPr lang="nb-NO"/>
              <a:t>Control Trafikkskole</a:t>
            </a:r>
          </a:p>
        </p:txBody>
      </p:sp>
      <p:sp>
        <p:nvSpPr>
          <p:cNvPr id="5" name="Plassholder for lysbildenummer 4"/>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809753607"/>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blank" preserve="1">
  <p:cSld name="Tomt">
    <p:spTree>
      <p:nvGrpSpPr>
        <p:cNvPr id="1" name=""/>
        <p:cNvGrpSpPr/>
        <p:nvPr/>
      </p:nvGrpSpPr>
      <p:grpSpPr>
        <a:xfrm>
          <a:off x="0" y="0"/>
          <a:ext cx="0" cy="0"/>
          <a:chOff x="0" y="0"/>
          <a:chExt cx="0" cy="0"/>
        </a:xfrm>
      </p:grpSpPr>
      <p:sp>
        <p:nvSpPr>
          <p:cNvPr id="2" name="Plassholder for dato 1"/>
          <p:cNvSpPr>
            <a:spLocks noGrp="1"/>
          </p:cNvSpPr>
          <p:nvPr>
            <p:ph type="dt" sz="half" idx="10"/>
          </p:nvPr>
        </p:nvSpPr>
        <p:spPr/>
        <p:txBody>
          <a:bodyPr/>
          <a:lstStyle/>
          <a:p>
            <a:fld id="{C0729729-B11B-4A5E-A7D5-1E4440E01EBF}" type="datetime1">
              <a:rPr lang="nb-NO" smtClean="0"/>
              <a:t>27.08.2024</a:t>
            </a:fld>
            <a:endParaRPr lang="nb-NO"/>
          </a:p>
        </p:txBody>
      </p:sp>
      <p:sp>
        <p:nvSpPr>
          <p:cNvPr id="3" name="Plassholder for bunntekst 2"/>
          <p:cNvSpPr>
            <a:spLocks noGrp="1"/>
          </p:cNvSpPr>
          <p:nvPr>
            <p:ph type="ftr" sz="quarter" idx="11"/>
          </p:nvPr>
        </p:nvSpPr>
        <p:spPr/>
        <p:txBody>
          <a:bodyPr/>
          <a:lstStyle/>
          <a:p>
            <a:r>
              <a:rPr lang="nb-NO"/>
              <a:t>Control Trafikkskole</a:t>
            </a:r>
          </a:p>
        </p:txBody>
      </p:sp>
      <p:sp>
        <p:nvSpPr>
          <p:cNvPr id="4" name="Plassholder for lysbildenummer 3"/>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307996939"/>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type="objTx" preserve="1">
  <p:cSld name="Innhold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innhold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E37833D8-314E-428C-A238-A49C1332B449}"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916705979"/>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picTx" preserve="1">
  <p:cSld name="Bilde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bild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7487E6C1-5AE1-4AF4-82D6-64F8070BD699}"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364984337"/>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type="vertTx" preserve="1">
  <p:cSld name="Loddrett tekst">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loddrett tekst 2"/>
          <p:cNvSpPr>
            <a:spLocks noGrp="1"/>
          </p:cNvSpPr>
          <p:nvPr>
            <p:ph type="body" orient="vert" idx="1"/>
          </p:nvPr>
        </p:nvSpPr>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1281D53E-E688-479E-9DA9-913741F0C2BB}"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389782244"/>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type="vertTitleAndTx" preserve="1">
  <p:cSld name="Loddrett tittel og tekst">
    <p:spTree>
      <p:nvGrpSpPr>
        <p:cNvPr id="1" name=""/>
        <p:cNvGrpSpPr/>
        <p:nvPr/>
      </p:nvGrpSpPr>
      <p:grpSpPr>
        <a:xfrm>
          <a:off x="0" y="0"/>
          <a:ext cx="0" cy="0"/>
          <a:chOff x="0" y="0"/>
          <a:chExt cx="0" cy="0"/>
        </a:xfrm>
      </p:grpSpPr>
      <p:sp>
        <p:nvSpPr>
          <p:cNvPr id="2" name="Loddrett tittel 1"/>
          <p:cNvSpPr>
            <a:spLocks noGrp="1"/>
          </p:cNvSpPr>
          <p:nvPr>
            <p:ph type="title" orient="vert"/>
          </p:nvPr>
        </p:nvSpPr>
        <p:spPr>
          <a:xfrm>
            <a:off x="8724900" y="365125"/>
            <a:ext cx="2628900" cy="5811838"/>
          </a:xfrm>
        </p:spPr>
        <p:txBody>
          <a:bodyPr vert="eaVert"/>
          <a:lstStyle/>
          <a:p>
            <a:r>
              <a:rPr lang="nb-NO"/>
              <a:t>Klikk for å redigere tittelstil</a:t>
            </a:r>
          </a:p>
        </p:txBody>
      </p:sp>
      <p:sp>
        <p:nvSpPr>
          <p:cNvPr id="3" name="Plassholder for loddrett tekst 2"/>
          <p:cNvSpPr>
            <a:spLocks noGrp="1"/>
          </p:cNvSpPr>
          <p:nvPr>
            <p:ph type="body" orient="vert" idx="1"/>
          </p:nvPr>
        </p:nvSpPr>
        <p:spPr>
          <a:xfrm>
            <a:off x="838200" y="365125"/>
            <a:ext cx="7734300" cy="5811838"/>
          </a:xfrm>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AA858AB3-0EA5-4DD3-8FA1-F9F27DE0A168}"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50890134"/>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title" preserve="1">
  <p:cSld name="Tittellysbilde">
    <p:spTree>
      <p:nvGrpSpPr>
        <p:cNvPr id="1" name=""/>
        <p:cNvGrpSpPr/>
        <p:nvPr/>
      </p:nvGrpSpPr>
      <p:grpSpPr>
        <a:xfrm>
          <a:off x="0" y="0"/>
          <a:ext cx="0" cy="0"/>
          <a:chOff x="0" y="0"/>
          <a:chExt cx="0" cy="0"/>
        </a:xfrm>
      </p:grpSpPr>
      <p:sp>
        <p:nvSpPr>
          <p:cNvPr id="2" name="Tittel 1"/>
          <p:cNvSpPr>
            <a:spLocks noGrp="1"/>
          </p:cNvSpPr>
          <p:nvPr>
            <p:ph type="ctrTitle"/>
          </p:nvPr>
        </p:nvSpPr>
        <p:spPr>
          <a:xfrm>
            <a:off x="1524000" y="1122363"/>
            <a:ext cx="9144000" cy="2387600"/>
          </a:xfrm>
        </p:spPr>
        <p:txBody>
          <a:bodyPr anchor="b"/>
          <a:lstStyle>
            <a:lvl1pPr algn="ctr">
              <a:defRPr sz="6000"/>
            </a:lvl1pPr>
          </a:lstStyle>
          <a:p>
            <a:r>
              <a:rPr lang="nb-NO"/>
              <a:t>Klikk for å redigere tittelstil</a:t>
            </a:r>
          </a:p>
        </p:txBody>
      </p:sp>
      <p:sp>
        <p:nvSpPr>
          <p:cNvPr id="3" name="Undertit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b-NO"/>
              <a:t>Klikk for å redigere undertittelstil i malen</a:t>
            </a:r>
          </a:p>
        </p:txBody>
      </p:sp>
      <p:sp>
        <p:nvSpPr>
          <p:cNvPr id="4" name="Plassholder for dato 3"/>
          <p:cNvSpPr>
            <a:spLocks noGrp="1"/>
          </p:cNvSpPr>
          <p:nvPr>
            <p:ph type="dt" sz="half" idx="10"/>
          </p:nvPr>
        </p:nvSpPr>
        <p:spPr/>
        <p:txBody>
          <a:bodyPr/>
          <a:lstStyle/>
          <a:p>
            <a:fld id="{14330E6B-D882-49BF-A12B-BB7D838CE839}"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621372461"/>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idx="1"/>
          </p:nvPr>
        </p:nvSpPr>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B39B2A0B-5352-4324-A0CB-363802AAB6E8}"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626825940"/>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type="secHead" preserve="1">
  <p:cSld name="Deloverskrift">
    <p:spTree>
      <p:nvGrpSpPr>
        <p:cNvPr id="1" name=""/>
        <p:cNvGrpSpPr/>
        <p:nvPr/>
      </p:nvGrpSpPr>
      <p:grpSpPr>
        <a:xfrm>
          <a:off x="0" y="0"/>
          <a:ext cx="0" cy="0"/>
          <a:chOff x="0" y="0"/>
          <a:chExt cx="0" cy="0"/>
        </a:xfrm>
      </p:grpSpPr>
      <p:sp>
        <p:nvSpPr>
          <p:cNvPr id="2" name="Tittel 1"/>
          <p:cNvSpPr>
            <a:spLocks noGrp="1"/>
          </p:cNvSpPr>
          <p:nvPr>
            <p:ph type="title"/>
          </p:nvPr>
        </p:nvSpPr>
        <p:spPr>
          <a:xfrm>
            <a:off x="831850" y="1709738"/>
            <a:ext cx="10515600" cy="2852737"/>
          </a:xfrm>
        </p:spPr>
        <p:txBody>
          <a:bodyPr anchor="b"/>
          <a:lstStyle>
            <a:lvl1pPr>
              <a:defRPr sz="6000"/>
            </a:lvl1pPr>
          </a:lstStyle>
          <a:p>
            <a:r>
              <a:rPr lang="nb-NO"/>
              <a:t>Klikk for å redigere tittelstil</a:t>
            </a:r>
          </a:p>
        </p:txBody>
      </p:sp>
      <p:sp>
        <p:nvSpPr>
          <p:cNvPr id="3" name="Plassholder for teks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b-NO"/>
              <a:t>Rediger tekststiler i malen</a:t>
            </a:r>
          </a:p>
        </p:txBody>
      </p:sp>
      <p:sp>
        <p:nvSpPr>
          <p:cNvPr id="4" name="Plassholder for dato 3"/>
          <p:cNvSpPr>
            <a:spLocks noGrp="1"/>
          </p:cNvSpPr>
          <p:nvPr>
            <p:ph type="dt" sz="half" idx="10"/>
          </p:nvPr>
        </p:nvSpPr>
        <p:spPr/>
        <p:txBody>
          <a:bodyPr/>
          <a:lstStyle/>
          <a:p>
            <a:fld id="{E2E0BF66-F660-4B9E-BEA1-A5E8075EB33D}"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781807287"/>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sz="half" idx="1"/>
          </p:nvPr>
        </p:nvSpPr>
        <p:spPr>
          <a:xfrm>
            <a:off x="838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innhold 3"/>
          <p:cNvSpPr>
            <a:spLocks noGrp="1"/>
          </p:cNvSpPr>
          <p:nvPr>
            <p:ph sz="half" idx="2"/>
          </p:nvPr>
        </p:nvSpPr>
        <p:spPr>
          <a:xfrm>
            <a:off x="6172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dato 4"/>
          <p:cNvSpPr>
            <a:spLocks noGrp="1"/>
          </p:cNvSpPr>
          <p:nvPr>
            <p:ph type="dt" sz="half" idx="10"/>
          </p:nvPr>
        </p:nvSpPr>
        <p:spPr/>
        <p:txBody>
          <a:bodyPr/>
          <a:lstStyle/>
          <a:p>
            <a:fld id="{936A953C-B4DA-4907-B22F-6812F50BC4C5}"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168335451"/>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tel 1"/>
          <p:cNvSpPr>
            <a:spLocks noGrp="1"/>
          </p:cNvSpPr>
          <p:nvPr>
            <p:ph type="title"/>
          </p:nvPr>
        </p:nvSpPr>
        <p:spPr>
          <a:xfrm>
            <a:off x="839788" y="365125"/>
            <a:ext cx="10515600" cy="1325563"/>
          </a:xfrm>
        </p:spPr>
        <p:txBody>
          <a:bodyPr/>
          <a:lstStyle/>
          <a:p>
            <a:r>
              <a:rPr lang="nb-NO"/>
              <a:t>Klikk for å redigere tittelstil</a:t>
            </a:r>
          </a:p>
        </p:txBody>
      </p:sp>
      <p:sp>
        <p:nvSpPr>
          <p:cNvPr id="3" name="Plassholder for teks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4" name="Plassholder for innhold 3"/>
          <p:cNvSpPr>
            <a:spLocks noGrp="1"/>
          </p:cNvSpPr>
          <p:nvPr>
            <p:ph sz="half" idx="2"/>
          </p:nvPr>
        </p:nvSpPr>
        <p:spPr>
          <a:xfrm>
            <a:off x="839788" y="2505075"/>
            <a:ext cx="5157787"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teks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6" name="Plassholder for innhold 5"/>
          <p:cNvSpPr>
            <a:spLocks noGrp="1"/>
          </p:cNvSpPr>
          <p:nvPr>
            <p:ph sz="quarter" idx="4"/>
          </p:nvPr>
        </p:nvSpPr>
        <p:spPr>
          <a:xfrm>
            <a:off x="6172200" y="2505075"/>
            <a:ext cx="5183188"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7" name="Plassholder for dato 6"/>
          <p:cNvSpPr>
            <a:spLocks noGrp="1"/>
          </p:cNvSpPr>
          <p:nvPr>
            <p:ph type="dt" sz="half" idx="10"/>
          </p:nvPr>
        </p:nvSpPr>
        <p:spPr/>
        <p:txBody>
          <a:bodyPr/>
          <a:lstStyle/>
          <a:p>
            <a:fld id="{C6480211-256B-4EE7-83F6-C50CFB8980C7}" type="datetime1">
              <a:rPr lang="nb-NO" smtClean="0"/>
              <a:t>27.08.2024</a:t>
            </a:fld>
            <a:endParaRPr lang="nb-NO"/>
          </a:p>
        </p:txBody>
      </p:sp>
      <p:sp>
        <p:nvSpPr>
          <p:cNvPr id="8" name="Plassholder for bunntekst 7"/>
          <p:cNvSpPr>
            <a:spLocks noGrp="1"/>
          </p:cNvSpPr>
          <p:nvPr>
            <p:ph type="ftr" sz="quarter" idx="11"/>
          </p:nvPr>
        </p:nvSpPr>
        <p:spPr/>
        <p:txBody>
          <a:bodyPr/>
          <a:lstStyle/>
          <a:p>
            <a:r>
              <a:rPr lang="nb-NO"/>
              <a:t>Control Trafikkskole</a:t>
            </a:r>
          </a:p>
        </p:txBody>
      </p:sp>
      <p:sp>
        <p:nvSpPr>
          <p:cNvPr id="9" name="Plassholder for lysbildenummer 8"/>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059964442"/>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dato 2"/>
          <p:cNvSpPr>
            <a:spLocks noGrp="1"/>
          </p:cNvSpPr>
          <p:nvPr>
            <p:ph type="dt" sz="half" idx="10"/>
          </p:nvPr>
        </p:nvSpPr>
        <p:spPr/>
        <p:txBody>
          <a:bodyPr/>
          <a:lstStyle/>
          <a:p>
            <a:fld id="{E2C8BED9-7055-403D-A481-5FE847C3FAE8}" type="datetime1">
              <a:rPr lang="nb-NO" smtClean="0"/>
              <a:t>27.08.2024</a:t>
            </a:fld>
            <a:endParaRPr lang="nb-NO"/>
          </a:p>
        </p:txBody>
      </p:sp>
      <p:sp>
        <p:nvSpPr>
          <p:cNvPr id="4" name="Plassholder for bunntekst 3"/>
          <p:cNvSpPr>
            <a:spLocks noGrp="1"/>
          </p:cNvSpPr>
          <p:nvPr>
            <p:ph type="ftr" sz="quarter" idx="11"/>
          </p:nvPr>
        </p:nvSpPr>
        <p:spPr/>
        <p:txBody>
          <a:bodyPr/>
          <a:lstStyle/>
          <a:p>
            <a:r>
              <a:rPr lang="nb-NO"/>
              <a:t>Control Trafikkskole</a:t>
            </a:r>
          </a:p>
        </p:txBody>
      </p:sp>
      <p:sp>
        <p:nvSpPr>
          <p:cNvPr id="5" name="Plassholder for lysbildenummer 4"/>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409119584"/>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type="blank" preserve="1">
  <p:cSld name="Tomt">
    <p:spTree>
      <p:nvGrpSpPr>
        <p:cNvPr id="1" name=""/>
        <p:cNvGrpSpPr/>
        <p:nvPr/>
      </p:nvGrpSpPr>
      <p:grpSpPr>
        <a:xfrm>
          <a:off x="0" y="0"/>
          <a:ext cx="0" cy="0"/>
          <a:chOff x="0" y="0"/>
          <a:chExt cx="0" cy="0"/>
        </a:xfrm>
      </p:grpSpPr>
      <p:sp>
        <p:nvSpPr>
          <p:cNvPr id="2" name="Plassholder for dato 1"/>
          <p:cNvSpPr>
            <a:spLocks noGrp="1"/>
          </p:cNvSpPr>
          <p:nvPr>
            <p:ph type="dt" sz="half" idx="10"/>
          </p:nvPr>
        </p:nvSpPr>
        <p:spPr/>
        <p:txBody>
          <a:bodyPr/>
          <a:lstStyle/>
          <a:p>
            <a:fld id="{01CB8B4C-1431-4A16-938D-69B95386ACD8}" type="datetime1">
              <a:rPr lang="nb-NO" smtClean="0"/>
              <a:t>27.08.2024</a:t>
            </a:fld>
            <a:endParaRPr lang="nb-NO"/>
          </a:p>
        </p:txBody>
      </p:sp>
      <p:sp>
        <p:nvSpPr>
          <p:cNvPr id="3" name="Plassholder for bunntekst 2"/>
          <p:cNvSpPr>
            <a:spLocks noGrp="1"/>
          </p:cNvSpPr>
          <p:nvPr>
            <p:ph type="ftr" sz="quarter" idx="11"/>
          </p:nvPr>
        </p:nvSpPr>
        <p:spPr/>
        <p:txBody>
          <a:bodyPr/>
          <a:lstStyle/>
          <a:p>
            <a:r>
              <a:rPr lang="nb-NO"/>
              <a:t>Control Trafikkskole</a:t>
            </a:r>
          </a:p>
        </p:txBody>
      </p:sp>
      <p:sp>
        <p:nvSpPr>
          <p:cNvPr id="4" name="Plassholder for lysbildenummer 3"/>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948660594"/>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type="objTx" preserve="1">
  <p:cSld name="Innhold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innhold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132AF7CC-79B5-44DF-953C-049DC857D33F}"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4268162063"/>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type="picTx" preserve="1">
  <p:cSld name="Bilde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bild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54A26957-526A-4578-BC14-AFABC45C1F27}"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409267596"/>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type="vertTx" preserve="1">
  <p:cSld name="Loddrett tekst">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loddrett tekst 2"/>
          <p:cNvSpPr>
            <a:spLocks noGrp="1"/>
          </p:cNvSpPr>
          <p:nvPr>
            <p:ph type="body" orient="vert" idx="1"/>
          </p:nvPr>
        </p:nvSpPr>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3F84871D-9F4F-462A-81A0-B96F1EB17F45}"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448564579"/>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type="vertTitleAndTx" preserve="1">
  <p:cSld name="Loddrett tittel og tekst">
    <p:spTree>
      <p:nvGrpSpPr>
        <p:cNvPr id="1" name=""/>
        <p:cNvGrpSpPr/>
        <p:nvPr/>
      </p:nvGrpSpPr>
      <p:grpSpPr>
        <a:xfrm>
          <a:off x="0" y="0"/>
          <a:ext cx="0" cy="0"/>
          <a:chOff x="0" y="0"/>
          <a:chExt cx="0" cy="0"/>
        </a:xfrm>
      </p:grpSpPr>
      <p:sp>
        <p:nvSpPr>
          <p:cNvPr id="2" name="Loddrett tittel 1"/>
          <p:cNvSpPr>
            <a:spLocks noGrp="1"/>
          </p:cNvSpPr>
          <p:nvPr>
            <p:ph type="title" orient="vert"/>
          </p:nvPr>
        </p:nvSpPr>
        <p:spPr>
          <a:xfrm>
            <a:off x="8724900" y="365125"/>
            <a:ext cx="2628900" cy="5811838"/>
          </a:xfrm>
        </p:spPr>
        <p:txBody>
          <a:bodyPr vert="eaVert"/>
          <a:lstStyle/>
          <a:p>
            <a:r>
              <a:rPr lang="nb-NO"/>
              <a:t>Klikk for å redigere tittelstil</a:t>
            </a:r>
          </a:p>
        </p:txBody>
      </p:sp>
      <p:sp>
        <p:nvSpPr>
          <p:cNvPr id="3" name="Plassholder for loddrett tekst 2"/>
          <p:cNvSpPr>
            <a:spLocks noGrp="1"/>
          </p:cNvSpPr>
          <p:nvPr>
            <p:ph type="body" orient="vert" idx="1"/>
          </p:nvPr>
        </p:nvSpPr>
        <p:spPr>
          <a:xfrm>
            <a:off x="838200" y="365125"/>
            <a:ext cx="7734300" cy="5811838"/>
          </a:xfrm>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7C737A31-EE88-4EA6-9D2E-3920B3F58138}"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861662016"/>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type="title" preserve="1">
  <p:cSld name="Tittellysbilde">
    <p:spTree>
      <p:nvGrpSpPr>
        <p:cNvPr id="1" name=""/>
        <p:cNvGrpSpPr/>
        <p:nvPr/>
      </p:nvGrpSpPr>
      <p:grpSpPr>
        <a:xfrm>
          <a:off x="0" y="0"/>
          <a:ext cx="0" cy="0"/>
          <a:chOff x="0" y="0"/>
          <a:chExt cx="0" cy="0"/>
        </a:xfrm>
      </p:grpSpPr>
      <p:sp>
        <p:nvSpPr>
          <p:cNvPr id="2" name="Tittel 1"/>
          <p:cNvSpPr>
            <a:spLocks noGrp="1"/>
          </p:cNvSpPr>
          <p:nvPr>
            <p:ph type="ctrTitle"/>
          </p:nvPr>
        </p:nvSpPr>
        <p:spPr>
          <a:xfrm>
            <a:off x="1524000" y="1122363"/>
            <a:ext cx="9144000" cy="2387600"/>
          </a:xfrm>
        </p:spPr>
        <p:txBody>
          <a:bodyPr anchor="b"/>
          <a:lstStyle>
            <a:lvl1pPr algn="ctr">
              <a:defRPr sz="6000"/>
            </a:lvl1pPr>
          </a:lstStyle>
          <a:p>
            <a:r>
              <a:rPr lang="nb-NO"/>
              <a:t>Klikk for å redigere tittelstil</a:t>
            </a:r>
          </a:p>
        </p:txBody>
      </p:sp>
      <p:sp>
        <p:nvSpPr>
          <p:cNvPr id="3" name="Undertit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b-NO"/>
              <a:t>Klikk for å redigere undertittelstil i malen</a:t>
            </a:r>
          </a:p>
        </p:txBody>
      </p:sp>
      <p:sp>
        <p:nvSpPr>
          <p:cNvPr id="4" name="Plassholder for dato 3"/>
          <p:cNvSpPr>
            <a:spLocks noGrp="1"/>
          </p:cNvSpPr>
          <p:nvPr>
            <p:ph type="dt" sz="half" idx="10"/>
          </p:nvPr>
        </p:nvSpPr>
        <p:spPr/>
        <p:txBody>
          <a:bodyPr/>
          <a:lstStyle/>
          <a:p>
            <a:fld id="{3B52319C-86E2-487B-A7C5-AF82D81114AD}"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310563928"/>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idx="1"/>
          </p:nvPr>
        </p:nvSpPr>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69BB09AB-BA31-4C21-B002-513FD87FB4E4}"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91053451"/>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type="secHead" preserve="1">
  <p:cSld name="Deloverskrift">
    <p:spTree>
      <p:nvGrpSpPr>
        <p:cNvPr id="1" name=""/>
        <p:cNvGrpSpPr/>
        <p:nvPr/>
      </p:nvGrpSpPr>
      <p:grpSpPr>
        <a:xfrm>
          <a:off x="0" y="0"/>
          <a:ext cx="0" cy="0"/>
          <a:chOff x="0" y="0"/>
          <a:chExt cx="0" cy="0"/>
        </a:xfrm>
      </p:grpSpPr>
      <p:sp>
        <p:nvSpPr>
          <p:cNvPr id="2" name="Tittel 1"/>
          <p:cNvSpPr>
            <a:spLocks noGrp="1"/>
          </p:cNvSpPr>
          <p:nvPr>
            <p:ph type="title"/>
          </p:nvPr>
        </p:nvSpPr>
        <p:spPr>
          <a:xfrm>
            <a:off x="831850" y="1709738"/>
            <a:ext cx="10515600" cy="2852737"/>
          </a:xfrm>
        </p:spPr>
        <p:txBody>
          <a:bodyPr anchor="b"/>
          <a:lstStyle>
            <a:lvl1pPr>
              <a:defRPr sz="6000"/>
            </a:lvl1pPr>
          </a:lstStyle>
          <a:p>
            <a:r>
              <a:rPr lang="nb-NO"/>
              <a:t>Klikk for å redigere tittelstil</a:t>
            </a:r>
          </a:p>
        </p:txBody>
      </p:sp>
      <p:sp>
        <p:nvSpPr>
          <p:cNvPr id="3" name="Plassholder for teks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b-NO"/>
              <a:t>Rediger tekststiler i malen</a:t>
            </a:r>
          </a:p>
        </p:txBody>
      </p:sp>
      <p:sp>
        <p:nvSpPr>
          <p:cNvPr id="4" name="Plassholder for dato 3"/>
          <p:cNvSpPr>
            <a:spLocks noGrp="1"/>
          </p:cNvSpPr>
          <p:nvPr>
            <p:ph type="dt" sz="half" idx="10"/>
          </p:nvPr>
        </p:nvSpPr>
        <p:spPr/>
        <p:txBody>
          <a:bodyPr/>
          <a:lstStyle/>
          <a:p>
            <a:fld id="{E7907DD0-60AC-4EA8-8E19-2415F7A9C6EE}"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641395674"/>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sz="half" idx="1"/>
          </p:nvPr>
        </p:nvSpPr>
        <p:spPr>
          <a:xfrm>
            <a:off x="838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innhold 3"/>
          <p:cNvSpPr>
            <a:spLocks noGrp="1"/>
          </p:cNvSpPr>
          <p:nvPr>
            <p:ph sz="half" idx="2"/>
          </p:nvPr>
        </p:nvSpPr>
        <p:spPr>
          <a:xfrm>
            <a:off x="6172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dato 4"/>
          <p:cNvSpPr>
            <a:spLocks noGrp="1"/>
          </p:cNvSpPr>
          <p:nvPr>
            <p:ph type="dt" sz="half" idx="10"/>
          </p:nvPr>
        </p:nvSpPr>
        <p:spPr/>
        <p:txBody>
          <a:bodyPr/>
          <a:lstStyle/>
          <a:p>
            <a:fld id="{4DF30F77-78B5-437C-8DA7-35D7885EEC91}"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343911982"/>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tel 1"/>
          <p:cNvSpPr>
            <a:spLocks noGrp="1"/>
          </p:cNvSpPr>
          <p:nvPr>
            <p:ph type="title"/>
          </p:nvPr>
        </p:nvSpPr>
        <p:spPr>
          <a:xfrm>
            <a:off x="839788" y="365125"/>
            <a:ext cx="10515600" cy="1325563"/>
          </a:xfrm>
        </p:spPr>
        <p:txBody>
          <a:bodyPr/>
          <a:lstStyle/>
          <a:p>
            <a:r>
              <a:rPr lang="nb-NO"/>
              <a:t>Klikk for å redigere tittelstil</a:t>
            </a:r>
          </a:p>
        </p:txBody>
      </p:sp>
      <p:sp>
        <p:nvSpPr>
          <p:cNvPr id="3" name="Plassholder for teks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4" name="Plassholder for innhold 3"/>
          <p:cNvSpPr>
            <a:spLocks noGrp="1"/>
          </p:cNvSpPr>
          <p:nvPr>
            <p:ph sz="half" idx="2"/>
          </p:nvPr>
        </p:nvSpPr>
        <p:spPr>
          <a:xfrm>
            <a:off x="839788" y="2505075"/>
            <a:ext cx="5157787"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teks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6" name="Plassholder for innhold 5"/>
          <p:cNvSpPr>
            <a:spLocks noGrp="1"/>
          </p:cNvSpPr>
          <p:nvPr>
            <p:ph sz="quarter" idx="4"/>
          </p:nvPr>
        </p:nvSpPr>
        <p:spPr>
          <a:xfrm>
            <a:off x="6172200" y="2505075"/>
            <a:ext cx="5183188"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7" name="Plassholder for dato 6"/>
          <p:cNvSpPr>
            <a:spLocks noGrp="1"/>
          </p:cNvSpPr>
          <p:nvPr>
            <p:ph type="dt" sz="half" idx="10"/>
          </p:nvPr>
        </p:nvSpPr>
        <p:spPr/>
        <p:txBody>
          <a:bodyPr/>
          <a:lstStyle/>
          <a:p>
            <a:fld id="{F328CB31-C2A6-4583-A1C5-F5D7E455FD76}" type="datetime1">
              <a:rPr lang="nb-NO" smtClean="0"/>
              <a:t>27.08.2024</a:t>
            </a:fld>
            <a:endParaRPr lang="nb-NO"/>
          </a:p>
        </p:txBody>
      </p:sp>
      <p:sp>
        <p:nvSpPr>
          <p:cNvPr id="8" name="Plassholder for bunntekst 7"/>
          <p:cNvSpPr>
            <a:spLocks noGrp="1"/>
          </p:cNvSpPr>
          <p:nvPr>
            <p:ph type="ftr" sz="quarter" idx="11"/>
          </p:nvPr>
        </p:nvSpPr>
        <p:spPr/>
        <p:txBody>
          <a:bodyPr/>
          <a:lstStyle/>
          <a:p>
            <a:r>
              <a:rPr lang="nb-NO"/>
              <a:t>Control Trafikkskole</a:t>
            </a:r>
          </a:p>
        </p:txBody>
      </p:sp>
      <p:sp>
        <p:nvSpPr>
          <p:cNvPr id="9" name="Plassholder for lysbildenummer 8"/>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097747884"/>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dato 2"/>
          <p:cNvSpPr>
            <a:spLocks noGrp="1"/>
          </p:cNvSpPr>
          <p:nvPr>
            <p:ph type="dt" sz="half" idx="10"/>
          </p:nvPr>
        </p:nvSpPr>
        <p:spPr/>
        <p:txBody>
          <a:bodyPr/>
          <a:lstStyle/>
          <a:p>
            <a:fld id="{F5D09C9F-0EF3-4E6D-9F9B-1E14A8A28EC5}" type="datetime1">
              <a:rPr lang="nb-NO" smtClean="0"/>
              <a:t>27.08.2024</a:t>
            </a:fld>
            <a:endParaRPr lang="nb-NO"/>
          </a:p>
        </p:txBody>
      </p:sp>
      <p:sp>
        <p:nvSpPr>
          <p:cNvPr id="4" name="Plassholder for bunntekst 3"/>
          <p:cNvSpPr>
            <a:spLocks noGrp="1"/>
          </p:cNvSpPr>
          <p:nvPr>
            <p:ph type="ftr" sz="quarter" idx="11"/>
          </p:nvPr>
        </p:nvSpPr>
        <p:spPr/>
        <p:txBody>
          <a:bodyPr/>
          <a:lstStyle/>
          <a:p>
            <a:r>
              <a:rPr lang="nb-NO"/>
              <a:t>Control Trafikkskole</a:t>
            </a:r>
          </a:p>
        </p:txBody>
      </p:sp>
      <p:sp>
        <p:nvSpPr>
          <p:cNvPr id="5" name="Plassholder for lysbildenummer 4"/>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099488103"/>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type="blank" preserve="1">
  <p:cSld name="Tomt">
    <p:spTree>
      <p:nvGrpSpPr>
        <p:cNvPr id="1" name=""/>
        <p:cNvGrpSpPr/>
        <p:nvPr/>
      </p:nvGrpSpPr>
      <p:grpSpPr>
        <a:xfrm>
          <a:off x="0" y="0"/>
          <a:ext cx="0" cy="0"/>
          <a:chOff x="0" y="0"/>
          <a:chExt cx="0" cy="0"/>
        </a:xfrm>
      </p:grpSpPr>
      <p:sp>
        <p:nvSpPr>
          <p:cNvPr id="2" name="Plassholder for dato 1"/>
          <p:cNvSpPr>
            <a:spLocks noGrp="1"/>
          </p:cNvSpPr>
          <p:nvPr>
            <p:ph type="dt" sz="half" idx="10"/>
          </p:nvPr>
        </p:nvSpPr>
        <p:spPr/>
        <p:txBody>
          <a:bodyPr/>
          <a:lstStyle/>
          <a:p>
            <a:fld id="{25300D39-8D0D-48A4-8B04-C119A953AC02}" type="datetime1">
              <a:rPr lang="nb-NO" smtClean="0"/>
              <a:t>27.08.2024</a:t>
            </a:fld>
            <a:endParaRPr lang="nb-NO"/>
          </a:p>
        </p:txBody>
      </p:sp>
      <p:sp>
        <p:nvSpPr>
          <p:cNvPr id="3" name="Plassholder for bunntekst 2"/>
          <p:cNvSpPr>
            <a:spLocks noGrp="1"/>
          </p:cNvSpPr>
          <p:nvPr>
            <p:ph type="ftr" sz="quarter" idx="11"/>
          </p:nvPr>
        </p:nvSpPr>
        <p:spPr/>
        <p:txBody>
          <a:bodyPr/>
          <a:lstStyle/>
          <a:p>
            <a:r>
              <a:rPr lang="nb-NO"/>
              <a:t>Control Trafikkskole</a:t>
            </a:r>
          </a:p>
        </p:txBody>
      </p:sp>
      <p:sp>
        <p:nvSpPr>
          <p:cNvPr id="4" name="Plassholder for lysbildenummer 3"/>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944586091"/>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type="objTx" preserve="1">
  <p:cSld name="Innhold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innhold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8B076E40-6589-4F7F-A49D-39E3B73C9D6C}"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100837331"/>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type="picTx" preserve="1">
  <p:cSld name="Bilde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bild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FC75BDE7-28C3-4426-83A6-DDF5F8984DF0}"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4190772650"/>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type="vertTx" preserve="1">
  <p:cSld name="Loddrett tekst">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loddrett tekst 2"/>
          <p:cNvSpPr>
            <a:spLocks noGrp="1"/>
          </p:cNvSpPr>
          <p:nvPr>
            <p:ph type="body" orient="vert" idx="1"/>
          </p:nvPr>
        </p:nvSpPr>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A0A91999-2873-4B27-857F-5C8D4AE557F0}"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4233709233"/>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type="vertTitleAndTx" preserve="1">
  <p:cSld name="Loddrett tittel og tekst">
    <p:spTree>
      <p:nvGrpSpPr>
        <p:cNvPr id="1" name=""/>
        <p:cNvGrpSpPr/>
        <p:nvPr/>
      </p:nvGrpSpPr>
      <p:grpSpPr>
        <a:xfrm>
          <a:off x="0" y="0"/>
          <a:ext cx="0" cy="0"/>
          <a:chOff x="0" y="0"/>
          <a:chExt cx="0" cy="0"/>
        </a:xfrm>
      </p:grpSpPr>
      <p:sp>
        <p:nvSpPr>
          <p:cNvPr id="2" name="Loddrett tittel 1"/>
          <p:cNvSpPr>
            <a:spLocks noGrp="1"/>
          </p:cNvSpPr>
          <p:nvPr>
            <p:ph type="title" orient="vert"/>
          </p:nvPr>
        </p:nvSpPr>
        <p:spPr>
          <a:xfrm>
            <a:off x="8724900" y="365125"/>
            <a:ext cx="2628900" cy="5811838"/>
          </a:xfrm>
        </p:spPr>
        <p:txBody>
          <a:bodyPr vert="eaVert"/>
          <a:lstStyle/>
          <a:p>
            <a:r>
              <a:rPr lang="nb-NO"/>
              <a:t>Klikk for å redigere tittelstil</a:t>
            </a:r>
          </a:p>
        </p:txBody>
      </p:sp>
      <p:sp>
        <p:nvSpPr>
          <p:cNvPr id="3" name="Plassholder for loddrett tekst 2"/>
          <p:cNvSpPr>
            <a:spLocks noGrp="1"/>
          </p:cNvSpPr>
          <p:nvPr>
            <p:ph type="body" orient="vert" idx="1"/>
          </p:nvPr>
        </p:nvSpPr>
        <p:spPr>
          <a:xfrm>
            <a:off x="838200" y="365125"/>
            <a:ext cx="7734300" cy="5811838"/>
          </a:xfrm>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E01204AA-59AD-4634-967F-3BD63A46C28F}"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614423077"/>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type="title" preserve="1">
  <p:cSld name="Tittellysbilde">
    <p:spTree>
      <p:nvGrpSpPr>
        <p:cNvPr id="1" name=""/>
        <p:cNvGrpSpPr/>
        <p:nvPr/>
      </p:nvGrpSpPr>
      <p:grpSpPr>
        <a:xfrm>
          <a:off x="0" y="0"/>
          <a:ext cx="0" cy="0"/>
          <a:chOff x="0" y="0"/>
          <a:chExt cx="0" cy="0"/>
        </a:xfrm>
      </p:grpSpPr>
      <p:sp>
        <p:nvSpPr>
          <p:cNvPr id="2" name="Tittel 1"/>
          <p:cNvSpPr>
            <a:spLocks noGrp="1"/>
          </p:cNvSpPr>
          <p:nvPr>
            <p:ph type="ctrTitle"/>
          </p:nvPr>
        </p:nvSpPr>
        <p:spPr>
          <a:xfrm>
            <a:off x="1524000" y="1122363"/>
            <a:ext cx="9144000" cy="2387600"/>
          </a:xfrm>
        </p:spPr>
        <p:txBody>
          <a:bodyPr anchor="b"/>
          <a:lstStyle>
            <a:lvl1pPr algn="ctr">
              <a:defRPr sz="6000"/>
            </a:lvl1pPr>
          </a:lstStyle>
          <a:p>
            <a:r>
              <a:rPr lang="nb-NO"/>
              <a:t>Klikk for å redigere tittelstil</a:t>
            </a:r>
          </a:p>
        </p:txBody>
      </p:sp>
      <p:sp>
        <p:nvSpPr>
          <p:cNvPr id="3" name="Undertit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b-NO"/>
              <a:t>Klikk for å redigere undertittelstil i malen</a:t>
            </a:r>
          </a:p>
        </p:txBody>
      </p:sp>
      <p:sp>
        <p:nvSpPr>
          <p:cNvPr id="4" name="Plassholder for dato 3"/>
          <p:cNvSpPr>
            <a:spLocks noGrp="1"/>
          </p:cNvSpPr>
          <p:nvPr>
            <p:ph type="dt" sz="half" idx="10"/>
          </p:nvPr>
        </p:nvSpPr>
        <p:spPr/>
        <p:txBody>
          <a:bodyPr/>
          <a:lstStyle/>
          <a:p>
            <a:fld id="{85EE8723-61FE-44B7-AA1A-077B2C28B6AE}"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111724767"/>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idx="1"/>
          </p:nvPr>
        </p:nvSpPr>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F2D4A0D5-3643-47F5-A865-3BF13B7C6493}"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731767768"/>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type="secHead" preserve="1">
  <p:cSld name="Deloverskrift">
    <p:spTree>
      <p:nvGrpSpPr>
        <p:cNvPr id="1" name=""/>
        <p:cNvGrpSpPr/>
        <p:nvPr/>
      </p:nvGrpSpPr>
      <p:grpSpPr>
        <a:xfrm>
          <a:off x="0" y="0"/>
          <a:ext cx="0" cy="0"/>
          <a:chOff x="0" y="0"/>
          <a:chExt cx="0" cy="0"/>
        </a:xfrm>
      </p:grpSpPr>
      <p:sp>
        <p:nvSpPr>
          <p:cNvPr id="2" name="Tittel 1"/>
          <p:cNvSpPr>
            <a:spLocks noGrp="1"/>
          </p:cNvSpPr>
          <p:nvPr>
            <p:ph type="title"/>
          </p:nvPr>
        </p:nvSpPr>
        <p:spPr>
          <a:xfrm>
            <a:off x="831850" y="1709738"/>
            <a:ext cx="10515600" cy="2852737"/>
          </a:xfrm>
        </p:spPr>
        <p:txBody>
          <a:bodyPr anchor="b"/>
          <a:lstStyle>
            <a:lvl1pPr>
              <a:defRPr sz="6000"/>
            </a:lvl1pPr>
          </a:lstStyle>
          <a:p>
            <a:r>
              <a:rPr lang="nb-NO"/>
              <a:t>Klikk for å redigere tittelstil</a:t>
            </a:r>
          </a:p>
        </p:txBody>
      </p:sp>
      <p:sp>
        <p:nvSpPr>
          <p:cNvPr id="3" name="Plassholder for teks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b-NO"/>
              <a:t>Rediger tekststiler i malen</a:t>
            </a:r>
          </a:p>
        </p:txBody>
      </p:sp>
      <p:sp>
        <p:nvSpPr>
          <p:cNvPr id="4" name="Plassholder for dato 3"/>
          <p:cNvSpPr>
            <a:spLocks noGrp="1"/>
          </p:cNvSpPr>
          <p:nvPr>
            <p:ph type="dt" sz="half" idx="10"/>
          </p:nvPr>
        </p:nvSpPr>
        <p:spPr/>
        <p:txBody>
          <a:bodyPr/>
          <a:lstStyle/>
          <a:p>
            <a:fld id="{A57CC4CD-5308-4BCF-88F4-91765CEE0CAB}"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881162686"/>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sz="half" idx="1"/>
          </p:nvPr>
        </p:nvSpPr>
        <p:spPr>
          <a:xfrm>
            <a:off x="838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innhold 3"/>
          <p:cNvSpPr>
            <a:spLocks noGrp="1"/>
          </p:cNvSpPr>
          <p:nvPr>
            <p:ph sz="half" idx="2"/>
          </p:nvPr>
        </p:nvSpPr>
        <p:spPr>
          <a:xfrm>
            <a:off x="6172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dato 4"/>
          <p:cNvSpPr>
            <a:spLocks noGrp="1"/>
          </p:cNvSpPr>
          <p:nvPr>
            <p:ph type="dt" sz="half" idx="10"/>
          </p:nvPr>
        </p:nvSpPr>
        <p:spPr/>
        <p:txBody>
          <a:bodyPr/>
          <a:lstStyle/>
          <a:p>
            <a:fld id="{938C651B-001A-4401-A7EC-41665E50BD42}"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311904254"/>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tel 1"/>
          <p:cNvSpPr>
            <a:spLocks noGrp="1"/>
          </p:cNvSpPr>
          <p:nvPr>
            <p:ph type="title"/>
          </p:nvPr>
        </p:nvSpPr>
        <p:spPr>
          <a:xfrm>
            <a:off x="839788" y="365125"/>
            <a:ext cx="10515600" cy="1325563"/>
          </a:xfrm>
        </p:spPr>
        <p:txBody>
          <a:bodyPr/>
          <a:lstStyle/>
          <a:p>
            <a:r>
              <a:rPr lang="nb-NO"/>
              <a:t>Klikk for å redigere tittelstil</a:t>
            </a:r>
          </a:p>
        </p:txBody>
      </p:sp>
      <p:sp>
        <p:nvSpPr>
          <p:cNvPr id="3" name="Plassholder for teks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4" name="Plassholder for innhold 3"/>
          <p:cNvSpPr>
            <a:spLocks noGrp="1"/>
          </p:cNvSpPr>
          <p:nvPr>
            <p:ph sz="half" idx="2"/>
          </p:nvPr>
        </p:nvSpPr>
        <p:spPr>
          <a:xfrm>
            <a:off x="839788" y="2505075"/>
            <a:ext cx="5157787"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teks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6" name="Plassholder for innhold 5"/>
          <p:cNvSpPr>
            <a:spLocks noGrp="1"/>
          </p:cNvSpPr>
          <p:nvPr>
            <p:ph sz="quarter" idx="4"/>
          </p:nvPr>
        </p:nvSpPr>
        <p:spPr>
          <a:xfrm>
            <a:off x="6172200" y="2505075"/>
            <a:ext cx="5183188"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7" name="Plassholder for dato 6"/>
          <p:cNvSpPr>
            <a:spLocks noGrp="1"/>
          </p:cNvSpPr>
          <p:nvPr>
            <p:ph type="dt" sz="half" idx="10"/>
          </p:nvPr>
        </p:nvSpPr>
        <p:spPr/>
        <p:txBody>
          <a:bodyPr/>
          <a:lstStyle/>
          <a:p>
            <a:fld id="{5111B9E1-0D9A-46F8-ACC8-54FEF50EFBFE}" type="datetime1">
              <a:rPr lang="nb-NO" smtClean="0"/>
              <a:t>27.08.2024</a:t>
            </a:fld>
            <a:endParaRPr lang="nb-NO"/>
          </a:p>
        </p:txBody>
      </p:sp>
      <p:sp>
        <p:nvSpPr>
          <p:cNvPr id="8" name="Plassholder for bunntekst 7"/>
          <p:cNvSpPr>
            <a:spLocks noGrp="1"/>
          </p:cNvSpPr>
          <p:nvPr>
            <p:ph type="ftr" sz="quarter" idx="11"/>
          </p:nvPr>
        </p:nvSpPr>
        <p:spPr/>
        <p:txBody>
          <a:bodyPr/>
          <a:lstStyle/>
          <a:p>
            <a:r>
              <a:rPr lang="nb-NO"/>
              <a:t>Control Trafikkskole</a:t>
            </a:r>
          </a:p>
        </p:txBody>
      </p:sp>
      <p:sp>
        <p:nvSpPr>
          <p:cNvPr id="9" name="Plassholder for lysbildenummer 8"/>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90567643"/>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dato 2"/>
          <p:cNvSpPr>
            <a:spLocks noGrp="1"/>
          </p:cNvSpPr>
          <p:nvPr>
            <p:ph type="dt" sz="half" idx="10"/>
          </p:nvPr>
        </p:nvSpPr>
        <p:spPr/>
        <p:txBody>
          <a:bodyPr/>
          <a:lstStyle/>
          <a:p>
            <a:fld id="{8C8C6FED-D79E-4C62-9FA6-305291FB88D1}" type="datetime1">
              <a:rPr lang="nb-NO" smtClean="0"/>
              <a:t>27.08.2024</a:t>
            </a:fld>
            <a:endParaRPr lang="nb-NO"/>
          </a:p>
        </p:txBody>
      </p:sp>
      <p:sp>
        <p:nvSpPr>
          <p:cNvPr id="4" name="Plassholder for bunntekst 3"/>
          <p:cNvSpPr>
            <a:spLocks noGrp="1"/>
          </p:cNvSpPr>
          <p:nvPr>
            <p:ph type="ftr" sz="quarter" idx="11"/>
          </p:nvPr>
        </p:nvSpPr>
        <p:spPr/>
        <p:txBody>
          <a:bodyPr/>
          <a:lstStyle/>
          <a:p>
            <a:r>
              <a:rPr lang="nb-NO"/>
              <a:t>Control Trafikkskole</a:t>
            </a:r>
          </a:p>
        </p:txBody>
      </p:sp>
      <p:sp>
        <p:nvSpPr>
          <p:cNvPr id="5" name="Plassholder for lysbildenummer 4"/>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4219949193"/>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type="blank" preserve="1">
  <p:cSld name="Tomt">
    <p:spTree>
      <p:nvGrpSpPr>
        <p:cNvPr id="1" name=""/>
        <p:cNvGrpSpPr/>
        <p:nvPr/>
      </p:nvGrpSpPr>
      <p:grpSpPr>
        <a:xfrm>
          <a:off x="0" y="0"/>
          <a:ext cx="0" cy="0"/>
          <a:chOff x="0" y="0"/>
          <a:chExt cx="0" cy="0"/>
        </a:xfrm>
      </p:grpSpPr>
      <p:sp>
        <p:nvSpPr>
          <p:cNvPr id="2" name="Plassholder for dato 1"/>
          <p:cNvSpPr>
            <a:spLocks noGrp="1"/>
          </p:cNvSpPr>
          <p:nvPr>
            <p:ph type="dt" sz="half" idx="10"/>
          </p:nvPr>
        </p:nvSpPr>
        <p:spPr/>
        <p:txBody>
          <a:bodyPr/>
          <a:lstStyle/>
          <a:p>
            <a:fld id="{259B6BB3-0BC3-4500-BE4F-3A7C9A8B4257}" type="datetime1">
              <a:rPr lang="nb-NO" smtClean="0"/>
              <a:t>27.08.2024</a:t>
            </a:fld>
            <a:endParaRPr lang="nb-NO"/>
          </a:p>
        </p:txBody>
      </p:sp>
      <p:sp>
        <p:nvSpPr>
          <p:cNvPr id="3" name="Plassholder for bunntekst 2"/>
          <p:cNvSpPr>
            <a:spLocks noGrp="1"/>
          </p:cNvSpPr>
          <p:nvPr>
            <p:ph type="ftr" sz="quarter" idx="11"/>
          </p:nvPr>
        </p:nvSpPr>
        <p:spPr/>
        <p:txBody>
          <a:bodyPr/>
          <a:lstStyle/>
          <a:p>
            <a:r>
              <a:rPr lang="nb-NO"/>
              <a:t>Control Trafikkskole</a:t>
            </a:r>
          </a:p>
        </p:txBody>
      </p:sp>
      <p:sp>
        <p:nvSpPr>
          <p:cNvPr id="4" name="Plassholder for lysbildenummer 3"/>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677869943"/>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type="objTx" preserve="1">
  <p:cSld name="Innhold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innhold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EC02491C-620A-4833-8792-F6907C99F3FB}"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645854998"/>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type="picTx" preserve="1">
  <p:cSld name="Bilde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bild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F7E8D83E-CAB1-4E93-B4AE-6FC1379AA78E}"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797770378"/>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type="vertTx" preserve="1">
  <p:cSld name="Loddrett tekst">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loddrett tekst 2"/>
          <p:cNvSpPr>
            <a:spLocks noGrp="1"/>
          </p:cNvSpPr>
          <p:nvPr>
            <p:ph type="body" orient="vert" idx="1"/>
          </p:nvPr>
        </p:nvSpPr>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788BBE58-CA89-49C1-ADFE-95F353FCB7F5}"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522103514"/>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type="vertTitleAndTx" preserve="1">
  <p:cSld name="Loddrett tittel og tekst">
    <p:spTree>
      <p:nvGrpSpPr>
        <p:cNvPr id="1" name=""/>
        <p:cNvGrpSpPr/>
        <p:nvPr/>
      </p:nvGrpSpPr>
      <p:grpSpPr>
        <a:xfrm>
          <a:off x="0" y="0"/>
          <a:ext cx="0" cy="0"/>
          <a:chOff x="0" y="0"/>
          <a:chExt cx="0" cy="0"/>
        </a:xfrm>
      </p:grpSpPr>
      <p:sp>
        <p:nvSpPr>
          <p:cNvPr id="2" name="Loddrett tittel 1"/>
          <p:cNvSpPr>
            <a:spLocks noGrp="1"/>
          </p:cNvSpPr>
          <p:nvPr>
            <p:ph type="title" orient="vert"/>
          </p:nvPr>
        </p:nvSpPr>
        <p:spPr>
          <a:xfrm>
            <a:off x="8724900" y="365125"/>
            <a:ext cx="2628900" cy="5811838"/>
          </a:xfrm>
        </p:spPr>
        <p:txBody>
          <a:bodyPr vert="eaVert"/>
          <a:lstStyle/>
          <a:p>
            <a:r>
              <a:rPr lang="nb-NO"/>
              <a:t>Klikk for å redigere tittelstil</a:t>
            </a:r>
          </a:p>
        </p:txBody>
      </p:sp>
      <p:sp>
        <p:nvSpPr>
          <p:cNvPr id="3" name="Plassholder for loddrett tekst 2"/>
          <p:cNvSpPr>
            <a:spLocks noGrp="1"/>
          </p:cNvSpPr>
          <p:nvPr>
            <p:ph type="body" orient="vert" idx="1"/>
          </p:nvPr>
        </p:nvSpPr>
        <p:spPr>
          <a:xfrm>
            <a:off x="838200" y="365125"/>
            <a:ext cx="7734300" cy="5811838"/>
          </a:xfrm>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C026792B-B024-422A-A7E9-D938D61A1A77}"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455657125"/>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type="title" preserve="1">
  <p:cSld name="Tittellysbilde">
    <p:spTree>
      <p:nvGrpSpPr>
        <p:cNvPr id="1" name=""/>
        <p:cNvGrpSpPr/>
        <p:nvPr/>
      </p:nvGrpSpPr>
      <p:grpSpPr>
        <a:xfrm>
          <a:off x="0" y="0"/>
          <a:ext cx="0" cy="0"/>
          <a:chOff x="0" y="0"/>
          <a:chExt cx="0" cy="0"/>
        </a:xfrm>
      </p:grpSpPr>
      <p:sp>
        <p:nvSpPr>
          <p:cNvPr id="2" name="Tittel 1"/>
          <p:cNvSpPr>
            <a:spLocks noGrp="1"/>
          </p:cNvSpPr>
          <p:nvPr>
            <p:ph type="ctrTitle"/>
          </p:nvPr>
        </p:nvSpPr>
        <p:spPr>
          <a:xfrm>
            <a:off x="1524000" y="1122363"/>
            <a:ext cx="9144000" cy="2387600"/>
          </a:xfrm>
        </p:spPr>
        <p:txBody>
          <a:bodyPr anchor="b"/>
          <a:lstStyle>
            <a:lvl1pPr algn="ctr">
              <a:defRPr sz="6000"/>
            </a:lvl1pPr>
          </a:lstStyle>
          <a:p>
            <a:r>
              <a:rPr lang="nb-NO"/>
              <a:t>Klikk for å redigere tittelstil</a:t>
            </a:r>
          </a:p>
        </p:txBody>
      </p:sp>
      <p:sp>
        <p:nvSpPr>
          <p:cNvPr id="3" name="Undertit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b-NO"/>
              <a:t>Klikk for å redigere undertittelstil i malen</a:t>
            </a:r>
          </a:p>
        </p:txBody>
      </p:sp>
      <p:sp>
        <p:nvSpPr>
          <p:cNvPr id="4" name="Plassholder for dato 3"/>
          <p:cNvSpPr>
            <a:spLocks noGrp="1"/>
          </p:cNvSpPr>
          <p:nvPr>
            <p:ph type="dt" sz="half" idx="10"/>
          </p:nvPr>
        </p:nvSpPr>
        <p:spPr/>
        <p:txBody>
          <a:bodyPr/>
          <a:lstStyle/>
          <a:p>
            <a:fld id="{1A817747-B7E3-485D-90DD-DA1C773EA58C}"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058462174"/>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idx="1"/>
          </p:nvPr>
        </p:nvSpPr>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7C3EA47C-3941-4131-916F-92758665B51C}"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885696105"/>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type="secHead" preserve="1">
  <p:cSld name="Deloverskrift">
    <p:spTree>
      <p:nvGrpSpPr>
        <p:cNvPr id="1" name=""/>
        <p:cNvGrpSpPr/>
        <p:nvPr/>
      </p:nvGrpSpPr>
      <p:grpSpPr>
        <a:xfrm>
          <a:off x="0" y="0"/>
          <a:ext cx="0" cy="0"/>
          <a:chOff x="0" y="0"/>
          <a:chExt cx="0" cy="0"/>
        </a:xfrm>
      </p:grpSpPr>
      <p:sp>
        <p:nvSpPr>
          <p:cNvPr id="2" name="Tittel 1"/>
          <p:cNvSpPr>
            <a:spLocks noGrp="1"/>
          </p:cNvSpPr>
          <p:nvPr>
            <p:ph type="title"/>
          </p:nvPr>
        </p:nvSpPr>
        <p:spPr>
          <a:xfrm>
            <a:off x="831850" y="1709738"/>
            <a:ext cx="10515600" cy="2852737"/>
          </a:xfrm>
        </p:spPr>
        <p:txBody>
          <a:bodyPr anchor="b"/>
          <a:lstStyle>
            <a:lvl1pPr>
              <a:defRPr sz="6000"/>
            </a:lvl1pPr>
          </a:lstStyle>
          <a:p>
            <a:r>
              <a:rPr lang="nb-NO"/>
              <a:t>Klikk for å redigere tittelstil</a:t>
            </a:r>
          </a:p>
        </p:txBody>
      </p:sp>
      <p:sp>
        <p:nvSpPr>
          <p:cNvPr id="3" name="Plassholder for teks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b-NO"/>
              <a:t>Rediger tekststiler i malen</a:t>
            </a:r>
          </a:p>
        </p:txBody>
      </p:sp>
      <p:sp>
        <p:nvSpPr>
          <p:cNvPr id="4" name="Plassholder for dato 3"/>
          <p:cNvSpPr>
            <a:spLocks noGrp="1"/>
          </p:cNvSpPr>
          <p:nvPr>
            <p:ph type="dt" sz="half" idx="10"/>
          </p:nvPr>
        </p:nvSpPr>
        <p:spPr/>
        <p:txBody>
          <a:bodyPr/>
          <a:lstStyle/>
          <a:p>
            <a:fld id="{7721AA08-6D20-4972-A015-29D35BC022F2}"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503263628"/>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sz="half" idx="1"/>
          </p:nvPr>
        </p:nvSpPr>
        <p:spPr>
          <a:xfrm>
            <a:off x="838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innhold 3"/>
          <p:cNvSpPr>
            <a:spLocks noGrp="1"/>
          </p:cNvSpPr>
          <p:nvPr>
            <p:ph sz="half" idx="2"/>
          </p:nvPr>
        </p:nvSpPr>
        <p:spPr>
          <a:xfrm>
            <a:off x="6172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dato 4"/>
          <p:cNvSpPr>
            <a:spLocks noGrp="1"/>
          </p:cNvSpPr>
          <p:nvPr>
            <p:ph type="dt" sz="half" idx="10"/>
          </p:nvPr>
        </p:nvSpPr>
        <p:spPr/>
        <p:txBody>
          <a:bodyPr/>
          <a:lstStyle/>
          <a:p>
            <a:fld id="{8A6A633E-113A-40A3-B5DF-309433504374}"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168823832"/>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tel 1"/>
          <p:cNvSpPr>
            <a:spLocks noGrp="1"/>
          </p:cNvSpPr>
          <p:nvPr>
            <p:ph type="title"/>
          </p:nvPr>
        </p:nvSpPr>
        <p:spPr>
          <a:xfrm>
            <a:off x="839788" y="365125"/>
            <a:ext cx="10515600" cy="1325563"/>
          </a:xfrm>
        </p:spPr>
        <p:txBody>
          <a:bodyPr/>
          <a:lstStyle/>
          <a:p>
            <a:r>
              <a:rPr lang="nb-NO"/>
              <a:t>Klikk for å redigere tittelstil</a:t>
            </a:r>
          </a:p>
        </p:txBody>
      </p:sp>
      <p:sp>
        <p:nvSpPr>
          <p:cNvPr id="3" name="Plassholder for teks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4" name="Plassholder for innhold 3"/>
          <p:cNvSpPr>
            <a:spLocks noGrp="1"/>
          </p:cNvSpPr>
          <p:nvPr>
            <p:ph sz="half" idx="2"/>
          </p:nvPr>
        </p:nvSpPr>
        <p:spPr>
          <a:xfrm>
            <a:off x="839788" y="2505075"/>
            <a:ext cx="5157787"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teks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6" name="Plassholder for innhold 5"/>
          <p:cNvSpPr>
            <a:spLocks noGrp="1"/>
          </p:cNvSpPr>
          <p:nvPr>
            <p:ph sz="quarter" idx="4"/>
          </p:nvPr>
        </p:nvSpPr>
        <p:spPr>
          <a:xfrm>
            <a:off x="6172200" y="2505075"/>
            <a:ext cx="5183188"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7" name="Plassholder for dato 6"/>
          <p:cNvSpPr>
            <a:spLocks noGrp="1"/>
          </p:cNvSpPr>
          <p:nvPr>
            <p:ph type="dt" sz="half" idx="10"/>
          </p:nvPr>
        </p:nvSpPr>
        <p:spPr/>
        <p:txBody>
          <a:bodyPr/>
          <a:lstStyle/>
          <a:p>
            <a:fld id="{DB1AABEA-AC51-4328-AC04-D6A473FBEFFA}" type="datetime1">
              <a:rPr lang="nb-NO" smtClean="0"/>
              <a:t>27.08.2024</a:t>
            </a:fld>
            <a:endParaRPr lang="nb-NO"/>
          </a:p>
        </p:txBody>
      </p:sp>
      <p:sp>
        <p:nvSpPr>
          <p:cNvPr id="8" name="Plassholder for bunntekst 7"/>
          <p:cNvSpPr>
            <a:spLocks noGrp="1"/>
          </p:cNvSpPr>
          <p:nvPr>
            <p:ph type="ftr" sz="quarter" idx="11"/>
          </p:nvPr>
        </p:nvSpPr>
        <p:spPr/>
        <p:txBody>
          <a:bodyPr/>
          <a:lstStyle/>
          <a:p>
            <a:r>
              <a:rPr lang="nb-NO"/>
              <a:t>Control Trafikkskole</a:t>
            </a:r>
          </a:p>
        </p:txBody>
      </p:sp>
      <p:sp>
        <p:nvSpPr>
          <p:cNvPr id="9" name="Plassholder for lysbildenummer 8"/>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774806374"/>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dato 2"/>
          <p:cNvSpPr>
            <a:spLocks noGrp="1"/>
          </p:cNvSpPr>
          <p:nvPr>
            <p:ph type="dt" sz="half" idx="10"/>
          </p:nvPr>
        </p:nvSpPr>
        <p:spPr/>
        <p:txBody>
          <a:bodyPr/>
          <a:lstStyle/>
          <a:p>
            <a:fld id="{4C687F96-777E-464B-AC85-7C411DC29C9E}" type="datetime1">
              <a:rPr lang="nb-NO" smtClean="0"/>
              <a:t>27.08.2024</a:t>
            </a:fld>
            <a:endParaRPr lang="nb-NO"/>
          </a:p>
        </p:txBody>
      </p:sp>
      <p:sp>
        <p:nvSpPr>
          <p:cNvPr id="4" name="Plassholder for bunntekst 3"/>
          <p:cNvSpPr>
            <a:spLocks noGrp="1"/>
          </p:cNvSpPr>
          <p:nvPr>
            <p:ph type="ftr" sz="quarter" idx="11"/>
          </p:nvPr>
        </p:nvSpPr>
        <p:spPr/>
        <p:txBody>
          <a:bodyPr/>
          <a:lstStyle/>
          <a:p>
            <a:r>
              <a:rPr lang="nb-NO"/>
              <a:t>Control Trafikkskole</a:t>
            </a:r>
          </a:p>
        </p:txBody>
      </p:sp>
      <p:sp>
        <p:nvSpPr>
          <p:cNvPr id="5" name="Plassholder for lysbildenummer 4"/>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966108296"/>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type="blank" preserve="1">
  <p:cSld name="Tomt">
    <p:spTree>
      <p:nvGrpSpPr>
        <p:cNvPr id="1" name=""/>
        <p:cNvGrpSpPr/>
        <p:nvPr/>
      </p:nvGrpSpPr>
      <p:grpSpPr>
        <a:xfrm>
          <a:off x="0" y="0"/>
          <a:ext cx="0" cy="0"/>
          <a:chOff x="0" y="0"/>
          <a:chExt cx="0" cy="0"/>
        </a:xfrm>
      </p:grpSpPr>
      <p:sp>
        <p:nvSpPr>
          <p:cNvPr id="2" name="Plassholder for dato 1"/>
          <p:cNvSpPr>
            <a:spLocks noGrp="1"/>
          </p:cNvSpPr>
          <p:nvPr>
            <p:ph type="dt" sz="half" idx="10"/>
          </p:nvPr>
        </p:nvSpPr>
        <p:spPr/>
        <p:txBody>
          <a:bodyPr/>
          <a:lstStyle/>
          <a:p>
            <a:fld id="{65841D3B-53B1-4451-8DA8-4D2E9C109CAE}" type="datetime1">
              <a:rPr lang="nb-NO" smtClean="0"/>
              <a:t>27.08.2024</a:t>
            </a:fld>
            <a:endParaRPr lang="nb-NO"/>
          </a:p>
        </p:txBody>
      </p:sp>
      <p:sp>
        <p:nvSpPr>
          <p:cNvPr id="3" name="Plassholder for bunntekst 2"/>
          <p:cNvSpPr>
            <a:spLocks noGrp="1"/>
          </p:cNvSpPr>
          <p:nvPr>
            <p:ph type="ftr" sz="quarter" idx="11"/>
          </p:nvPr>
        </p:nvSpPr>
        <p:spPr/>
        <p:txBody>
          <a:bodyPr/>
          <a:lstStyle/>
          <a:p>
            <a:r>
              <a:rPr lang="nb-NO"/>
              <a:t>Control Trafikkskole</a:t>
            </a:r>
          </a:p>
        </p:txBody>
      </p:sp>
      <p:sp>
        <p:nvSpPr>
          <p:cNvPr id="4" name="Plassholder for lysbildenummer 3"/>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361094895"/>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type="objTx" preserve="1">
  <p:cSld name="Innhold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innhold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EB26FBBC-0418-48C2-8890-11A46376952C}"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292630185"/>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type="picTx" preserve="1">
  <p:cSld name="Bilde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bild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EA38277C-1F4D-4BF3-8A8D-5F590BD445F3}"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480499095"/>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type="vertTx" preserve="1">
  <p:cSld name="Loddrett tekst">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loddrett tekst 2"/>
          <p:cNvSpPr>
            <a:spLocks noGrp="1"/>
          </p:cNvSpPr>
          <p:nvPr>
            <p:ph type="body" orient="vert" idx="1"/>
          </p:nvPr>
        </p:nvSpPr>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F686E785-5054-4376-A54C-96C761819AD8}"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006932222"/>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type="vertTitleAndTx" preserve="1">
  <p:cSld name="Loddrett tittel og tekst">
    <p:spTree>
      <p:nvGrpSpPr>
        <p:cNvPr id="1" name=""/>
        <p:cNvGrpSpPr/>
        <p:nvPr/>
      </p:nvGrpSpPr>
      <p:grpSpPr>
        <a:xfrm>
          <a:off x="0" y="0"/>
          <a:ext cx="0" cy="0"/>
          <a:chOff x="0" y="0"/>
          <a:chExt cx="0" cy="0"/>
        </a:xfrm>
      </p:grpSpPr>
      <p:sp>
        <p:nvSpPr>
          <p:cNvPr id="2" name="Loddrett tittel 1"/>
          <p:cNvSpPr>
            <a:spLocks noGrp="1"/>
          </p:cNvSpPr>
          <p:nvPr>
            <p:ph type="title" orient="vert"/>
          </p:nvPr>
        </p:nvSpPr>
        <p:spPr>
          <a:xfrm>
            <a:off x="8724900" y="365125"/>
            <a:ext cx="2628900" cy="5811838"/>
          </a:xfrm>
        </p:spPr>
        <p:txBody>
          <a:bodyPr vert="eaVert"/>
          <a:lstStyle/>
          <a:p>
            <a:r>
              <a:rPr lang="nb-NO"/>
              <a:t>Klikk for å redigere tittelstil</a:t>
            </a:r>
          </a:p>
        </p:txBody>
      </p:sp>
      <p:sp>
        <p:nvSpPr>
          <p:cNvPr id="3" name="Plassholder for loddrett tekst 2"/>
          <p:cNvSpPr>
            <a:spLocks noGrp="1"/>
          </p:cNvSpPr>
          <p:nvPr>
            <p:ph type="body" orient="vert" idx="1"/>
          </p:nvPr>
        </p:nvSpPr>
        <p:spPr>
          <a:xfrm>
            <a:off x="838200" y="365125"/>
            <a:ext cx="7734300" cy="5811838"/>
          </a:xfrm>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E1F0C89B-635F-4C22-B960-7F8A0E09106A}"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773106912"/>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type="title" preserve="1">
  <p:cSld name="Tittellysbilde">
    <p:spTree>
      <p:nvGrpSpPr>
        <p:cNvPr id="1" name=""/>
        <p:cNvGrpSpPr/>
        <p:nvPr/>
      </p:nvGrpSpPr>
      <p:grpSpPr>
        <a:xfrm>
          <a:off x="0" y="0"/>
          <a:ext cx="0" cy="0"/>
          <a:chOff x="0" y="0"/>
          <a:chExt cx="0" cy="0"/>
        </a:xfrm>
      </p:grpSpPr>
      <p:sp>
        <p:nvSpPr>
          <p:cNvPr id="2" name="Tittel 1"/>
          <p:cNvSpPr>
            <a:spLocks noGrp="1"/>
          </p:cNvSpPr>
          <p:nvPr>
            <p:ph type="ctrTitle"/>
          </p:nvPr>
        </p:nvSpPr>
        <p:spPr>
          <a:xfrm>
            <a:off x="1524000" y="1122363"/>
            <a:ext cx="9144000" cy="2387600"/>
          </a:xfrm>
        </p:spPr>
        <p:txBody>
          <a:bodyPr anchor="b"/>
          <a:lstStyle>
            <a:lvl1pPr algn="ctr">
              <a:defRPr sz="6000"/>
            </a:lvl1pPr>
          </a:lstStyle>
          <a:p>
            <a:r>
              <a:rPr lang="nb-NO"/>
              <a:t>Klikk for å redigere tittelstil</a:t>
            </a:r>
          </a:p>
        </p:txBody>
      </p:sp>
      <p:sp>
        <p:nvSpPr>
          <p:cNvPr id="3" name="Undertit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b-NO"/>
              <a:t>Klikk for å redigere undertittelstil i malen</a:t>
            </a:r>
          </a:p>
        </p:txBody>
      </p:sp>
      <p:sp>
        <p:nvSpPr>
          <p:cNvPr id="4" name="Plassholder for dato 3"/>
          <p:cNvSpPr>
            <a:spLocks noGrp="1"/>
          </p:cNvSpPr>
          <p:nvPr>
            <p:ph type="dt" sz="half" idx="10"/>
          </p:nvPr>
        </p:nvSpPr>
        <p:spPr/>
        <p:txBody>
          <a:bodyPr/>
          <a:lstStyle/>
          <a:p>
            <a:fld id="{84328F5A-E843-4FA4-AEC2-3824A90F2405}"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806873763"/>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idx="1"/>
          </p:nvPr>
        </p:nvSpPr>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FCAD42E7-9174-407D-AFF7-04AC45796B0D}"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3398274433"/>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type="secHead" preserve="1">
  <p:cSld name="Deloverskrift">
    <p:spTree>
      <p:nvGrpSpPr>
        <p:cNvPr id="1" name=""/>
        <p:cNvGrpSpPr/>
        <p:nvPr/>
      </p:nvGrpSpPr>
      <p:grpSpPr>
        <a:xfrm>
          <a:off x="0" y="0"/>
          <a:ext cx="0" cy="0"/>
          <a:chOff x="0" y="0"/>
          <a:chExt cx="0" cy="0"/>
        </a:xfrm>
      </p:grpSpPr>
      <p:sp>
        <p:nvSpPr>
          <p:cNvPr id="2" name="Tittel 1"/>
          <p:cNvSpPr>
            <a:spLocks noGrp="1"/>
          </p:cNvSpPr>
          <p:nvPr>
            <p:ph type="title"/>
          </p:nvPr>
        </p:nvSpPr>
        <p:spPr>
          <a:xfrm>
            <a:off x="831850" y="1709738"/>
            <a:ext cx="10515600" cy="2852737"/>
          </a:xfrm>
        </p:spPr>
        <p:txBody>
          <a:bodyPr anchor="b"/>
          <a:lstStyle>
            <a:lvl1pPr>
              <a:defRPr sz="6000"/>
            </a:lvl1pPr>
          </a:lstStyle>
          <a:p>
            <a:r>
              <a:rPr lang="nb-NO"/>
              <a:t>Klikk for å redigere tittelstil</a:t>
            </a:r>
          </a:p>
        </p:txBody>
      </p:sp>
      <p:sp>
        <p:nvSpPr>
          <p:cNvPr id="3" name="Plassholder for teks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b-NO"/>
              <a:t>Rediger tekststiler i malen</a:t>
            </a:r>
          </a:p>
        </p:txBody>
      </p:sp>
      <p:sp>
        <p:nvSpPr>
          <p:cNvPr id="4" name="Plassholder for dato 3"/>
          <p:cNvSpPr>
            <a:spLocks noGrp="1"/>
          </p:cNvSpPr>
          <p:nvPr>
            <p:ph type="dt" sz="half" idx="10"/>
          </p:nvPr>
        </p:nvSpPr>
        <p:spPr/>
        <p:txBody>
          <a:bodyPr/>
          <a:lstStyle/>
          <a:p>
            <a:fld id="{431A28A4-8569-4354-ACCF-BFC361450B19}"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3430063225"/>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sz="half" idx="1"/>
          </p:nvPr>
        </p:nvSpPr>
        <p:spPr>
          <a:xfrm>
            <a:off x="838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innhold 3"/>
          <p:cNvSpPr>
            <a:spLocks noGrp="1"/>
          </p:cNvSpPr>
          <p:nvPr>
            <p:ph sz="half" idx="2"/>
          </p:nvPr>
        </p:nvSpPr>
        <p:spPr>
          <a:xfrm>
            <a:off x="6172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dato 4"/>
          <p:cNvSpPr>
            <a:spLocks noGrp="1"/>
          </p:cNvSpPr>
          <p:nvPr>
            <p:ph type="dt" sz="half" idx="10"/>
          </p:nvPr>
        </p:nvSpPr>
        <p:spPr/>
        <p:txBody>
          <a:bodyPr/>
          <a:lstStyle/>
          <a:p>
            <a:fld id="{DC7DD886-1F3D-4E79-A92B-2863FAA88D90}"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190292835"/>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tel 1"/>
          <p:cNvSpPr>
            <a:spLocks noGrp="1"/>
          </p:cNvSpPr>
          <p:nvPr>
            <p:ph type="title"/>
          </p:nvPr>
        </p:nvSpPr>
        <p:spPr>
          <a:xfrm>
            <a:off x="839788" y="365125"/>
            <a:ext cx="10515600" cy="1325563"/>
          </a:xfrm>
        </p:spPr>
        <p:txBody>
          <a:bodyPr/>
          <a:lstStyle/>
          <a:p>
            <a:r>
              <a:rPr lang="nb-NO"/>
              <a:t>Klikk for å redigere tittelstil</a:t>
            </a:r>
          </a:p>
        </p:txBody>
      </p:sp>
      <p:sp>
        <p:nvSpPr>
          <p:cNvPr id="3" name="Plassholder for teks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4" name="Plassholder for innhold 3"/>
          <p:cNvSpPr>
            <a:spLocks noGrp="1"/>
          </p:cNvSpPr>
          <p:nvPr>
            <p:ph sz="half" idx="2"/>
          </p:nvPr>
        </p:nvSpPr>
        <p:spPr>
          <a:xfrm>
            <a:off x="839788" y="2505075"/>
            <a:ext cx="5157787"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teks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6" name="Plassholder for innhold 5"/>
          <p:cNvSpPr>
            <a:spLocks noGrp="1"/>
          </p:cNvSpPr>
          <p:nvPr>
            <p:ph sz="quarter" idx="4"/>
          </p:nvPr>
        </p:nvSpPr>
        <p:spPr>
          <a:xfrm>
            <a:off x="6172200" y="2505075"/>
            <a:ext cx="5183188"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7" name="Plassholder for dato 6"/>
          <p:cNvSpPr>
            <a:spLocks noGrp="1"/>
          </p:cNvSpPr>
          <p:nvPr>
            <p:ph type="dt" sz="half" idx="10"/>
          </p:nvPr>
        </p:nvSpPr>
        <p:spPr/>
        <p:txBody>
          <a:bodyPr/>
          <a:lstStyle/>
          <a:p>
            <a:fld id="{BDAFBC40-80C9-4002-931D-B8E34EDE79B8}" type="datetime1">
              <a:rPr lang="nb-NO" smtClean="0"/>
              <a:t>27.08.2024</a:t>
            </a:fld>
            <a:endParaRPr lang="nb-NO"/>
          </a:p>
        </p:txBody>
      </p:sp>
      <p:sp>
        <p:nvSpPr>
          <p:cNvPr id="8" name="Plassholder for bunntekst 7"/>
          <p:cNvSpPr>
            <a:spLocks noGrp="1"/>
          </p:cNvSpPr>
          <p:nvPr>
            <p:ph type="ftr" sz="quarter" idx="11"/>
          </p:nvPr>
        </p:nvSpPr>
        <p:spPr/>
        <p:txBody>
          <a:bodyPr/>
          <a:lstStyle/>
          <a:p>
            <a:r>
              <a:rPr lang="nb-NO"/>
              <a:t>Control Trafikkskole</a:t>
            </a:r>
          </a:p>
        </p:txBody>
      </p:sp>
      <p:sp>
        <p:nvSpPr>
          <p:cNvPr id="9" name="Plassholder for lysbildenummer 8"/>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3604680908"/>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dato 2"/>
          <p:cNvSpPr>
            <a:spLocks noGrp="1"/>
          </p:cNvSpPr>
          <p:nvPr>
            <p:ph type="dt" sz="half" idx="10"/>
          </p:nvPr>
        </p:nvSpPr>
        <p:spPr/>
        <p:txBody>
          <a:bodyPr/>
          <a:lstStyle/>
          <a:p>
            <a:fld id="{B55B59DE-5546-4CA5-9BFD-79D6F8A37B5F}" type="datetime1">
              <a:rPr lang="nb-NO" smtClean="0"/>
              <a:t>27.08.2024</a:t>
            </a:fld>
            <a:endParaRPr lang="nb-NO"/>
          </a:p>
        </p:txBody>
      </p:sp>
      <p:sp>
        <p:nvSpPr>
          <p:cNvPr id="4" name="Plassholder for bunntekst 3"/>
          <p:cNvSpPr>
            <a:spLocks noGrp="1"/>
          </p:cNvSpPr>
          <p:nvPr>
            <p:ph type="ftr" sz="quarter" idx="11"/>
          </p:nvPr>
        </p:nvSpPr>
        <p:spPr/>
        <p:txBody>
          <a:bodyPr/>
          <a:lstStyle/>
          <a:p>
            <a:r>
              <a:rPr lang="nb-NO"/>
              <a:t>Control Trafikkskole</a:t>
            </a:r>
          </a:p>
        </p:txBody>
      </p:sp>
      <p:sp>
        <p:nvSpPr>
          <p:cNvPr id="5" name="Plassholder for lysbildenummer 4"/>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263556128"/>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type="blank" preserve="1">
  <p:cSld name="Rutevalg">
    <p:spTree>
      <p:nvGrpSpPr>
        <p:cNvPr id="1" name=""/>
        <p:cNvGrpSpPr/>
        <p:nvPr/>
      </p:nvGrpSpPr>
      <p:grpSpPr>
        <a:xfrm>
          <a:off x="0" y="0"/>
          <a:ext cx="0" cy="0"/>
          <a:chOff x="0" y="0"/>
          <a:chExt cx="0" cy="0"/>
        </a:xfrm>
      </p:grpSpPr>
      <p:sp>
        <p:nvSpPr>
          <p:cNvPr id="2" name="Plassholder for dato 1"/>
          <p:cNvSpPr>
            <a:spLocks noGrp="1"/>
          </p:cNvSpPr>
          <p:nvPr>
            <p:ph type="dt" sz="half" idx="10"/>
          </p:nvPr>
        </p:nvSpPr>
        <p:spPr/>
        <p:txBody>
          <a:bodyPr/>
          <a:lstStyle/>
          <a:p>
            <a:fld id="{288C3D6A-D546-4181-9726-AB653159D91F}" type="datetime1">
              <a:rPr lang="nb-NO" smtClean="0"/>
              <a:t>27.08.2024</a:t>
            </a:fld>
            <a:endParaRPr lang="nb-NO"/>
          </a:p>
        </p:txBody>
      </p:sp>
      <p:sp>
        <p:nvSpPr>
          <p:cNvPr id="3" name="Plassholder for bunntekst 2"/>
          <p:cNvSpPr>
            <a:spLocks noGrp="1"/>
          </p:cNvSpPr>
          <p:nvPr>
            <p:ph type="ftr" sz="quarter" idx="11"/>
          </p:nvPr>
        </p:nvSpPr>
        <p:spPr/>
        <p:txBody>
          <a:bodyPr/>
          <a:lstStyle/>
          <a:p>
            <a:r>
              <a:rPr lang="nb-NO"/>
              <a:t>Control Trafikkskole</a:t>
            </a:r>
          </a:p>
        </p:txBody>
      </p:sp>
      <p:sp>
        <p:nvSpPr>
          <p:cNvPr id="4" name="Plassholder for lysbildenummer 3"/>
          <p:cNvSpPr>
            <a:spLocks noGrp="1"/>
          </p:cNvSpPr>
          <p:nvPr>
            <p:ph type="sldNum" sz="quarter" idx="12"/>
          </p:nvPr>
        </p:nvSpPr>
        <p:spPr/>
        <p:txBody>
          <a:bodyPr/>
          <a:lstStyle/>
          <a:p>
            <a:fld id="{2EEBBCFE-599B-47F9-B84D-4259C5E2055D}" type="slidenum">
              <a:rPr lang="nb-NO" smtClean="0"/>
              <a:t>‹#›</a:t>
            </a:fld>
            <a:endParaRPr lang="nb-NO"/>
          </a:p>
        </p:txBody>
      </p:sp>
      <p:sp>
        <p:nvSpPr>
          <p:cNvPr id="5" name="Parallellogram 4">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6" name="Parallellogram 5">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7" name="Parallellogram 6">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8" name="Parallellogram 7">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9" name="Parallellogram 8">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0" name="Parallellogram 9">
            <a:hlinkClick r:id="rId7" action="ppaction://hlinksldjump"/>
          </p:cNvPr>
          <p:cNvSpPr/>
          <p:nvPr userDrawn="1"/>
        </p:nvSpPr>
        <p:spPr>
          <a:xfrm>
            <a:off x="8979304"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11" name="Parallellogram 10">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2962054260"/>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type="objTx" preserve="1">
  <p:cSld name="Innhold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innhold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84A43876-DD19-452C-9999-E1EB3AFD82AD}"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3767523148"/>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type="picTx" preserve="1">
  <p:cSld name="Bilde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bild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8E590610-BA39-4B1E-90D1-C2917A52C9EB}"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4021611432"/>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type="vertTx" preserve="1">
  <p:cSld name="Loddrett tekst">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loddrett tekst 2"/>
          <p:cNvSpPr>
            <a:spLocks noGrp="1"/>
          </p:cNvSpPr>
          <p:nvPr>
            <p:ph type="body" orient="vert" idx="1"/>
          </p:nvPr>
        </p:nvSpPr>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4B382CAC-95E8-4472-992D-3D68B1A10B0D}"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700584828"/>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type="vertTitleAndTx" preserve="1">
  <p:cSld name="Loddrett tittel og tekst">
    <p:spTree>
      <p:nvGrpSpPr>
        <p:cNvPr id="1" name=""/>
        <p:cNvGrpSpPr/>
        <p:nvPr/>
      </p:nvGrpSpPr>
      <p:grpSpPr>
        <a:xfrm>
          <a:off x="0" y="0"/>
          <a:ext cx="0" cy="0"/>
          <a:chOff x="0" y="0"/>
          <a:chExt cx="0" cy="0"/>
        </a:xfrm>
      </p:grpSpPr>
      <p:sp>
        <p:nvSpPr>
          <p:cNvPr id="2" name="Loddrett tittel 1"/>
          <p:cNvSpPr>
            <a:spLocks noGrp="1"/>
          </p:cNvSpPr>
          <p:nvPr>
            <p:ph type="title" orient="vert"/>
          </p:nvPr>
        </p:nvSpPr>
        <p:spPr>
          <a:xfrm>
            <a:off x="8724900" y="365125"/>
            <a:ext cx="2628900" cy="5811838"/>
          </a:xfrm>
        </p:spPr>
        <p:txBody>
          <a:bodyPr vert="eaVert"/>
          <a:lstStyle/>
          <a:p>
            <a:r>
              <a:rPr lang="nb-NO"/>
              <a:t>Klikk for å redigere tittelstil</a:t>
            </a:r>
          </a:p>
        </p:txBody>
      </p:sp>
      <p:sp>
        <p:nvSpPr>
          <p:cNvPr id="3" name="Plassholder for loddrett tekst 2"/>
          <p:cNvSpPr>
            <a:spLocks noGrp="1"/>
          </p:cNvSpPr>
          <p:nvPr>
            <p:ph type="body" orient="vert" idx="1"/>
          </p:nvPr>
        </p:nvSpPr>
        <p:spPr>
          <a:xfrm>
            <a:off x="838200" y="365125"/>
            <a:ext cx="7734300" cy="5811838"/>
          </a:xfrm>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7B1220C0-1931-4866-877C-7C7F09600294}"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144474371"/>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userDrawn="1">
  <p:cSld name="Mål">
    <p:spTree>
      <p:nvGrpSpPr>
        <p:cNvPr id="1" name=""/>
        <p:cNvGrpSpPr/>
        <p:nvPr/>
      </p:nvGrpSpPr>
      <p:grpSpPr>
        <a:xfrm>
          <a:off x="0" y="0"/>
          <a:ext cx="0" cy="0"/>
          <a:chOff x="0" y="0"/>
          <a:chExt cx="0" cy="0"/>
        </a:xfrm>
      </p:grpSpPr>
      <p:sp>
        <p:nvSpPr>
          <p:cNvPr id="7" name="Parallellogram 6">
            <a:hlinkClick r:id="rId2" action="ppaction://hlinksldjump"/>
          </p:cNvPr>
          <p:cNvSpPr/>
          <p:nvPr userDrawn="1"/>
        </p:nvSpPr>
        <p:spPr>
          <a:xfrm>
            <a:off x="1428744"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8" name="Parallellogram 7">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9" name="Parallellogram 8">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0" name="Parallellogram 9">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1" name="Parallellogram 10">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2" name="Parallellogram 11">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13" name="Parallellogram 12">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796402735"/>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userDrawn="1">
  <p:cSld name="Innhold">
    <p:spTree>
      <p:nvGrpSpPr>
        <p:cNvPr id="1" name=""/>
        <p:cNvGrpSpPr/>
        <p:nvPr/>
      </p:nvGrpSpPr>
      <p:grpSpPr>
        <a:xfrm>
          <a:off x="0" y="0"/>
          <a:ext cx="0" cy="0"/>
          <a:chOff x="0" y="0"/>
          <a:chExt cx="0" cy="0"/>
        </a:xfrm>
      </p:grpSpPr>
      <p:sp>
        <p:nvSpPr>
          <p:cNvPr id="7" name="Parallellogram 6">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8" name="Parallellogram 7">
            <a:hlinkClick r:id="rId3" action="ppaction://hlinksldjump"/>
          </p:cNvPr>
          <p:cNvSpPr/>
          <p:nvPr userDrawn="1"/>
        </p:nvSpPr>
        <p:spPr>
          <a:xfrm>
            <a:off x="2938557"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9" name="Parallellogram 8">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0" name="Parallellogram 9">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1" name="Parallellogram 10">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2" name="Parallellogram 11">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13" name="Parallellogram 12">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2401756967"/>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userDrawn="1">
  <p:cSld name="Elev">
    <p:spTree>
      <p:nvGrpSpPr>
        <p:cNvPr id="1" name=""/>
        <p:cNvGrpSpPr/>
        <p:nvPr/>
      </p:nvGrpSpPr>
      <p:grpSpPr>
        <a:xfrm>
          <a:off x="0" y="0"/>
          <a:ext cx="0" cy="0"/>
          <a:chOff x="0" y="0"/>
          <a:chExt cx="0" cy="0"/>
        </a:xfrm>
      </p:grpSpPr>
      <p:sp>
        <p:nvSpPr>
          <p:cNvPr id="8" name="Parallellogram 7">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9" name="Parallellogram 8">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0" name="Parallellogram 9">
            <a:hlinkClick r:id="rId4" action="ppaction://hlinksldjump"/>
          </p:cNvPr>
          <p:cNvSpPr/>
          <p:nvPr userDrawn="1"/>
        </p:nvSpPr>
        <p:spPr>
          <a:xfrm>
            <a:off x="4449118"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1" name="Parallellogram 10">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2" name="Parallellogram 11">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3" name="Parallellogram 12">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14" name="Parallellogram 13">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1519512530"/>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userDrawn="1">
  <p:cSld name="Lærer">
    <p:spTree>
      <p:nvGrpSpPr>
        <p:cNvPr id="1" name=""/>
        <p:cNvGrpSpPr/>
        <p:nvPr/>
      </p:nvGrpSpPr>
      <p:grpSpPr>
        <a:xfrm>
          <a:off x="0" y="0"/>
          <a:ext cx="0" cy="0"/>
          <a:chOff x="0" y="0"/>
          <a:chExt cx="0" cy="0"/>
        </a:xfrm>
      </p:grpSpPr>
      <p:sp>
        <p:nvSpPr>
          <p:cNvPr id="10" name="Parallellogram 9">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1" name="Parallellogram 10">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2" name="Parallellogram 11">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3" name="Parallellogram 12">
            <a:hlinkClick r:id="rId5" action="ppaction://hlinksldjump"/>
          </p:cNvPr>
          <p:cNvSpPr/>
          <p:nvPr userDrawn="1"/>
        </p:nvSpPr>
        <p:spPr>
          <a:xfrm>
            <a:off x="5959678"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4" name="Parallellogram 13">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5" name="Parallellogram 14">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16" name="Parallellogram 15">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2151129919"/>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userDrawn="1">
  <p:cSld name="Metode">
    <p:spTree>
      <p:nvGrpSpPr>
        <p:cNvPr id="1" name=""/>
        <p:cNvGrpSpPr/>
        <p:nvPr/>
      </p:nvGrpSpPr>
      <p:grpSpPr>
        <a:xfrm>
          <a:off x="0" y="0"/>
          <a:ext cx="0" cy="0"/>
          <a:chOff x="0" y="0"/>
          <a:chExt cx="0" cy="0"/>
        </a:xfrm>
      </p:grpSpPr>
      <p:sp>
        <p:nvSpPr>
          <p:cNvPr id="6" name="Parallellogram 5">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7" name="Parallellogram 6">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8" name="Parallellogram 7">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9" name="Parallellogram 8">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0" name="Parallellogram 9">
            <a:hlinkClick r:id="rId6" action="ppaction://hlinksldjump"/>
          </p:cNvPr>
          <p:cNvSpPr/>
          <p:nvPr userDrawn="1"/>
        </p:nvSpPr>
        <p:spPr>
          <a:xfrm>
            <a:off x="7469491"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1" name="Parallellogram 10">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12" name="Parallellogram 11">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584199047"/>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userDrawn="1">
  <p:cSld name="Vurdering">
    <p:spTree>
      <p:nvGrpSpPr>
        <p:cNvPr id="1" name=""/>
        <p:cNvGrpSpPr/>
        <p:nvPr/>
      </p:nvGrpSpPr>
      <p:grpSpPr>
        <a:xfrm>
          <a:off x="0" y="0"/>
          <a:ext cx="0" cy="0"/>
          <a:chOff x="0" y="0"/>
          <a:chExt cx="0" cy="0"/>
        </a:xfrm>
      </p:grpSpPr>
      <p:sp>
        <p:nvSpPr>
          <p:cNvPr id="8" name="Parallellogram 7">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9" name="Parallellogram 8">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0" name="Parallellogram 9">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1" name="Parallellogram 10">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2" name="Parallellogram 11">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3" name="Parallellogram 12">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14" name="Parallellogram 13">
            <a:hlinkClick r:id="rId8" action="ppaction://hlinksldjump"/>
          </p:cNvPr>
          <p:cNvSpPr/>
          <p:nvPr userDrawn="1"/>
        </p:nvSpPr>
        <p:spPr>
          <a:xfrm>
            <a:off x="10489865"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2206666355"/>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type="title" preserve="1">
  <p:cSld name="Tittellysbilde">
    <p:spTree>
      <p:nvGrpSpPr>
        <p:cNvPr id="1" name=""/>
        <p:cNvGrpSpPr/>
        <p:nvPr/>
      </p:nvGrpSpPr>
      <p:grpSpPr>
        <a:xfrm>
          <a:off x="0" y="0"/>
          <a:ext cx="0" cy="0"/>
          <a:chOff x="0" y="0"/>
          <a:chExt cx="0" cy="0"/>
        </a:xfrm>
      </p:grpSpPr>
      <p:sp>
        <p:nvSpPr>
          <p:cNvPr id="2" name="Tittel 1"/>
          <p:cNvSpPr>
            <a:spLocks noGrp="1"/>
          </p:cNvSpPr>
          <p:nvPr>
            <p:ph type="ctrTitle"/>
          </p:nvPr>
        </p:nvSpPr>
        <p:spPr>
          <a:xfrm>
            <a:off x="1524000" y="1122363"/>
            <a:ext cx="9144000" cy="2387600"/>
          </a:xfrm>
        </p:spPr>
        <p:txBody>
          <a:bodyPr anchor="b"/>
          <a:lstStyle>
            <a:lvl1pPr algn="ctr">
              <a:defRPr sz="6000"/>
            </a:lvl1pPr>
          </a:lstStyle>
          <a:p>
            <a:r>
              <a:rPr lang="nb-NO"/>
              <a:t>Klikk for å redigere tittelstil</a:t>
            </a:r>
          </a:p>
        </p:txBody>
      </p:sp>
      <p:sp>
        <p:nvSpPr>
          <p:cNvPr id="3" name="Undertit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b-NO"/>
              <a:t>Klikk for å redigere undertittelstil i malen</a:t>
            </a:r>
          </a:p>
        </p:txBody>
      </p:sp>
      <p:sp>
        <p:nvSpPr>
          <p:cNvPr id="4" name="Plassholder for dato 3"/>
          <p:cNvSpPr>
            <a:spLocks noGrp="1"/>
          </p:cNvSpPr>
          <p:nvPr>
            <p:ph type="dt" sz="half" idx="10"/>
          </p:nvPr>
        </p:nvSpPr>
        <p:spPr/>
        <p:txBody>
          <a:bodyPr/>
          <a:lstStyle/>
          <a:p>
            <a:fld id="{29898B12-C6C8-4F27-A178-924BDA172E79}"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011534793"/>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idx="1"/>
          </p:nvPr>
        </p:nvSpPr>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D8359E41-872A-4F10-ABA1-003E9CE9FFC4}"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344630842"/>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type="secHead" preserve="1">
  <p:cSld name="Deloverskrift">
    <p:spTree>
      <p:nvGrpSpPr>
        <p:cNvPr id="1" name=""/>
        <p:cNvGrpSpPr/>
        <p:nvPr/>
      </p:nvGrpSpPr>
      <p:grpSpPr>
        <a:xfrm>
          <a:off x="0" y="0"/>
          <a:ext cx="0" cy="0"/>
          <a:chOff x="0" y="0"/>
          <a:chExt cx="0" cy="0"/>
        </a:xfrm>
      </p:grpSpPr>
      <p:sp>
        <p:nvSpPr>
          <p:cNvPr id="2" name="Tittel 1"/>
          <p:cNvSpPr>
            <a:spLocks noGrp="1"/>
          </p:cNvSpPr>
          <p:nvPr>
            <p:ph type="title"/>
          </p:nvPr>
        </p:nvSpPr>
        <p:spPr>
          <a:xfrm>
            <a:off x="831850" y="1709738"/>
            <a:ext cx="10515600" cy="2852737"/>
          </a:xfrm>
        </p:spPr>
        <p:txBody>
          <a:bodyPr anchor="b"/>
          <a:lstStyle>
            <a:lvl1pPr>
              <a:defRPr sz="6000"/>
            </a:lvl1pPr>
          </a:lstStyle>
          <a:p>
            <a:r>
              <a:rPr lang="nb-NO"/>
              <a:t>Klikk for å redigere tittelstil</a:t>
            </a:r>
          </a:p>
        </p:txBody>
      </p:sp>
      <p:sp>
        <p:nvSpPr>
          <p:cNvPr id="3" name="Plassholder for teks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b-NO"/>
              <a:t>Rediger tekststiler i malen</a:t>
            </a:r>
          </a:p>
        </p:txBody>
      </p:sp>
      <p:sp>
        <p:nvSpPr>
          <p:cNvPr id="4" name="Plassholder for dato 3"/>
          <p:cNvSpPr>
            <a:spLocks noGrp="1"/>
          </p:cNvSpPr>
          <p:nvPr>
            <p:ph type="dt" sz="half" idx="10"/>
          </p:nvPr>
        </p:nvSpPr>
        <p:spPr/>
        <p:txBody>
          <a:bodyPr/>
          <a:lstStyle/>
          <a:p>
            <a:fld id="{6BE125AE-3EC8-4787-8FDE-BA0B53DFCD83}"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2132183417"/>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sz="half" idx="1"/>
          </p:nvPr>
        </p:nvSpPr>
        <p:spPr>
          <a:xfrm>
            <a:off x="838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innhold 3"/>
          <p:cNvSpPr>
            <a:spLocks noGrp="1"/>
          </p:cNvSpPr>
          <p:nvPr>
            <p:ph sz="half" idx="2"/>
          </p:nvPr>
        </p:nvSpPr>
        <p:spPr>
          <a:xfrm>
            <a:off x="6172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dato 4"/>
          <p:cNvSpPr>
            <a:spLocks noGrp="1"/>
          </p:cNvSpPr>
          <p:nvPr>
            <p:ph type="dt" sz="half" idx="10"/>
          </p:nvPr>
        </p:nvSpPr>
        <p:spPr/>
        <p:txBody>
          <a:bodyPr/>
          <a:lstStyle/>
          <a:p>
            <a:fld id="{D5E11E3F-1264-4B00-85CB-2AF0544CA4D7}"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1260708167"/>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tel 1"/>
          <p:cNvSpPr>
            <a:spLocks noGrp="1"/>
          </p:cNvSpPr>
          <p:nvPr>
            <p:ph type="title"/>
          </p:nvPr>
        </p:nvSpPr>
        <p:spPr>
          <a:xfrm>
            <a:off x="839788" y="365125"/>
            <a:ext cx="10515600" cy="1325563"/>
          </a:xfrm>
        </p:spPr>
        <p:txBody>
          <a:bodyPr/>
          <a:lstStyle/>
          <a:p>
            <a:r>
              <a:rPr lang="nb-NO"/>
              <a:t>Klikk for å redigere tittelstil</a:t>
            </a:r>
          </a:p>
        </p:txBody>
      </p:sp>
      <p:sp>
        <p:nvSpPr>
          <p:cNvPr id="3" name="Plassholder for teks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4" name="Plassholder for innhold 3"/>
          <p:cNvSpPr>
            <a:spLocks noGrp="1"/>
          </p:cNvSpPr>
          <p:nvPr>
            <p:ph sz="half" idx="2"/>
          </p:nvPr>
        </p:nvSpPr>
        <p:spPr>
          <a:xfrm>
            <a:off x="839788" y="2505075"/>
            <a:ext cx="5157787"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teks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6" name="Plassholder for innhold 5"/>
          <p:cNvSpPr>
            <a:spLocks noGrp="1"/>
          </p:cNvSpPr>
          <p:nvPr>
            <p:ph sz="quarter" idx="4"/>
          </p:nvPr>
        </p:nvSpPr>
        <p:spPr>
          <a:xfrm>
            <a:off x="6172200" y="2505075"/>
            <a:ext cx="5183188"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7" name="Plassholder for dato 6"/>
          <p:cNvSpPr>
            <a:spLocks noGrp="1"/>
          </p:cNvSpPr>
          <p:nvPr>
            <p:ph type="dt" sz="half" idx="10"/>
          </p:nvPr>
        </p:nvSpPr>
        <p:spPr/>
        <p:txBody>
          <a:bodyPr/>
          <a:lstStyle/>
          <a:p>
            <a:fld id="{FCF58148-6128-4079-8F04-3C8794917483}" type="datetime1">
              <a:rPr lang="nb-NO" smtClean="0"/>
              <a:t>27.08.2024</a:t>
            </a:fld>
            <a:endParaRPr lang="nb-NO"/>
          </a:p>
        </p:txBody>
      </p:sp>
      <p:sp>
        <p:nvSpPr>
          <p:cNvPr id="8" name="Plassholder for bunntekst 7"/>
          <p:cNvSpPr>
            <a:spLocks noGrp="1"/>
          </p:cNvSpPr>
          <p:nvPr>
            <p:ph type="ftr" sz="quarter" idx="11"/>
          </p:nvPr>
        </p:nvSpPr>
        <p:spPr/>
        <p:txBody>
          <a:bodyPr/>
          <a:lstStyle/>
          <a:p>
            <a:r>
              <a:rPr lang="nb-NO"/>
              <a:t>Control Trafikkskole</a:t>
            </a:r>
          </a:p>
        </p:txBody>
      </p:sp>
      <p:sp>
        <p:nvSpPr>
          <p:cNvPr id="9" name="Plassholder for lysbildenummer 8"/>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237820798"/>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dato 2"/>
          <p:cNvSpPr>
            <a:spLocks noGrp="1"/>
          </p:cNvSpPr>
          <p:nvPr>
            <p:ph type="dt" sz="half" idx="10"/>
          </p:nvPr>
        </p:nvSpPr>
        <p:spPr/>
        <p:txBody>
          <a:bodyPr/>
          <a:lstStyle/>
          <a:p>
            <a:fld id="{5F7AE726-2C5E-4677-85E6-6211361B6537}" type="datetime1">
              <a:rPr lang="nb-NO" smtClean="0"/>
              <a:t>27.08.2024</a:t>
            </a:fld>
            <a:endParaRPr lang="nb-NO"/>
          </a:p>
        </p:txBody>
      </p:sp>
      <p:sp>
        <p:nvSpPr>
          <p:cNvPr id="4" name="Plassholder for bunntekst 3"/>
          <p:cNvSpPr>
            <a:spLocks noGrp="1"/>
          </p:cNvSpPr>
          <p:nvPr>
            <p:ph type="ftr" sz="quarter" idx="11"/>
          </p:nvPr>
        </p:nvSpPr>
        <p:spPr/>
        <p:txBody>
          <a:bodyPr/>
          <a:lstStyle/>
          <a:p>
            <a:r>
              <a:rPr lang="nb-NO"/>
              <a:t>Control Trafikkskole</a:t>
            </a:r>
          </a:p>
        </p:txBody>
      </p:sp>
      <p:sp>
        <p:nvSpPr>
          <p:cNvPr id="5" name="Plassholder for lysbildenummer 4"/>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820856108"/>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type="blank" preserve="1">
  <p:cSld name="Rutevalg">
    <p:spTree>
      <p:nvGrpSpPr>
        <p:cNvPr id="1" name=""/>
        <p:cNvGrpSpPr/>
        <p:nvPr/>
      </p:nvGrpSpPr>
      <p:grpSpPr>
        <a:xfrm>
          <a:off x="0" y="0"/>
          <a:ext cx="0" cy="0"/>
          <a:chOff x="0" y="0"/>
          <a:chExt cx="0" cy="0"/>
        </a:xfrm>
      </p:grpSpPr>
      <p:sp>
        <p:nvSpPr>
          <p:cNvPr id="2" name="Plassholder for dato 1"/>
          <p:cNvSpPr>
            <a:spLocks noGrp="1"/>
          </p:cNvSpPr>
          <p:nvPr>
            <p:ph type="dt" sz="half" idx="10"/>
          </p:nvPr>
        </p:nvSpPr>
        <p:spPr/>
        <p:txBody>
          <a:bodyPr/>
          <a:lstStyle/>
          <a:p>
            <a:fld id="{C76F8420-012B-402E-8882-431125114A49}" type="datetime1">
              <a:rPr lang="nb-NO" smtClean="0"/>
              <a:t>27.08.2024</a:t>
            </a:fld>
            <a:endParaRPr lang="nb-NO"/>
          </a:p>
        </p:txBody>
      </p:sp>
      <p:sp>
        <p:nvSpPr>
          <p:cNvPr id="3" name="Plassholder for bunntekst 2"/>
          <p:cNvSpPr>
            <a:spLocks noGrp="1"/>
          </p:cNvSpPr>
          <p:nvPr>
            <p:ph type="ftr" sz="quarter" idx="11"/>
          </p:nvPr>
        </p:nvSpPr>
        <p:spPr/>
        <p:txBody>
          <a:bodyPr/>
          <a:lstStyle/>
          <a:p>
            <a:r>
              <a:rPr lang="nb-NO"/>
              <a:t>Control Trafikkskole</a:t>
            </a:r>
          </a:p>
        </p:txBody>
      </p:sp>
      <p:sp>
        <p:nvSpPr>
          <p:cNvPr id="4" name="Plassholder for lysbildenummer 3"/>
          <p:cNvSpPr>
            <a:spLocks noGrp="1"/>
          </p:cNvSpPr>
          <p:nvPr>
            <p:ph type="sldNum" sz="quarter" idx="12"/>
          </p:nvPr>
        </p:nvSpPr>
        <p:spPr/>
        <p:txBody>
          <a:bodyPr/>
          <a:lstStyle/>
          <a:p>
            <a:fld id="{2EEBBCFE-599B-47F9-B84D-4259C5E2055D}" type="slidenum">
              <a:rPr lang="nb-NO" smtClean="0"/>
              <a:t>‹#›</a:t>
            </a:fld>
            <a:endParaRPr lang="nb-NO"/>
          </a:p>
        </p:txBody>
      </p:sp>
      <p:sp>
        <p:nvSpPr>
          <p:cNvPr id="5" name="Parallellogram 4">
            <a:hlinkClick r:id="rId2" action="ppaction://hlinksldjump"/>
          </p:cNvPr>
          <p:cNvSpPr/>
          <p:nvPr userDrawn="1"/>
        </p:nvSpPr>
        <p:spPr>
          <a:xfrm>
            <a:off x="142874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6" name="Parallellogram 5">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7" name="Parallellogram 6">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8" name="Parallellogram 7">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9" name="Parallellogram 8">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0" name="Parallellogram 9">
            <a:hlinkClick r:id="rId7" action="ppaction://hlinksldjump"/>
          </p:cNvPr>
          <p:cNvSpPr/>
          <p:nvPr userDrawn="1"/>
        </p:nvSpPr>
        <p:spPr>
          <a:xfrm>
            <a:off x="8979304"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11" name="Parallellogram 10">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3853345410"/>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type="objTx" preserve="1">
  <p:cSld name="Innhold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innhold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563AD06C-8BD8-4956-87A7-EE289785A826}"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2189451304"/>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type="picTx" preserve="1">
  <p:cSld name="Bilde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bild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66E6709F-ED77-4638-B025-9C490C35F257}"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855662577"/>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type="vertTx" preserve="1">
  <p:cSld name="Loddrett tekst">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loddrett tekst 2"/>
          <p:cNvSpPr>
            <a:spLocks noGrp="1"/>
          </p:cNvSpPr>
          <p:nvPr>
            <p:ph type="body" orient="vert" idx="1"/>
          </p:nvPr>
        </p:nvSpPr>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053F8F38-4C8B-4C29-BC31-548729D090D5}"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361465916"/>
      </p:ext>
    </p:extLst>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type="vertTitleAndTx" preserve="1">
  <p:cSld name="Loddrett tittel og tekst">
    <p:spTree>
      <p:nvGrpSpPr>
        <p:cNvPr id="1" name=""/>
        <p:cNvGrpSpPr/>
        <p:nvPr/>
      </p:nvGrpSpPr>
      <p:grpSpPr>
        <a:xfrm>
          <a:off x="0" y="0"/>
          <a:ext cx="0" cy="0"/>
          <a:chOff x="0" y="0"/>
          <a:chExt cx="0" cy="0"/>
        </a:xfrm>
      </p:grpSpPr>
      <p:sp>
        <p:nvSpPr>
          <p:cNvPr id="2" name="Loddrett tittel 1"/>
          <p:cNvSpPr>
            <a:spLocks noGrp="1"/>
          </p:cNvSpPr>
          <p:nvPr>
            <p:ph type="title" orient="vert"/>
          </p:nvPr>
        </p:nvSpPr>
        <p:spPr>
          <a:xfrm>
            <a:off x="8724900" y="365125"/>
            <a:ext cx="2628900" cy="5811838"/>
          </a:xfrm>
        </p:spPr>
        <p:txBody>
          <a:bodyPr vert="eaVert"/>
          <a:lstStyle/>
          <a:p>
            <a:r>
              <a:rPr lang="nb-NO"/>
              <a:t>Klikk for å redigere tittelstil</a:t>
            </a:r>
          </a:p>
        </p:txBody>
      </p:sp>
      <p:sp>
        <p:nvSpPr>
          <p:cNvPr id="3" name="Plassholder for loddrett tekst 2"/>
          <p:cNvSpPr>
            <a:spLocks noGrp="1"/>
          </p:cNvSpPr>
          <p:nvPr>
            <p:ph type="body" orient="vert" idx="1"/>
          </p:nvPr>
        </p:nvSpPr>
        <p:spPr>
          <a:xfrm>
            <a:off x="838200" y="365125"/>
            <a:ext cx="7734300" cy="5811838"/>
          </a:xfrm>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90DB23BA-1205-42E2-B616-85963C31C863}"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44036511"/>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userDrawn="1">
  <p:cSld name="Mål">
    <p:spTree>
      <p:nvGrpSpPr>
        <p:cNvPr id="1" name=""/>
        <p:cNvGrpSpPr/>
        <p:nvPr/>
      </p:nvGrpSpPr>
      <p:grpSpPr>
        <a:xfrm>
          <a:off x="0" y="0"/>
          <a:ext cx="0" cy="0"/>
          <a:chOff x="0" y="0"/>
          <a:chExt cx="0" cy="0"/>
        </a:xfrm>
      </p:grpSpPr>
      <p:sp>
        <p:nvSpPr>
          <p:cNvPr id="7" name="Parallellogram 6">
            <a:hlinkClick r:id="rId2" action="ppaction://hlinksldjump"/>
          </p:cNvPr>
          <p:cNvSpPr/>
          <p:nvPr userDrawn="1"/>
        </p:nvSpPr>
        <p:spPr>
          <a:xfrm>
            <a:off x="1428744"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8" name="Parallellogram 7">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9" name="Parallellogram 8">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0" name="Parallellogram 9">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1" name="Parallellogram 10">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2" name="Parallellogram 11">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13" name="Parallellogram 12">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961851583"/>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userDrawn="1">
  <p:cSld name="Innhold">
    <p:spTree>
      <p:nvGrpSpPr>
        <p:cNvPr id="1" name=""/>
        <p:cNvGrpSpPr/>
        <p:nvPr/>
      </p:nvGrpSpPr>
      <p:grpSpPr>
        <a:xfrm>
          <a:off x="0" y="0"/>
          <a:ext cx="0" cy="0"/>
          <a:chOff x="0" y="0"/>
          <a:chExt cx="0" cy="0"/>
        </a:xfrm>
      </p:grpSpPr>
      <p:sp>
        <p:nvSpPr>
          <p:cNvPr id="7" name="Parallellogram 6">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8" name="Parallellogram 7">
            <a:hlinkClick r:id="rId3" action="ppaction://hlinksldjump"/>
          </p:cNvPr>
          <p:cNvSpPr/>
          <p:nvPr userDrawn="1"/>
        </p:nvSpPr>
        <p:spPr>
          <a:xfrm>
            <a:off x="2938557"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9" name="Parallellogram 8">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0" name="Parallellogram 9">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1" name="Parallellogram 10">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2" name="Parallellogram 11">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13" name="Parallellogram 12">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608334845"/>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userDrawn="1">
  <p:cSld name="Elev">
    <p:spTree>
      <p:nvGrpSpPr>
        <p:cNvPr id="1" name=""/>
        <p:cNvGrpSpPr/>
        <p:nvPr/>
      </p:nvGrpSpPr>
      <p:grpSpPr>
        <a:xfrm>
          <a:off x="0" y="0"/>
          <a:ext cx="0" cy="0"/>
          <a:chOff x="0" y="0"/>
          <a:chExt cx="0" cy="0"/>
        </a:xfrm>
      </p:grpSpPr>
      <p:sp>
        <p:nvSpPr>
          <p:cNvPr id="8" name="Parallellogram 7">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9" name="Parallellogram 8">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0" name="Parallellogram 9">
            <a:hlinkClick r:id="rId4" action="ppaction://hlinksldjump"/>
          </p:cNvPr>
          <p:cNvSpPr/>
          <p:nvPr userDrawn="1"/>
        </p:nvSpPr>
        <p:spPr>
          <a:xfrm>
            <a:off x="4449118"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1" name="Parallellogram 10">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2" name="Parallellogram 11">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3" name="Parallellogram 12">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14" name="Parallellogram 13">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2674205161"/>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userDrawn="1">
  <p:cSld name="Lærer">
    <p:spTree>
      <p:nvGrpSpPr>
        <p:cNvPr id="1" name=""/>
        <p:cNvGrpSpPr/>
        <p:nvPr/>
      </p:nvGrpSpPr>
      <p:grpSpPr>
        <a:xfrm>
          <a:off x="0" y="0"/>
          <a:ext cx="0" cy="0"/>
          <a:chOff x="0" y="0"/>
          <a:chExt cx="0" cy="0"/>
        </a:xfrm>
      </p:grpSpPr>
      <p:sp>
        <p:nvSpPr>
          <p:cNvPr id="10" name="Parallellogram 9">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1" name="Parallellogram 10">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2" name="Parallellogram 11">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3" name="Parallellogram 12">
            <a:hlinkClick r:id="rId5" action="ppaction://hlinksldjump"/>
          </p:cNvPr>
          <p:cNvSpPr/>
          <p:nvPr userDrawn="1"/>
        </p:nvSpPr>
        <p:spPr>
          <a:xfrm>
            <a:off x="5959678"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4" name="Parallellogram 13">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5" name="Parallellogram 14">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16" name="Parallellogram 15">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3694891555"/>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userDrawn="1">
  <p:cSld name="Metode">
    <p:spTree>
      <p:nvGrpSpPr>
        <p:cNvPr id="1" name=""/>
        <p:cNvGrpSpPr/>
        <p:nvPr/>
      </p:nvGrpSpPr>
      <p:grpSpPr>
        <a:xfrm>
          <a:off x="0" y="0"/>
          <a:ext cx="0" cy="0"/>
          <a:chOff x="0" y="0"/>
          <a:chExt cx="0" cy="0"/>
        </a:xfrm>
      </p:grpSpPr>
      <p:sp>
        <p:nvSpPr>
          <p:cNvPr id="6" name="Parallellogram 5">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7" name="Parallellogram 6">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8" name="Parallellogram 7">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9" name="Parallellogram 8">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0" name="Parallellogram 9">
            <a:hlinkClick r:id="rId6" action="ppaction://hlinksldjump"/>
          </p:cNvPr>
          <p:cNvSpPr/>
          <p:nvPr userDrawn="1"/>
        </p:nvSpPr>
        <p:spPr>
          <a:xfrm>
            <a:off x="7469491"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1" name="Parallellogram 10">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12" name="Parallellogram 11">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1957433601"/>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userDrawn="1">
  <p:cSld name="Vurdering">
    <p:spTree>
      <p:nvGrpSpPr>
        <p:cNvPr id="1" name=""/>
        <p:cNvGrpSpPr/>
        <p:nvPr/>
      </p:nvGrpSpPr>
      <p:grpSpPr>
        <a:xfrm>
          <a:off x="0" y="0"/>
          <a:ext cx="0" cy="0"/>
          <a:chOff x="0" y="0"/>
          <a:chExt cx="0" cy="0"/>
        </a:xfrm>
      </p:grpSpPr>
      <p:sp>
        <p:nvSpPr>
          <p:cNvPr id="8" name="Parallellogram 7">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9" name="Parallellogram 8">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0" name="Parallellogram 9">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1" name="Parallellogram 10">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2" name="Parallellogram 11">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3" name="Parallellogram 12">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14" name="Parallellogram 13">
            <a:hlinkClick r:id="rId8" action="ppaction://hlinksldjump"/>
          </p:cNvPr>
          <p:cNvSpPr/>
          <p:nvPr userDrawn="1"/>
        </p:nvSpPr>
        <p:spPr>
          <a:xfrm>
            <a:off x="10489865"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2608939688"/>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type="title" preserve="1">
  <p:cSld name="Tittellysbilde">
    <p:spTree>
      <p:nvGrpSpPr>
        <p:cNvPr id="1" name=""/>
        <p:cNvGrpSpPr/>
        <p:nvPr/>
      </p:nvGrpSpPr>
      <p:grpSpPr>
        <a:xfrm>
          <a:off x="0" y="0"/>
          <a:ext cx="0" cy="0"/>
          <a:chOff x="0" y="0"/>
          <a:chExt cx="0" cy="0"/>
        </a:xfrm>
      </p:grpSpPr>
      <p:sp>
        <p:nvSpPr>
          <p:cNvPr id="2" name="Tittel 1"/>
          <p:cNvSpPr>
            <a:spLocks noGrp="1"/>
          </p:cNvSpPr>
          <p:nvPr>
            <p:ph type="ctrTitle"/>
          </p:nvPr>
        </p:nvSpPr>
        <p:spPr>
          <a:xfrm>
            <a:off x="1524000" y="1122363"/>
            <a:ext cx="9144000" cy="2387600"/>
          </a:xfrm>
        </p:spPr>
        <p:txBody>
          <a:bodyPr anchor="b"/>
          <a:lstStyle>
            <a:lvl1pPr algn="ctr">
              <a:defRPr sz="6000"/>
            </a:lvl1pPr>
          </a:lstStyle>
          <a:p>
            <a:r>
              <a:rPr lang="nb-NO"/>
              <a:t>Klikk for å redigere tittelstil</a:t>
            </a:r>
          </a:p>
        </p:txBody>
      </p:sp>
      <p:sp>
        <p:nvSpPr>
          <p:cNvPr id="3" name="Undertit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b-NO"/>
              <a:t>Klikk for å redigere undertittelstil i malen</a:t>
            </a:r>
          </a:p>
        </p:txBody>
      </p:sp>
      <p:sp>
        <p:nvSpPr>
          <p:cNvPr id="4" name="Plassholder for dato 3"/>
          <p:cNvSpPr>
            <a:spLocks noGrp="1"/>
          </p:cNvSpPr>
          <p:nvPr>
            <p:ph type="dt" sz="half" idx="10"/>
          </p:nvPr>
        </p:nvSpPr>
        <p:spPr/>
        <p:txBody>
          <a:bodyPr/>
          <a:lstStyle/>
          <a:p>
            <a:fld id="{7DCB3761-FF5B-44CE-9178-199FF19CB045}"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140219834"/>
      </p:ext>
    </p:extLst>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idx="1"/>
          </p:nvPr>
        </p:nvSpPr>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FF943F38-FE66-4E76-B34B-69249659CA0B}"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638534331"/>
      </p:ext>
    </p:extLst>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type="secHead" preserve="1">
  <p:cSld name="Deloverskrift">
    <p:spTree>
      <p:nvGrpSpPr>
        <p:cNvPr id="1" name=""/>
        <p:cNvGrpSpPr/>
        <p:nvPr/>
      </p:nvGrpSpPr>
      <p:grpSpPr>
        <a:xfrm>
          <a:off x="0" y="0"/>
          <a:ext cx="0" cy="0"/>
          <a:chOff x="0" y="0"/>
          <a:chExt cx="0" cy="0"/>
        </a:xfrm>
      </p:grpSpPr>
      <p:sp>
        <p:nvSpPr>
          <p:cNvPr id="2" name="Tittel 1"/>
          <p:cNvSpPr>
            <a:spLocks noGrp="1"/>
          </p:cNvSpPr>
          <p:nvPr>
            <p:ph type="title"/>
          </p:nvPr>
        </p:nvSpPr>
        <p:spPr>
          <a:xfrm>
            <a:off x="831850" y="1709738"/>
            <a:ext cx="10515600" cy="2852737"/>
          </a:xfrm>
        </p:spPr>
        <p:txBody>
          <a:bodyPr anchor="b"/>
          <a:lstStyle>
            <a:lvl1pPr>
              <a:defRPr sz="6000"/>
            </a:lvl1pPr>
          </a:lstStyle>
          <a:p>
            <a:r>
              <a:rPr lang="nb-NO"/>
              <a:t>Klikk for å redigere tittelstil</a:t>
            </a:r>
          </a:p>
        </p:txBody>
      </p:sp>
      <p:sp>
        <p:nvSpPr>
          <p:cNvPr id="3" name="Plassholder for teks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b-NO"/>
              <a:t>Rediger tekststiler i malen</a:t>
            </a:r>
          </a:p>
        </p:txBody>
      </p:sp>
      <p:sp>
        <p:nvSpPr>
          <p:cNvPr id="4" name="Plassholder for dato 3"/>
          <p:cNvSpPr>
            <a:spLocks noGrp="1"/>
          </p:cNvSpPr>
          <p:nvPr>
            <p:ph type="dt" sz="half" idx="10"/>
          </p:nvPr>
        </p:nvSpPr>
        <p:spPr/>
        <p:txBody>
          <a:bodyPr/>
          <a:lstStyle/>
          <a:p>
            <a:fld id="{C544F905-F359-4863-84B8-F8644160E6E8}"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1844018750"/>
      </p:ext>
    </p:extLst>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sz="half" idx="1"/>
          </p:nvPr>
        </p:nvSpPr>
        <p:spPr>
          <a:xfrm>
            <a:off x="838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innhold 3"/>
          <p:cNvSpPr>
            <a:spLocks noGrp="1"/>
          </p:cNvSpPr>
          <p:nvPr>
            <p:ph sz="half" idx="2"/>
          </p:nvPr>
        </p:nvSpPr>
        <p:spPr>
          <a:xfrm>
            <a:off x="6172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dato 4"/>
          <p:cNvSpPr>
            <a:spLocks noGrp="1"/>
          </p:cNvSpPr>
          <p:nvPr>
            <p:ph type="dt" sz="half" idx="10"/>
          </p:nvPr>
        </p:nvSpPr>
        <p:spPr/>
        <p:txBody>
          <a:bodyPr/>
          <a:lstStyle/>
          <a:p>
            <a:fld id="{A4B957D7-8CF8-42FE-8171-8C7C5F4112E8}"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2720984608"/>
      </p:ext>
    </p:extLst>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tel 1"/>
          <p:cNvSpPr>
            <a:spLocks noGrp="1"/>
          </p:cNvSpPr>
          <p:nvPr>
            <p:ph type="title"/>
          </p:nvPr>
        </p:nvSpPr>
        <p:spPr>
          <a:xfrm>
            <a:off x="839788" y="365125"/>
            <a:ext cx="10515600" cy="1325563"/>
          </a:xfrm>
        </p:spPr>
        <p:txBody>
          <a:bodyPr/>
          <a:lstStyle/>
          <a:p>
            <a:r>
              <a:rPr lang="nb-NO"/>
              <a:t>Klikk for å redigere tittelstil</a:t>
            </a:r>
          </a:p>
        </p:txBody>
      </p:sp>
      <p:sp>
        <p:nvSpPr>
          <p:cNvPr id="3" name="Plassholder for teks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4" name="Plassholder for innhold 3"/>
          <p:cNvSpPr>
            <a:spLocks noGrp="1"/>
          </p:cNvSpPr>
          <p:nvPr>
            <p:ph sz="half" idx="2"/>
          </p:nvPr>
        </p:nvSpPr>
        <p:spPr>
          <a:xfrm>
            <a:off x="839788" y="2505075"/>
            <a:ext cx="5157787"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teks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6" name="Plassholder for innhold 5"/>
          <p:cNvSpPr>
            <a:spLocks noGrp="1"/>
          </p:cNvSpPr>
          <p:nvPr>
            <p:ph sz="quarter" idx="4"/>
          </p:nvPr>
        </p:nvSpPr>
        <p:spPr>
          <a:xfrm>
            <a:off x="6172200" y="2505075"/>
            <a:ext cx="5183188"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7" name="Plassholder for dato 6"/>
          <p:cNvSpPr>
            <a:spLocks noGrp="1"/>
          </p:cNvSpPr>
          <p:nvPr>
            <p:ph type="dt" sz="half" idx="10"/>
          </p:nvPr>
        </p:nvSpPr>
        <p:spPr/>
        <p:txBody>
          <a:bodyPr/>
          <a:lstStyle/>
          <a:p>
            <a:fld id="{FB400684-7334-4E58-A174-E3BFA1FC9320}" type="datetime1">
              <a:rPr lang="nb-NO" smtClean="0"/>
              <a:t>27.08.2024</a:t>
            </a:fld>
            <a:endParaRPr lang="nb-NO"/>
          </a:p>
        </p:txBody>
      </p:sp>
      <p:sp>
        <p:nvSpPr>
          <p:cNvPr id="8" name="Plassholder for bunntekst 7"/>
          <p:cNvSpPr>
            <a:spLocks noGrp="1"/>
          </p:cNvSpPr>
          <p:nvPr>
            <p:ph type="ftr" sz="quarter" idx="11"/>
          </p:nvPr>
        </p:nvSpPr>
        <p:spPr/>
        <p:txBody>
          <a:bodyPr/>
          <a:lstStyle/>
          <a:p>
            <a:r>
              <a:rPr lang="nb-NO"/>
              <a:t>Control Trafikkskole</a:t>
            </a:r>
          </a:p>
        </p:txBody>
      </p:sp>
      <p:sp>
        <p:nvSpPr>
          <p:cNvPr id="9" name="Plassholder for lysbildenummer 8"/>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3631421391"/>
      </p:ext>
    </p:extLst>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dato 2"/>
          <p:cNvSpPr>
            <a:spLocks noGrp="1"/>
          </p:cNvSpPr>
          <p:nvPr>
            <p:ph type="dt" sz="half" idx="10"/>
          </p:nvPr>
        </p:nvSpPr>
        <p:spPr/>
        <p:txBody>
          <a:bodyPr/>
          <a:lstStyle/>
          <a:p>
            <a:fld id="{9B162BBC-E089-4BB4-995C-B0568E5905A5}" type="datetime1">
              <a:rPr lang="nb-NO" smtClean="0"/>
              <a:t>27.08.2024</a:t>
            </a:fld>
            <a:endParaRPr lang="nb-NO"/>
          </a:p>
        </p:txBody>
      </p:sp>
      <p:sp>
        <p:nvSpPr>
          <p:cNvPr id="4" name="Plassholder for bunntekst 3"/>
          <p:cNvSpPr>
            <a:spLocks noGrp="1"/>
          </p:cNvSpPr>
          <p:nvPr>
            <p:ph type="ftr" sz="quarter" idx="11"/>
          </p:nvPr>
        </p:nvSpPr>
        <p:spPr/>
        <p:txBody>
          <a:bodyPr/>
          <a:lstStyle/>
          <a:p>
            <a:r>
              <a:rPr lang="nb-NO"/>
              <a:t>Control Trafikkskole</a:t>
            </a:r>
          </a:p>
        </p:txBody>
      </p:sp>
      <p:sp>
        <p:nvSpPr>
          <p:cNvPr id="5" name="Plassholder for lysbildenummer 4"/>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2105650190"/>
      </p:ext>
    </p:extLst>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type="blank" preserve="1">
  <p:cSld name="Rutevalg">
    <p:spTree>
      <p:nvGrpSpPr>
        <p:cNvPr id="1" name=""/>
        <p:cNvGrpSpPr/>
        <p:nvPr/>
      </p:nvGrpSpPr>
      <p:grpSpPr>
        <a:xfrm>
          <a:off x="0" y="0"/>
          <a:ext cx="0" cy="0"/>
          <a:chOff x="0" y="0"/>
          <a:chExt cx="0" cy="0"/>
        </a:xfrm>
      </p:grpSpPr>
      <p:sp>
        <p:nvSpPr>
          <p:cNvPr id="2" name="Plassholder for dato 1"/>
          <p:cNvSpPr>
            <a:spLocks noGrp="1"/>
          </p:cNvSpPr>
          <p:nvPr>
            <p:ph type="dt" sz="half" idx="10"/>
          </p:nvPr>
        </p:nvSpPr>
        <p:spPr/>
        <p:txBody>
          <a:bodyPr/>
          <a:lstStyle/>
          <a:p>
            <a:fld id="{0BD8AF51-6500-4F41-A0F0-9B980E2087FA}" type="datetime1">
              <a:rPr lang="nb-NO" smtClean="0"/>
              <a:t>27.08.2024</a:t>
            </a:fld>
            <a:endParaRPr lang="nb-NO"/>
          </a:p>
        </p:txBody>
      </p:sp>
      <p:sp>
        <p:nvSpPr>
          <p:cNvPr id="3" name="Plassholder for bunntekst 2"/>
          <p:cNvSpPr>
            <a:spLocks noGrp="1"/>
          </p:cNvSpPr>
          <p:nvPr>
            <p:ph type="ftr" sz="quarter" idx="11"/>
          </p:nvPr>
        </p:nvSpPr>
        <p:spPr/>
        <p:txBody>
          <a:bodyPr/>
          <a:lstStyle/>
          <a:p>
            <a:r>
              <a:rPr lang="nb-NO"/>
              <a:t>Control Trafikkskole</a:t>
            </a:r>
          </a:p>
        </p:txBody>
      </p:sp>
      <p:sp>
        <p:nvSpPr>
          <p:cNvPr id="4" name="Plassholder for lysbildenummer 3"/>
          <p:cNvSpPr>
            <a:spLocks noGrp="1"/>
          </p:cNvSpPr>
          <p:nvPr>
            <p:ph type="sldNum" sz="quarter" idx="12"/>
          </p:nvPr>
        </p:nvSpPr>
        <p:spPr/>
        <p:txBody>
          <a:bodyPr/>
          <a:lstStyle/>
          <a:p>
            <a:fld id="{2EEBBCFE-599B-47F9-B84D-4259C5E2055D}" type="slidenum">
              <a:rPr lang="nb-NO" smtClean="0"/>
              <a:t>‹#›</a:t>
            </a:fld>
            <a:endParaRPr lang="nb-NO"/>
          </a:p>
        </p:txBody>
      </p:sp>
      <p:sp>
        <p:nvSpPr>
          <p:cNvPr id="5" name="Parallellogram 4">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6" name="Parallellogram 5">
            <a:hlinkClick r:id="rId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7" name="Parallellogram 6">
            <a:hlinkClick r:id="rId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8" name="Parallellogram 7">
            <a:hlinkClick r:id="rId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9" name="Parallellogram 8">
            <a:hlinkClick r:id="rId6" action="ppaction://hlinksldjump"/>
          </p:cNvPr>
          <p:cNvSpPr/>
          <p:nvPr userDrawn="1"/>
        </p:nvSpPr>
        <p:spPr>
          <a:xfrm>
            <a:off x="7469491"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0" name="Parallellogram 9">
            <a:hlinkClick r:id="rId7" action="ppaction://hlinksldjump"/>
          </p:cNvPr>
          <p:cNvSpPr/>
          <p:nvPr userDrawn="1"/>
        </p:nvSpPr>
        <p:spPr>
          <a:xfrm>
            <a:off x="8979304"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11" name="Parallellogram 10">
            <a:hlinkClick r:id="rId8" action="ppaction://hlinksldjump"/>
          </p:cNvPr>
          <p:cNvSpPr/>
          <p:nvPr userDrawn="1"/>
        </p:nvSpPr>
        <p:spPr>
          <a:xfrm>
            <a:off x="10489865"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1510370610"/>
      </p:ext>
    </p:extLst>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type="objTx" preserve="1">
  <p:cSld name="Innhold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innhold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767C3361-40B1-4796-B19F-7C9F835777E1}"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2101069308"/>
      </p:ext>
    </p:extLst>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type="picTx" preserve="1">
  <p:cSld name="Bilde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bild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8EF2CDA4-49FD-47E4-980A-0AE3D72651FB}"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154798820"/>
      </p:ext>
    </p:extLst>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type="vertTx" preserve="1">
  <p:cSld name="Loddrett tekst">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loddrett tekst 2"/>
          <p:cNvSpPr>
            <a:spLocks noGrp="1"/>
          </p:cNvSpPr>
          <p:nvPr>
            <p:ph type="body" orient="vert" idx="1"/>
          </p:nvPr>
        </p:nvSpPr>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E5DA49F2-FA5E-45A6-8040-DDA443BE0E5A}"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785725578"/>
      </p:ext>
    </p:extLst>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type="vertTitleAndTx" preserve="1">
  <p:cSld name="Loddrett tittel og tekst">
    <p:spTree>
      <p:nvGrpSpPr>
        <p:cNvPr id="1" name=""/>
        <p:cNvGrpSpPr/>
        <p:nvPr/>
      </p:nvGrpSpPr>
      <p:grpSpPr>
        <a:xfrm>
          <a:off x="0" y="0"/>
          <a:ext cx="0" cy="0"/>
          <a:chOff x="0" y="0"/>
          <a:chExt cx="0" cy="0"/>
        </a:xfrm>
      </p:grpSpPr>
      <p:sp>
        <p:nvSpPr>
          <p:cNvPr id="2" name="Loddrett tittel 1"/>
          <p:cNvSpPr>
            <a:spLocks noGrp="1"/>
          </p:cNvSpPr>
          <p:nvPr>
            <p:ph type="title" orient="vert"/>
          </p:nvPr>
        </p:nvSpPr>
        <p:spPr>
          <a:xfrm>
            <a:off x="8724900" y="365125"/>
            <a:ext cx="2628900" cy="5811838"/>
          </a:xfrm>
        </p:spPr>
        <p:txBody>
          <a:bodyPr vert="eaVert"/>
          <a:lstStyle/>
          <a:p>
            <a:r>
              <a:rPr lang="nb-NO"/>
              <a:t>Klikk for å redigere tittelstil</a:t>
            </a:r>
          </a:p>
        </p:txBody>
      </p:sp>
      <p:sp>
        <p:nvSpPr>
          <p:cNvPr id="3" name="Plassholder for loddrett tekst 2"/>
          <p:cNvSpPr>
            <a:spLocks noGrp="1"/>
          </p:cNvSpPr>
          <p:nvPr>
            <p:ph type="body" orient="vert" idx="1"/>
          </p:nvPr>
        </p:nvSpPr>
        <p:spPr>
          <a:xfrm>
            <a:off x="838200" y="365125"/>
            <a:ext cx="7734300" cy="5811838"/>
          </a:xfrm>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1CBF8B51-0F53-4C33-AFFE-22AD856E2CE8}"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4256974797"/>
      </p:ext>
    </p:extLst>
  </p:cSld>
  <p:clrMapOvr>
    <a:masterClrMapping/>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userDrawn="1">
  <p:cSld name="Mål">
    <p:spTree>
      <p:nvGrpSpPr>
        <p:cNvPr id="1" name=""/>
        <p:cNvGrpSpPr/>
        <p:nvPr/>
      </p:nvGrpSpPr>
      <p:grpSpPr>
        <a:xfrm>
          <a:off x="0" y="0"/>
          <a:ext cx="0" cy="0"/>
          <a:chOff x="0" y="0"/>
          <a:chExt cx="0" cy="0"/>
        </a:xfrm>
      </p:grpSpPr>
      <p:sp>
        <p:nvSpPr>
          <p:cNvPr id="7" name="Parallellogram 6">
            <a:hlinkClick r:id="rId2" action="ppaction://hlinksldjump"/>
          </p:cNvPr>
          <p:cNvSpPr/>
          <p:nvPr userDrawn="1"/>
        </p:nvSpPr>
        <p:spPr>
          <a:xfrm>
            <a:off x="1428744"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8" name="Parallellogram 7">
            <a:hlinkClick r:id="rId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9" name="Parallellogram 8">
            <a:hlinkClick r:id="rId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0" name="Parallellogram 9">
            <a:hlinkClick r:id="rId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1" name="Parallellogram 10">
            <a:hlinkClick r:id="rId6" action="ppaction://hlinksldjump"/>
          </p:cNvPr>
          <p:cNvSpPr/>
          <p:nvPr userDrawn="1"/>
        </p:nvSpPr>
        <p:spPr>
          <a:xfrm>
            <a:off x="7469491"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2" name="Parallellogram 11">
            <a:hlinkClick r:id="rId7" action="ppaction://hlinksldjump"/>
          </p:cNvPr>
          <p:cNvSpPr/>
          <p:nvPr userDrawn="1"/>
        </p:nvSpPr>
        <p:spPr>
          <a:xfrm>
            <a:off x="897930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13" name="Parallellogram 12">
            <a:hlinkClick r:id="rId8" action="ppaction://hlinksldjump"/>
          </p:cNvPr>
          <p:cNvSpPr/>
          <p:nvPr userDrawn="1"/>
        </p:nvSpPr>
        <p:spPr>
          <a:xfrm>
            <a:off x="10489865"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2162497335"/>
      </p:ext>
    </p:extLst>
  </p:cSld>
  <p:clrMapOvr>
    <a:masterClrMapping/>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userDrawn="1">
  <p:cSld name="Innhold">
    <p:spTree>
      <p:nvGrpSpPr>
        <p:cNvPr id="1" name=""/>
        <p:cNvGrpSpPr/>
        <p:nvPr/>
      </p:nvGrpSpPr>
      <p:grpSpPr>
        <a:xfrm>
          <a:off x="0" y="0"/>
          <a:ext cx="0" cy="0"/>
          <a:chOff x="0" y="0"/>
          <a:chExt cx="0" cy="0"/>
        </a:xfrm>
      </p:grpSpPr>
      <p:sp>
        <p:nvSpPr>
          <p:cNvPr id="7" name="Parallellogram 6">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8" name="Parallellogram 7">
            <a:hlinkClick r:id="rId3" action="ppaction://hlinksldjump"/>
          </p:cNvPr>
          <p:cNvSpPr/>
          <p:nvPr userDrawn="1"/>
        </p:nvSpPr>
        <p:spPr>
          <a:xfrm>
            <a:off x="2938557"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9" name="Parallellogram 8">
            <a:hlinkClick r:id="rId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0" name="Parallellogram 9">
            <a:hlinkClick r:id="rId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1" name="Parallellogram 10">
            <a:hlinkClick r:id="rId6" action="ppaction://hlinksldjump"/>
          </p:cNvPr>
          <p:cNvSpPr/>
          <p:nvPr userDrawn="1"/>
        </p:nvSpPr>
        <p:spPr>
          <a:xfrm>
            <a:off x="7469491"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2" name="Parallellogram 11">
            <a:hlinkClick r:id="rId7" action="ppaction://hlinksldjump"/>
          </p:cNvPr>
          <p:cNvSpPr/>
          <p:nvPr userDrawn="1"/>
        </p:nvSpPr>
        <p:spPr>
          <a:xfrm>
            <a:off x="897930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13" name="Parallellogram 12">
            <a:hlinkClick r:id="rId8" action="ppaction://hlinksldjump"/>
          </p:cNvPr>
          <p:cNvSpPr/>
          <p:nvPr userDrawn="1"/>
        </p:nvSpPr>
        <p:spPr>
          <a:xfrm>
            <a:off x="10489865"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3820568292"/>
      </p:ext>
    </p:extLst>
  </p:cSld>
  <p:clrMapOvr>
    <a:masterClrMapping/>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userDrawn="1">
  <p:cSld name="Elev">
    <p:spTree>
      <p:nvGrpSpPr>
        <p:cNvPr id="1" name=""/>
        <p:cNvGrpSpPr/>
        <p:nvPr/>
      </p:nvGrpSpPr>
      <p:grpSpPr>
        <a:xfrm>
          <a:off x="0" y="0"/>
          <a:ext cx="0" cy="0"/>
          <a:chOff x="0" y="0"/>
          <a:chExt cx="0" cy="0"/>
        </a:xfrm>
      </p:grpSpPr>
      <p:sp>
        <p:nvSpPr>
          <p:cNvPr id="8" name="Parallellogram 7">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9" name="Parallellogram 8">
            <a:hlinkClick r:id="rId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0" name="Parallellogram 9">
            <a:hlinkClick r:id="rId4" action="ppaction://hlinksldjump"/>
          </p:cNvPr>
          <p:cNvSpPr/>
          <p:nvPr userDrawn="1"/>
        </p:nvSpPr>
        <p:spPr>
          <a:xfrm>
            <a:off x="4449118"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1" name="Parallellogram 10">
            <a:hlinkClick r:id="rId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2" name="Parallellogram 11">
            <a:hlinkClick r:id="rId6" action="ppaction://hlinksldjump"/>
          </p:cNvPr>
          <p:cNvSpPr/>
          <p:nvPr userDrawn="1"/>
        </p:nvSpPr>
        <p:spPr>
          <a:xfrm>
            <a:off x="7469491"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3" name="Parallellogram 12">
            <a:hlinkClick r:id="rId7" action="ppaction://hlinksldjump"/>
          </p:cNvPr>
          <p:cNvSpPr/>
          <p:nvPr userDrawn="1"/>
        </p:nvSpPr>
        <p:spPr>
          <a:xfrm>
            <a:off x="897930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14" name="Parallellogram 13">
            <a:hlinkClick r:id="rId8" action="ppaction://hlinksldjump"/>
          </p:cNvPr>
          <p:cNvSpPr/>
          <p:nvPr userDrawn="1"/>
        </p:nvSpPr>
        <p:spPr>
          <a:xfrm>
            <a:off x="10489865"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1814016284"/>
      </p:ext>
    </p:extLst>
  </p:cSld>
  <p:clrMapOvr>
    <a:masterClrMapping/>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userDrawn="1">
  <p:cSld name="Lærer">
    <p:spTree>
      <p:nvGrpSpPr>
        <p:cNvPr id="1" name=""/>
        <p:cNvGrpSpPr/>
        <p:nvPr/>
      </p:nvGrpSpPr>
      <p:grpSpPr>
        <a:xfrm>
          <a:off x="0" y="0"/>
          <a:ext cx="0" cy="0"/>
          <a:chOff x="0" y="0"/>
          <a:chExt cx="0" cy="0"/>
        </a:xfrm>
      </p:grpSpPr>
      <p:sp>
        <p:nvSpPr>
          <p:cNvPr id="10" name="Parallellogram 9">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1" name="Parallellogram 10">
            <a:hlinkClick r:id="rId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2" name="Parallellogram 11">
            <a:hlinkClick r:id="rId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3" name="Parallellogram 12">
            <a:hlinkClick r:id="rId5" action="ppaction://hlinksldjump"/>
          </p:cNvPr>
          <p:cNvSpPr/>
          <p:nvPr userDrawn="1"/>
        </p:nvSpPr>
        <p:spPr>
          <a:xfrm>
            <a:off x="5959678"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4" name="Parallellogram 13">
            <a:hlinkClick r:id="rId6" action="ppaction://hlinksldjump"/>
          </p:cNvPr>
          <p:cNvSpPr/>
          <p:nvPr userDrawn="1"/>
        </p:nvSpPr>
        <p:spPr>
          <a:xfrm>
            <a:off x="7469491"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5" name="Parallellogram 14">
            <a:hlinkClick r:id="rId7" action="ppaction://hlinksldjump"/>
          </p:cNvPr>
          <p:cNvSpPr/>
          <p:nvPr userDrawn="1"/>
        </p:nvSpPr>
        <p:spPr>
          <a:xfrm>
            <a:off x="897930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16" name="Parallellogram 15">
            <a:hlinkClick r:id="rId8" action="ppaction://hlinksldjump"/>
          </p:cNvPr>
          <p:cNvSpPr/>
          <p:nvPr userDrawn="1"/>
        </p:nvSpPr>
        <p:spPr>
          <a:xfrm>
            <a:off x="10489865"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2624268889"/>
      </p:ext>
    </p:extLst>
  </p:cSld>
  <p:clrMapOvr>
    <a:masterClrMapping/>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userDrawn="1">
  <p:cSld name="Metode">
    <p:spTree>
      <p:nvGrpSpPr>
        <p:cNvPr id="1" name=""/>
        <p:cNvGrpSpPr/>
        <p:nvPr/>
      </p:nvGrpSpPr>
      <p:grpSpPr>
        <a:xfrm>
          <a:off x="0" y="0"/>
          <a:ext cx="0" cy="0"/>
          <a:chOff x="0" y="0"/>
          <a:chExt cx="0" cy="0"/>
        </a:xfrm>
      </p:grpSpPr>
      <p:sp>
        <p:nvSpPr>
          <p:cNvPr id="6" name="Parallellogram 5">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7" name="Parallellogram 6">
            <a:hlinkClick r:id="rId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8" name="Parallellogram 7">
            <a:hlinkClick r:id="rId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9" name="Parallellogram 8">
            <a:hlinkClick r:id="rId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0" name="Parallellogram 9">
            <a:hlinkClick r:id="rId6" action="ppaction://hlinksldjump"/>
          </p:cNvPr>
          <p:cNvSpPr/>
          <p:nvPr userDrawn="1"/>
        </p:nvSpPr>
        <p:spPr>
          <a:xfrm>
            <a:off x="7469491"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1" name="Parallellogram 10">
            <a:hlinkClick r:id="rId7" action="ppaction://hlinksldjump"/>
          </p:cNvPr>
          <p:cNvSpPr/>
          <p:nvPr userDrawn="1"/>
        </p:nvSpPr>
        <p:spPr>
          <a:xfrm>
            <a:off x="897930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12" name="Parallellogram 11">
            <a:hlinkClick r:id="rId8" action="ppaction://hlinksldjump"/>
          </p:cNvPr>
          <p:cNvSpPr/>
          <p:nvPr userDrawn="1"/>
        </p:nvSpPr>
        <p:spPr>
          <a:xfrm>
            <a:off x="10489865"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4144137755"/>
      </p:ext>
    </p:extLst>
  </p:cSld>
  <p:clrMapOvr>
    <a:masterClrMapping/>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userDrawn="1">
  <p:cSld name="Vurdering">
    <p:spTree>
      <p:nvGrpSpPr>
        <p:cNvPr id="1" name=""/>
        <p:cNvGrpSpPr/>
        <p:nvPr/>
      </p:nvGrpSpPr>
      <p:grpSpPr>
        <a:xfrm>
          <a:off x="0" y="0"/>
          <a:ext cx="0" cy="0"/>
          <a:chOff x="0" y="0"/>
          <a:chExt cx="0" cy="0"/>
        </a:xfrm>
      </p:grpSpPr>
      <p:sp>
        <p:nvSpPr>
          <p:cNvPr id="8" name="Parallellogram 7">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9" name="Parallellogram 8">
            <a:hlinkClick r:id="rId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0" name="Parallellogram 9">
            <a:hlinkClick r:id="rId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1" name="Parallellogram 10">
            <a:hlinkClick r:id="rId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2" name="Parallellogram 11">
            <a:hlinkClick r:id="rId6" action="ppaction://hlinksldjump"/>
          </p:cNvPr>
          <p:cNvSpPr/>
          <p:nvPr userDrawn="1"/>
        </p:nvSpPr>
        <p:spPr>
          <a:xfrm>
            <a:off x="7469491"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3" name="Parallellogram 12">
            <a:hlinkClick r:id="rId7" action="ppaction://hlinksldjump"/>
          </p:cNvPr>
          <p:cNvSpPr/>
          <p:nvPr userDrawn="1"/>
        </p:nvSpPr>
        <p:spPr>
          <a:xfrm>
            <a:off x="897930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14" name="Parallellogram 13">
            <a:hlinkClick r:id="rId8" action="ppaction://hlinksldjump"/>
          </p:cNvPr>
          <p:cNvSpPr/>
          <p:nvPr userDrawn="1"/>
        </p:nvSpPr>
        <p:spPr>
          <a:xfrm>
            <a:off x="10489865"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2258644402"/>
      </p:ext>
    </p:extLst>
  </p:cSld>
  <p:clrMapOvr>
    <a:masterClrMapping/>
  </p:clrMapOvr>
</p:sldLayout>
</file>

<file path=ppt/slideLayouts/slideLayout247.xml><?xml version="1.0" encoding="utf-8"?>
<p:sldLayout xmlns:a="http://schemas.openxmlformats.org/drawingml/2006/main" xmlns:r="http://schemas.openxmlformats.org/officeDocument/2006/relationships" xmlns:p="http://schemas.openxmlformats.org/presentationml/2006/main" type="title" preserve="1">
  <p:cSld name="Tittellysbilde">
    <p:spTree>
      <p:nvGrpSpPr>
        <p:cNvPr id="1" name=""/>
        <p:cNvGrpSpPr/>
        <p:nvPr/>
      </p:nvGrpSpPr>
      <p:grpSpPr>
        <a:xfrm>
          <a:off x="0" y="0"/>
          <a:ext cx="0" cy="0"/>
          <a:chOff x="0" y="0"/>
          <a:chExt cx="0" cy="0"/>
        </a:xfrm>
      </p:grpSpPr>
      <p:sp>
        <p:nvSpPr>
          <p:cNvPr id="2" name="Tittel 1"/>
          <p:cNvSpPr>
            <a:spLocks noGrp="1"/>
          </p:cNvSpPr>
          <p:nvPr>
            <p:ph type="ctrTitle"/>
          </p:nvPr>
        </p:nvSpPr>
        <p:spPr>
          <a:xfrm>
            <a:off x="1524000" y="1122363"/>
            <a:ext cx="9144000" cy="2387600"/>
          </a:xfrm>
        </p:spPr>
        <p:txBody>
          <a:bodyPr anchor="b"/>
          <a:lstStyle>
            <a:lvl1pPr algn="ctr">
              <a:defRPr sz="6000"/>
            </a:lvl1pPr>
          </a:lstStyle>
          <a:p>
            <a:r>
              <a:rPr lang="nb-NO"/>
              <a:t>Klikk for å redigere tittelstil</a:t>
            </a:r>
          </a:p>
        </p:txBody>
      </p:sp>
      <p:sp>
        <p:nvSpPr>
          <p:cNvPr id="3" name="Undertit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b-NO"/>
              <a:t>Klikk for å redigere undertittelstil i malen</a:t>
            </a:r>
          </a:p>
        </p:txBody>
      </p:sp>
      <p:sp>
        <p:nvSpPr>
          <p:cNvPr id="4" name="Plassholder for dato 3"/>
          <p:cNvSpPr>
            <a:spLocks noGrp="1"/>
          </p:cNvSpPr>
          <p:nvPr>
            <p:ph type="dt" sz="half" idx="10"/>
          </p:nvPr>
        </p:nvSpPr>
        <p:spPr/>
        <p:txBody>
          <a:bodyPr/>
          <a:lstStyle/>
          <a:p>
            <a:fld id="{4B7025AC-3FB5-4E1F-95CD-7B3409E88442}"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14233081"/>
      </p:ext>
    </p:extLst>
  </p:cSld>
  <p:clrMapOvr>
    <a:masterClrMapping/>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idx="1"/>
          </p:nvPr>
        </p:nvSpPr>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62B7521F-CF29-4CB8-835B-8B0D9A32C25A}"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2426391802"/>
      </p:ext>
    </p:extLst>
  </p:cSld>
  <p:clrMapOvr>
    <a:masterClrMapping/>
  </p:clrMapOvr>
</p:sldLayout>
</file>

<file path=ppt/slideLayouts/slideLayout249.xml><?xml version="1.0" encoding="utf-8"?>
<p:sldLayout xmlns:a="http://schemas.openxmlformats.org/drawingml/2006/main" xmlns:r="http://schemas.openxmlformats.org/officeDocument/2006/relationships" xmlns:p="http://schemas.openxmlformats.org/presentationml/2006/main" type="secHead" preserve="1">
  <p:cSld name="Deloverskrift">
    <p:spTree>
      <p:nvGrpSpPr>
        <p:cNvPr id="1" name=""/>
        <p:cNvGrpSpPr/>
        <p:nvPr/>
      </p:nvGrpSpPr>
      <p:grpSpPr>
        <a:xfrm>
          <a:off x="0" y="0"/>
          <a:ext cx="0" cy="0"/>
          <a:chOff x="0" y="0"/>
          <a:chExt cx="0" cy="0"/>
        </a:xfrm>
      </p:grpSpPr>
      <p:sp>
        <p:nvSpPr>
          <p:cNvPr id="2" name="Tittel 1"/>
          <p:cNvSpPr>
            <a:spLocks noGrp="1"/>
          </p:cNvSpPr>
          <p:nvPr>
            <p:ph type="title"/>
          </p:nvPr>
        </p:nvSpPr>
        <p:spPr>
          <a:xfrm>
            <a:off x="831850" y="1709738"/>
            <a:ext cx="10515600" cy="2852737"/>
          </a:xfrm>
        </p:spPr>
        <p:txBody>
          <a:bodyPr anchor="b"/>
          <a:lstStyle>
            <a:lvl1pPr>
              <a:defRPr sz="6000"/>
            </a:lvl1pPr>
          </a:lstStyle>
          <a:p>
            <a:r>
              <a:rPr lang="nb-NO"/>
              <a:t>Klikk for å redigere tittelstil</a:t>
            </a:r>
          </a:p>
        </p:txBody>
      </p:sp>
      <p:sp>
        <p:nvSpPr>
          <p:cNvPr id="3" name="Plassholder for teks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b-NO"/>
              <a:t>Rediger tekststiler i malen</a:t>
            </a:r>
          </a:p>
        </p:txBody>
      </p:sp>
      <p:sp>
        <p:nvSpPr>
          <p:cNvPr id="4" name="Plassholder for dato 3"/>
          <p:cNvSpPr>
            <a:spLocks noGrp="1"/>
          </p:cNvSpPr>
          <p:nvPr>
            <p:ph type="dt" sz="half" idx="10"/>
          </p:nvPr>
        </p:nvSpPr>
        <p:spPr/>
        <p:txBody>
          <a:bodyPr/>
          <a:lstStyle/>
          <a:p>
            <a:fld id="{1251F51B-3159-4493-A6C2-5F25DC9358A2}"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3116188410"/>
      </p:ext>
    </p:extLst>
  </p:cSld>
  <p:clrMapOvr>
    <a:masterClrMapping/>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sz="half" idx="1"/>
          </p:nvPr>
        </p:nvSpPr>
        <p:spPr>
          <a:xfrm>
            <a:off x="838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innhold 3"/>
          <p:cNvSpPr>
            <a:spLocks noGrp="1"/>
          </p:cNvSpPr>
          <p:nvPr>
            <p:ph sz="half" idx="2"/>
          </p:nvPr>
        </p:nvSpPr>
        <p:spPr>
          <a:xfrm>
            <a:off x="6172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dato 4"/>
          <p:cNvSpPr>
            <a:spLocks noGrp="1"/>
          </p:cNvSpPr>
          <p:nvPr>
            <p:ph type="dt" sz="half" idx="10"/>
          </p:nvPr>
        </p:nvSpPr>
        <p:spPr/>
        <p:txBody>
          <a:bodyPr/>
          <a:lstStyle/>
          <a:p>
            <a:fld id="{717A05E9-6275-445B-AA83-91EDF0524A09}"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3765922944"/>
      </p:ext>
    </p:extLst>
  </p:cSld>
  <p:clrMapOvr>
    <a:masterClrMapping/>
  </p:clrMapOvr>
</p:sldLayout>
</file>

<file path=ppt/slideLayouts/slideLayout251.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tel 1"/>
          <p:cNvSpPr>
            <a:spLocks noGrp="1"/>
          </p:cNvSpPr>
          <p:nvPr>
            <p:ph type="title"/>
          </p:nvPr>
        </p:nvSpPr>
        <p:spPr>
          <a:xfrm>
            <a:off x="839788" y="365125"/>
            <a:ext cx="10515600" cy="1325563"/>
          </a:xfrm>
        </p:spPr>
        <p:txBody>
          <a:bodyPr/>
          <a:lstStyle/>
          <a:p>
            <a:r>
              <a:rPr lang="nb-NO"/>
              <a:t>Klikk for å redigere tittelstil</a:t>
            </a:r>
          </a:p>
        </p:txBody>
      </p:sp>
      <p:sp>
        <p:nvSpPr>
          <p:cNvPr id="3" name="Plassholder for teks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4" name="Plassholder for innhold 3"/>
          <p:cNvSpPr>
            <a:spLocks noGrp="1"/>
          </p:cNvSpPr>
          <p:nvPr>
            <p:ph sz="half" idx="2"/>
          </p:nvPr>
        </p:nvSpPr>
        <p:spPr>
          <a:xfrm>
            <a:off x="839788" y="2505075"/>
            <a:ext cx="5157787"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teks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6" name="Plassholder for innhold 5"/>
          <p:cNvSpPr>
            <a:spLocks noGrp="1"/>
          </p:cNvSpPr>
          <p:nvPr>
            <p:ph sz="quarter" idx="4"/>
          </p:nvPr>
        </p:nvSpPr>
        <p:spPr>
          <a:xfrm>
            <a:off x="6172200" y="2505075"/>
            <a:ext cx="5183188"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7" name="Plassholder for dato 6"/>
          <p:cNvSpPr>
            <a:spLocks noGrp="1"/>
          </p:cNvSpPr>
          <p:nvPr>
            <p:ph type="dt" sz="half" idx="10"/>
          </p:nvPr>
        </p:nvSpPr>
        <p:spPr/>
        <p:txBody>
          <a:bodyPr/>
          <a:lstStyle/>
          <a:p>
            <a:fld id="{053D7496-F26D-4861-ADC2-E191DF971DAE}" type="datetime1">
              <a:rPr lang="nb-NO" smtClean="0"/>
              <a:t>27.08.2024</a:t>
            </a:fld>
            <a:endParaRPr lang="nb-NO"/>
          </a:p>
        </p:txBody>
      </p:sp>
      <p:sp>
        <p:nvSpPr>
          <p:cNvPr id="8" name="Plassholder for bunntekst 7"/>
          <p:cNvSpPr>
            <a:spLocks noGrp="1"/>
          </p:cNvSpPr>
          <p:nvPr>
            <p:ph type="ftr" sz="quarter" idx="11"/>
          </p:nvPr>
        </p:nvSpPr>
        <p:spPr/>
        <p:txBody>
          <a:bodyPr/>
          <a:lstStyle/>
          <a:p>
            <a:r>
              <a:rPr lang="nb-NO"/>
              <a:t>Control Trafikkskole</a:t>
            </a:r>
          </a:p>
        </p:txBody>
      </p:sp>
      <p:sp>
        <p:nvSpPr>
          <p:cNvPr id="9" name="Plassholder for lysbildenummer 8"/>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1108890465"/>
      </p:ext>
    </p:extLst>
  </p:cSld>
  <p:clrMapOvr>
    <a:masterClrMapping/>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dato 2"/>
          <p:cNvSpPr>
            <a:spLocks noGrp="1"/>
          </p:cNvSpPr>
          <p:nvPr>
            <p:ph type="dt" sz="half" idx="10"/>
          </p:nvPr>
        </p:nvSpPr>
        <p:spPr/>
        <p:txBody>
          <a:bodyPr/>
          <a:lstStyle/>
          <a:p>
            <a:fld id="{0C957D64-40ED-4EEE-B607-6E3322810D0F}" type="datetime1">
              <a:rPr lang="nb-NO" smtClean="0"/>
              <a:t>27.08.2024</a:t>
            </a:fld>
            <a:endParaRPr lang="nb-NO"/>
          </a:p>
        </p:txBody>
      </p:sp>
      <p:sp>
        <p:nvSpPr>
          <p:cNvPr id="4" name="Plassholder for bunntekst 3"/>
          <p:cNvSpPr>
            <a:spLocks noGrp="1"/>
          </p:cNvSpPr>
          <p:nvPr>
            <p:ph type="ftr" sz="quarter" idx="11"/>
          </p:nvPr>
        </p:nvSpPr>
        <p:spPr/>
        <p:txBody>
          <a:bodyPr/>
          <a:lstStyle/>
          <a:p>
            <a:r>
              <a:rPr lang="nb-NO"/>
              <a:t>Control Trafikkskole</a:t>
            </a:r>
          </a:p>
        </p:txBody>
      </p:sp>
      <p:sp>
        <p:nvSpPr>
          <p:cNvPr id="5" name="Plassholder for lysbildenummer 4"/>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1117302598"/>
      </p:ext>
    </p:extLst>
  </p:cSld>
  <p:clrMapOvr>
    <a:masterClrMapping/>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type="blank" preserve="1">
  <p:cSld name="Rutevalg">
    <p:spTree>
      <p:nvGrpSpPr>
        <p:cNvPr id="1" name=""/>
        <p:cNvGrpSpPr/>
        <p:nvPr/>
      </p:nvGrpSpPr>
      <p:grpSpPr>
        <a:xfrm>
          <a:off x="0" y="0"/>
          <a:ext cx="0" cy="0"/>
          <a:chOff x="0" y="0"/>
          <a:chExt cx="0" cy="0"/>
        </a:xfrm>
      </p:grpSpPr>
      <p:sp>
        <p:nvSpPr>
          <p:cNvPr id="2" name="Plassholder for dato 1"/>
          <p:cNvSpPr>
            <a:spLocks noGrp="1"/>
          </p:cNvSpPr>
          <p:nvPr>
            <p:ph type="dt" sz="half" idx="10"/>
          </p:nvPr>
        </p:nvSpPr>
        <p:spPr/>
        <p:txBody>
          <a:bodyPr/>
          <a:lstStyle/>
          <a:p>
            <a:fld id="{66D90627-9B85-4AAE-BB94-C843C784608E}" type="datetime1">
              <a:rPr lang="nb-NO" smtClean="0"/>
              <a:t>27.08.2024</a:t>
            </a:fld>
            <a:endParaRPr lang="nb-NO"/>
          </a:p>
        </p:txBody>
      </p:sp>
      <p:sp>
        <p:nvSpPr>
          <p:cNvPr id="3" name="Plassholder for bunntekst 2"/>
          <p:cNvSpPr>
            <a:spLocks noGrp="1"/>
          </p:cNvSpPr>
          <p:nvPr>
            <p:ph type="ftr" sz="quarter" idx="11"/>
          </p:nvPr>
        </p:nvSpPr>
        <p:spPr/>
        <p:txBody>
          <a:bodyPr/>
          <a:lstStyle/>
          <a:p>
            <a:r>
              <a:rPr lang="nb-NO"/>
              <a:t>Control Trafikkskole</a:t>
            </a:r>
          </a:p>
        </p:txBody>
      </p:sp>
      <p:sp>
        <p:nvSpPr>
          <p:cNvPr id="4" name="Plassholder for lysbildenummer 3"/>
          <p:cNvSpPr>
            <a:spLocks noGrp="1"/>
          </p:cNvSpPr>
          <p:nvPr>
            <p:ph type="sldNum" sz="quarter" idx="12"/>
          </p:nvPr>
        </p:nvSpPr>
        <p:spPr/>
        <p:txBody>
          <a:bodyPr/>
          <a:lstStyle/>
          <a:p>
            <a:fld id="{2EEBBCFE-599B-47F9-B84D-4259C5E2055D}" type="slidenum">
              <a:rPr lang="nb-NO" smtClean="0"/>
              <a:t>‹#›</a:t>
            </a:fld>
            <a:endParaRPr lang="nb-NO"/>
          </a:p>
        </p:txBody>
      </p:sp>
      <p:sp>
        <p:nvSpPr>
          <p:cNvPr id="5" name="Parallellogram 4">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6" name="Parallellogram 5">
            <a:hlinkClick r:id="rId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7" name="Parallellogram 6">
            <a:hlinkClick r:id="rId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8" name="Parallellogram 7">
            <a:hlinkClick r:id="rId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9" name="Parallellogram 8">
            <a:hlinkClick r:id="rId6" action="ppaction://hlinksldjump"/>
          </p:cNvPr>
          <p:cNvSpPr/>
          <p:nvPr userDrawn="1"/>
        </p:nvSpPr>
        <p:spPr>
          <a:xfrm>
            <a:off x="7469491"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0" name="Parallellogram 9">
            <a:hlinkClick r:id="rId7" action="ppaction://hlinksldjump"/>
          </p:cNvPr>
          <p:cNvSpPr/>
          <p:nvPr userDrawn="1"/>
        </p:nvSpPr>
        <p:spPr>
          <a:xfrm>
            <a:off x="8979304"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11" name="Parallellogram 10">
            <a:hlinkClick r:id="rId8" action="ppaction://hlinksldjump"/>
          </p:cNvPr>
          <p:cNvSpPr/>
          <p:nvPr userDrawn="1"/>
        </p:nvSpPr>
        <p:spPr>
          <a:xfrm>
            <a:off x="10489865"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420047444"/>
      </p:ext>
    </p:extLst>
  </p:cSld>
  <p:clrMapOvr>
    <a:masterClrMapping/>
  </p:clrMapOvr>
</p:sldLayout>
</file>

<file path=ppt/slideLayouts/slideLayout254.xml><?xml version="1.0" encoding="utf-8"?>
<p:sldLayout xmlns:a="http://schemas.openxmlformats.org/drawingml/2006/main" xmlns:r="http://schemas.openxmlformats.org/officeDocument/2006/relationships" xmlns:p="http://schemas.openxmlformats.org/presentationml/2006/main" type="objTx" preserve="1">
  <p:cSld name="Innhold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innhold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A08F7D8D-80A0-4877-BCCE-CCB6ACFBB09A}"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1418481834"/>
      </p:ext>
    </p:extLst>
  </p:cSld>
  <p:clrMapOvr>
    <a:masterClrMapping/>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type="picTx" preserve="1">
  <p:cSld name="Bilde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bild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7BAB68A5-8827-4A64-A0AE-7C2E4A79CC2E}"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45280731"/>
      </p:ext>
    </p:extLst>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type="vertTx" preserve="1">
  <p:cSld name="Loddrett tekst">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loddrett tekst 2"/>
          <p:cNvSpPr>
            <a:spLocks noGrp="1"/>
          </p:cNvSpPr>
          <p:nvPr>
            <p:ph type="body" orient="vert" idx="1"/>
          </p:nvPr>
        </p:nvSpPr>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38578404-7BAF-4DC4-B6C9-51B2C3E09537}"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486749222"/>
      </p:ext>
    </p:extLst>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type="vertTitleAndTx" preserve="1">
  <p:cSld name="Loddrett tittel og tekst">
    <p:spTree>
      <p:nvGrpSpPr>
        <p:cNvPr id="1" name=""/>
        <p:cNvGrpSpPr/>
        <p:nvPr/>
      </p:nvGrpSpPr>
      <p:grpSpPr>
        <a:xfrm>
          <a:off x="0" y="0"/>
          <a:ext cx="0" cy="0"/>
          <a:chOff x="0" y="0"/>
          <a:chExt cx="0" cy="0"/>
        </a:xfrm>
      </p:grpSpPr>
      <p:sp>
        <p:nvSpPr>
          <p:cNvPr id="2" name="Loddrett tittel 1"/>
          <p:cNvSpPr>
            <a:spLocks noGrp="1"/>
          </p:cNvSpPr>
          <p:nvPr>
            <p:ph type="title" orient="vert"/>
          </p:nvPr>
        </p:nvSpPr>
        <p:spPr>
          <a:xfrm>
            <a:off x="8724900" y="365125"/>
            <a:ext cx="2628900" cy="5811838"/>
          </a:xfrm>
        </p:spPr>
        <p:txBody>
          <a:bodyPr vert="eaVert"/>
          <a:lstStyle/>
          <a:p>
            <a:r>
              <a:rPr lang="nb-NO"/>
              <a:t>Klikk for å redigere tittelstil</a:t>
            </a:r>
          </a:p>
        </p:txBody>
      </p:sp>
      <p:sp>
        <p:nvSpPr>
          <p:cNvPr id="3" name="Plassholder for loddrett tekst 2"/>
          <p:cNvSpPr>
            <a:spLocks noGrp="1"/>
          </p:cNvSpPr>
          <p:nvPr>
            <p:ph type="body" orient="vert" idx="1"/>
          </p:nvPr>
        </p:nvSpPr>
        <p:spPr>
          <a:xfrm>
            <a:off x="838200" y="365125"/>
            <a:ext cx="7734300" cy="5811838"/>
          </a:xfrm>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D726AE42-00BB-428A-B5F1-E4CC45116EDD}"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502724473"/>
      </p:ext>
    </p:extLst>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userDrawn="1">
  <p:cSld name="Mål">
    <p:spTree>
      <p:nvGrpSpPr>
        <p:cNvPr id="1" name=""/>
        <p:cNvGrpSpPr/>
        <p:nvPr/>
      </p:nvGrpSpPr>
      <p:grpSpPr>
        <a:xfrm>
          <a:off x="0" y="0"/>
          <a:ext cx="0" cy="0"/>
          <a:chOff x="0" y="0"/>
          <a:chExt cx="0" cy="0"/>
        </a:xfrm>
      </p:grpSpPr>
      <p:sp>
        <p:nvSpPr>
          <p:cNvPr id="7" name="Parallellogram 6">
            <a:hlinkClick r:id="rId2" action="ppaction://hlinksldjump"/>
          </p:cNvPr>
          <p:cNvSpPr/>
          <p:nvPr userDrawn="1"/>
        </p:nvSpPr>
        <p:spPr>
          <a:xfrm>
            <a:off x="1428744"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8" name="Parallellogram 7">
            <a:hlinkClick r:id="rId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9" name="Parallellogram 8">
            <a:hlinkClick r:id="rId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0" name="Parallellogram 9">
            <a:hlinkClick r:id="rId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1" name="Parallellogram 10">
            <a:hlinkClick r:id="rId6" action="ppaction://hlinksldjump"/>
          </p:cNvPr>
          <p:cNvSpPr/>
          <p:nvPr userDrawn="1"/>
        </p:nvSpPr>
        <p:spPr>
          <a:xfrm>
            <a:off x="7469491"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2" name="Parallellogram 11">
            <a:hlinkClick r:id="rId7" action="ppaction://hlinksldjump"/>
          </p:cNvPr>
          <p:cNvSpPr/>
          <p:nvPr userDrawn="1"/>
        </p:nvSpPr>
        <p:spPr>
          <a:xfrm>
            <a:off x="897930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13" name="Parallellogram 12">
            <a:hlinkClick r:id="rId8" action="ppaction://hlinksldjump"/>
          </p:cNvPr>
          <p:cNvSpPr/>
          <p:nvPr userDrawn="1"/>
        </p:nvSpPr>
        <p:spPr>
          <a:xfrm>
            <a:off x="10489865"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2231956131"/>
      </p:ext>
    </p:extLst>
  </p:cSld>
  <p:clrMapOvr>
    <a:masterClrMapping/>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userDrawn="1">
  <p:cSld name="Innhold">
    <p:spTree>
      <p:nvGrpSpPr>
        <p:cNvPr id="1" name=""/>
        <p:cNvGrpSpPr/>
        <p:nvPr/>
      </p:nvGrpSpPr>
      <p:grpSpPr>
        <a:xfrm>
          <a:off x="0" y="0"/>
          <a:ext cx="0" cy="0"/>
          <a:chOff x="0" y="0"/>
          <a:chExt cx="0" cy="0"/>
        </a:xfrm>
      </p:grpSpPr>
      <p:sp>
        <p:nvSpPr>
          <p:cNvPr id="7" name="Parallellogram 6">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8" name="Parallellogram 7">
            <a:hlinkClick r:id="rId3" action="ppaction://hlinksldjump"/>
          </p:cNvPr>
          <p:cNvSpPr/>
          <p:nvPr userDrawn="1"/>
        </p:nvSpPr>
        <p:spPr>
          <a:xfrm>
            <a:off x="2938557"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9" name="Parallellogram 8">
            <a:hlinkClick r:id="rId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0" name="Parallellogram 9">
            <a:hlinkClick r:id="rId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1" name="Parallellogram 10">
            <a:hlinkClick r:id="rId6" action="ppaction://hlinksldjump"/>
          </p:cNvPr>
          <p:cNvSpPr/>
          <p:nvPr userDrawn="1"/>
        </p:nvSpPr>
        <p:spPr>
          <a:xfrm>
            <a:off x="7469491"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2" name="Parallellogram 11">
            <a:hlinkClick r:id="rId7" action="ppaction://hlinksldjump"/>
          </p:cNvPr>
          <p:cNvSpPr/>
          <p:nvPr userDrawn="1"/>
        </p:nvSpPr>
        <p:spPr>
          <a:xfrm>
            <a:off x="897930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13" name="Parallellogram 12">
            <a:hlinkClick r:id="rId8" action="ppaction://hlinksldjump"/>
          </p:cNvPr>
          <p:cNvSpPr/>
          <p:nvPr userDrawn="1"/>
        </p:nvSpPr>
        <p:spPr>
          <a:xfrm>
            <a:off x="10489865"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638224954"/>
      </p:ext>
    </p:extLst>
  </p:cSld>
  <p:clrMapOvr>
    <a:masterClrMapping/>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userDrawn="1">
  <p:cSld name="Elev">
    <p:spTree>
      <p:nvGrpSpPr>
        <p:cNvPr id="1" name=""/>
        <p:cNvGrpSpPr/>
        <p:nvPr/>
      </p:nvGrpSpPr>
      <p:grpSpPr>
        <a:xfrm>
          <a:off x="0" y="0"/>
          <a:ext cx="0" cy="0"/>
          <a:chOff x="0" y="0"/>
          <a:chExt cx="0" cy="0"/>
        </a:xfrm>
      </p:grpSpPr>
      <p:sp>
        <p:nvSpPr>
          <p:cNvPr id="8" name="Parallellogram 7">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9" name="Parallellogram 8">
            <a:hlinkClick r:id="rId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0" name="Parallellogram 9">
            <a:hlinkClick r:id="rId4" action="ppaction://hlinksldjump"/>
          </p:cNvPr>
          <p:cNvSpPr/>
          <p:nvPr userDrawn="1"/>
        </p:nvSpPr>
        <p:spPr>
          <a:xfrm>
            <a:off x="4449118"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1" name="Parallellogram 10">
            <a:hlinkClick r:id="rId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2" name="Parallellogram 11">
            <a:hlinkClick r:id="rId6" action="ppaction://hlinksldjump"/>
          </p:cNvPr>
          <p:cNvSpPr/>
          <p:nvPr userDrawn="1"/>
        </p:nvSpPr>
        <p:spPr>
          <a:xfrm>
            <a:off x="7469491"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3" name="Parallellogram 12">
            <a:hlinkClick r:id="rId7" action="ppaction://hlinksldjump"/>
          </p:cNvPr>
          <p:cNvSpPr/>
          <p:nvPr userDrawn="1"/>
        </p:nvSpPr>
        <p:spPr>
          <a:xfrm>
            <a:off x="897930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14" name="Parallellogram 13">
            <a:hlinkClick r:id="rId8" action="ppaction://hlinksldjump"/>
          </p:cNvPr>
          <p:cNvSpPr/>
          <p:nvPr userDrawn="1"/>
        </p:nvSpPr>
        <p:spPr>
          <a:xfrm>
            <a:off x="10489865"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52383316"/>
      </p:ext>
    </p:extLst>
  </p:cSld>
  <p:clrMapOvr>
    <a:masterClrMapping/>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userDrawn="1">
  <p:cSld name="Lærer">
    <p:spTree>
      <p:nvGrpSpPr>
        <p:cNvPr id="1" name=""/>
        <p:cNvGrpSpPr/>
        <p:nvPr/>
      </p:nvGrpSpPr>
      <p:grpSpPr>
        <a:xfrm>
          <a:off x="0" y="0"/>
          <a:ext cx="0" cy="0"/>
          <a:chOff x="0" y="0"/>
          <a:chExt cx="0" cy="0"/>
        </a:xfrm>
      </p:grpSpPr>
      <p:sp>
        <p:nvSpPr>
          <p:cNvPr id="10" name="Parallellogram 9">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1" name="Parallellogram 10">
            <a:hlinkClick r:id="rId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2" name="Parallellogram 11">
            <a:hlinkClick r:id="rId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3" name="Parallellogram 12">
            <a:hlinkClick r:id="rId5" action="ppaction://hlinksldjump"/>
          </p:cNvPr>
          <p:cNvSpPr/>
          <p:nvPr userDrawn="1"/>
        </p:nvSpPr>
        <p:spPr>
          <a:xfrm>
            <a:off x="5959678"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4" name="Parallellogram 13">
            <a:hlinkClick r:id="rId6" action="ppaction://hlinksldjump"/>
          </p:cNvPr>
          <p:cNvSpPr/>
          <p:nvPr userDrawn="1"/>
        </p:nvSpPr>
        <p:spPr>
          <a:xfrm>
            <a:off x="7469491"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5" name="Parallellogram 14">
            <a:hlinkClick r:id="rId7" action="ppaction://hlinksldjump"/>
          </p:cNvPr>
          <p:cNvSpPr/>
          <p:nvPr userDrawn="1"/>
        </p:nvSpPr>
        <p:spPr>
          <a:xfrm>
            <a:off x="897930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16" name="Parallellogram 15">
            <a:hlinkClick r:id="rId8" action="ppaction://hlinksldjump"/>
          </p:cNvPr>
          <p:cNvSpPr/>
          <p:nvPr userDrawn="1"/>
        </p:nvSpPr>
        <p:spPr>
          <a:xfrm>
            <a:off x="10489865"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1313984402"/>
      </p:ext>
    </p:extLst>
  </p:cSld>
  <p:clrMapOvr>
    <a:masterClrMapping/>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userDrawn="1">
  <p:cSld name="Metode">
    <p:spTree>
      <p:nvGrpSpPr>
        <p:cNvPr id="1" name=""/>
        <p:cNvGrpSpPr/>
        <p:nvPr/>
      </p:nvGrpSpPr>
      <p:grpSpPr>
        <a:xfrm>
          <a:off x="0" y="0"/>
          <a:ext cx="0" cy="0"/>
          <a:chOff x="0" y="0"/>
          <a:chExt cx="0" cy="0"/>
        </a:xfrm>
      </p:grpSpPr>
      <p:sp>
        <p:nvSpPr>
          <p:cNvPr id="6" name="Parallellogram 5">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7" name="Parallellogram 6">
            <a:hlinkClick r:id="rId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8" name="Parallellogram 7">
            <a:hlinkClick r:id="rId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9" name="Parallellogram 8">
            <a:hlinkClick r:id="rId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0" name="Parallellogram 9">
            <a:hlinkClick r:id="rId6" action="ppaction://hlinksldjump"/>
          </p:cNvPr>
          <p:cNvSpPr/>
          <p:nvPr userDrawn="1"/>
        </p:nvSpPr>
        <p:spPr>
          <a:xfrm>
            <a:off x="7469491"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1" name="Parallellogram 10">
            <a:hlinkClick r:id="rId7" action="ppaction://hlinksldjump"/>
          </p:cNvPr>
          <p:cNvSpPr/>
          <p:nvPr userDrawn="1"/>
        </p:nvSpPr>
        <p:spPr>
          <a:xfrm>
            <a:off x="897930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12" name="Parallellogram 11">
            <a:hlinkClick r:id="rId8" action="ppaction://hlinksldjump"/>
          </p:cNvPr>
          <p:cNvSpPr/>
          <p:nvPr userDrawn="1"/>
        </p:nvSpPr>
        <p:spPr>
          <a:xfrm>
            <a:off x="10489865"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1199155433"/>
      </p:ext>
    </p:extLst>
  </p:cSld>
  <p:clrMapOvr>
    <a:masterClrMapping/>
  </p:clrMapOvr>
</p:sldLayout>
</file>

<file path=ppt/slideLayouts/slideLayout263.xml><?xml version="1.0" encoding="utf-8"?>
<p:sldLayout xmlns:a="http://schemas.openxmlformats.org/drawingml/2006/main" xmlns:r="http://schemas.openxmlformats.org/officeDocument/2006/relationships" xmlns:p="http://schemas.openxmlformats.org/presentationml/2006/main" userDrawn="1">
  <p:cSld name="Vurdering">
    <p:spTree>
      <p:nvGrpSpPr>
        <p:cNvPr id="1" name=""/>
        <p:cNvGrpSpPr/>
        <p:nvPr/>
      </p:nvGrpSpPr>
      <p:grpSpPr>
        <a:xfrm>
          <a:off x="0" y="0"/>
          <a:ext cx="0" cy="0"/>
          <a:chOff x="0" y="0"/>
          <a:chExt cx="0" cy="0"/>
        </a:xfrm>
      </p:grpSpPr>
      <p:sp>
        <p:nvSpPr>
          <p:cNvPr id="8" name="Parallellogram 7">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9" name="Parallellogram 8">
            <a:hlinkClick r:id="rId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0" name="Parallellogram 9">
            <a:hlinkClick r:id="rId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1" name="Parallellogram 10">
            <a:hlinkClick r:id="rId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2" name="Parallellogram 11">
            <a:hlinkClick r:id="rId6" action="ppaction://hlinksldjump"/>
          </p:cNvPr>
          <p:cNvSpPr/>
          <p:nvPr userDrawn="1"/>
        </p:nvSpPr>
        <p:spPr>
          <a:xfrm>
            <a:off x="7469491"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3" name="Parallellogram 12">
            <a:hlinkClick r:id="rId7" action="ppaction://hlinksldjump"/>
          </p:cNvPr>
          <p:cNvSpPr/>
          <p:nvPr userDrawn="1"/>
        </p:nvSpPr>
        <p:spPr>
          <a:xfrm>
            <a:off x="897930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14" name="Parallellogram 13">
            <a:hlinkClick r:id="rId8" action="ppaction://hlinksldjump"/>
          </p:cNvPr>
          <p:cNvSpPr/>
          <p:nvPr userDrawn="1"/>
        </p:nvSpPr>
        <p:spPr>
          <a:xfrm>
            <a:off x="10489865"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967873351"/>
      </p:ext>
    </p:extLst>
  </p:cSld>
  <p:clrMapOvr>
    <a:masterClrMapping/>
  </p:clrMapOvr>
</p:sldLayout>
</file>

<file path=ppt/slideLayouts/slideLayout264.xml><?xml version="1.0" encoding="utf-8"?>
<p:sldLayout xmlns:a="http://schemas.openxmlformats.org/drawingml/2006/main" xmlns:r="http://schemas.openxmlformats.org/officeDocument/2006/relationships" xmlns:p="http://schemas.openxmlformats.org/presentationml/2006/main" type="title" preserve="1">
  <p:cSld name="Tittellysbilde">
    <p:spTree>
      <p:nvGrpSpPr>
        <p:cNvPr id="1" name=""/>
        <p:cNvGrpSpPr/>
        <p:nvPr/>
      </p:nvGrpSpPr>
      <p:grpSpPr>
        <a:xfrm>
          <a:off x="0" y="0"/>
          <a:ext cx="0" cy="0"/>
          <a:chOff x="0" y="0"/>
          <a:chExt cx="0" cy="0"/>
        </a:xfrm>
      </p:grpSpPr>
      <p:sp>
        <p:nvSpPr>
          <p:cNvPr id="2" name="Tittel 1"/>
          <p:cNvSpPr>
            <a:spLocks noGrp="1"/>
          </p:cNvSpPr>
          <p:nvPr>
            <p:ph type="ctrTitle"/>
          </p:nvPr>
        </p:nvSpPr>
        <p:spPr>
          <a:xfrm>
            <a:off x="1524000" y="1122363"/>
            <a:ext cx="9144000" cy="2387600"/>
          </a:xfrm>
        </p:spPr>
        <p:txBody>
          <a:bodyPr anchor="b"/>
          <a:lstStyle>
            <a:lvl1pPr algn="ctr">
              <a:defRPr sz="6000"/>
            </a:lvl1pPr>
          </a:lstStyle>
          <a:p>
            <a:r>
              <a:rPr lang="nb-NO"/>
              <a:t>Klikk for å redigere tittelstil</a:t>
            </a:r>
          </a:p>
        </p:txBody>
      </p:sp>
      <p:sp>
        <p:nvSpPr>
          <p:cNvPr id="3" name="Undertit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b-NO"/>
              <a:t>Klikk for å redigere undertittelstil i malen</a:t>
            </a:r>
          </a:p>
        </p:txBody>
      </p:sp>
      <p:sp>
        <p:nvSpPr>
          <p:cNvPr id="4" name="Plassholder for dato 3"/>
          <p:cNvSpPr>
            <a:spLocks noGrp="1"/>
          </p:cNvSpPr>
          <p:nvPr>
            <p:ph type="dt" sz="half" idx="10"/>
          </p:nvPr>
        </p:nvSpPr>
        <p:spPr/>
        <p:txBody>
          <a:bodyPr/>
          <a:lstStyle/>
          <a:p>
            <a:fld id="{A9823B28-6CB5-4EE5-BA04-D7D808721E05}"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137986667"/>
      </p:ext>
    </p:extLst>
  </p:cSld>
  <p:clrMapOvr>
    <a:masterClrMapping/>
  </p:clrMapOvr>
</p:sldLayout>
</file>

<file path=ppt/slideLayouts/slideLayout265.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idx="1"/>
          </p:nvPr>
        </p:nvSpPr>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C1C4BBA3-9C79-4A0A-82C8-3270FB848DA0}"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329011333"/>
      </p:ext>
    </p:extLst>
  </p:cSld>
  <p:clrMapOvr>
    <a:masterClrMapping/>
  </p:clrMapOvr>
</p:sldLayout>
</file>

<file path=ppt/slideLayouts/slideLayout266.xml><?xml version="1.0" encoding="utf-8"?>
<p:sldLayout xmlns:a="http://schemas.openxmlformats.org/drawingml/2006/main" xmlns:r="http://schemas.openxmlformats.org/officeDocument/2006/relationships" xmlns:p="http://schemas.openxmlformats.org/presentationml/2006/main" type="secHead" preserve="1">
  <p:cSld name="Deloverskrift">
    <p:spTree>
      <p:nvGrpSpPr>
        <p:cNvPr id="1" name=""/>
        <p:cNvGrpSpPr/>
        <p:nvPr/>
      </p:nvGrpSpPr>
      <p:grpSpPr>
        <a:xfrm>
          <a:off x="0" y="0"/>
          <a:ext cx="0" cy="0"/>
          <a:chOff x="0" y="0"/>
          <a:chExt cx="0" cy="0"/>
        </a:xfrm>
      </p:grpSpPr>
      <p:sp>
        <p:nvSpPr>
          <p:cNvPr id="2" name="Tittel 1"/>
          <p:cNvSpPr>
            <a:spLocks noGrp="1"/>
          </p:cNvSpPr>
          <p:nvPr>
            <p:ph type="title"/>
          </p:nvPr>
        </p:nvSpPr>
        <p:spPr>
          <a:xfrm>
            <a:off x="831850" y="1709738"/>
            <a:ext cx="10515600" cy="2852737"/>
          </a:xfrm>
        </p:spPr>
        <p:txBody>
          <a:bodyPr anchor="b"/>
          <a:lstStyle>
            <a:lvl1pPr>
              <a:defRPr sz="6000"/>
            </a:lvl1pPr>
          </a:lstStyle>
          <a:p>
            <a:r>
              <a:rPr lang="nb-NO"/>
              <a:t>Klikk for å redigere tittelstil</a:t>
            </a:r>
          </a:p>
        </p:txBody>
      </p:sp>
      <p:sp>
        <p:nvSpPr>
          <p:cNvPr id="3" name="Plassholder for teks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b-NO"/>
              <a:t>Rediger tekststiler i malen</a:t>
            </a:r>
          </a:p>
        </p:txBody>
      </p:sp>
      <p:sp>
        <p:nvSpPr>
          <p:cNvPr id="4" name="Plassholder for dato 3"/>
          <p:cNvSpPr>
            <a:spLocks noGrp="1"/>
          </p:cNvSpPr>
          <p:nvPr>
            <p:ph type="dt" sz="half" idx="10"/>
          </p:nvPr>
        </p:nvSpPr>
        <p:spPr/>
        <p:txBody>
          <a:bodyPr/>
          <a:lstStyle/>
          <a:p>
            <a:fld id="{0A75B1B4-CD32-46FE-BF1C-D38126ED2D40}"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297348124"/>
      </p:ext>
    </p:extLst>
  </p:cSld>
  <p:clrMapOvr>
    <a:masterClrMapping/>
  </p:clrMapOvr>
</p:sldLayout>
</file>

<file path=ppt/slideLayouts/slideLayout267.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sz="half" idx="1"/>
          </p:nvPr>
        </p:nvSpPr>
        <p:spPr>
          <a:xfrm>
            <a:off x="838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innhold 3"/>
          <p:cNvSpPr>
            <a:spLocks noGrp="1"/>
          </p:cNvSpPr>
          <p:nvPr>
            <p:ph sz="half" idx="2"/>
          </p:nvPr>
        </p:nvSpPr>
        <p:spPr>
          <a:xfrm>
            <a:off x="6172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dato 4"/>
          <p:cNvSpPr>
            <a:spLocks noGrp="1"/>
          </p:cNvSpPr>
          <p:nvPr>
            <p:ph type="dt" sz="half" idx="10"/>
          </p:nvPr>
        </p:nvSpPr>
        <p:spPr/>
        <p:txBody>
          <a:bodyPr/>
          <a:lstStyle/>
          <a:p>
            <a:fld id="{FFB4D5E4-C396-43E3-A2A5-454B52F15F8C}"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101031200"/>
      </p:ext>
    </p:extLst>
  </p:cSld>
  <p:clrMapOvr>
    <a:masterClrMapping/>
  </p:clrMapOvr>
</p:sldLayout>
</file>

<file path=ppt/slideLayouts/slideLayout268.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tel 1"/>
          <p:cNvSpPr>
            <a:spLocks noGrp="1"/>
          </p:cNvSpPr>
          <p:nvPr>
            <p:ph type="title"/>
          </p:nvPr>
        </p:nvSpPr>
        <p:spPr>
          <a:xfrm>
            <a:off x="839788" y="365125"/>
            <a:ext cx="10515600" cy="1325563"/>
          </a:xfrm>
        </p:spPr>
        <p:txBody>
          <a:bodyPr/>
          <a:lstStyle/>
          <a:p>
            <a:r>
              <a:rPr lang="nb-NO"/>
              <a:t>Klikk for å redigere tittelstil</a:t>
            </a:r>
          </a:p>
        </p:txBody>
      </p:sp>
      <p:sp>
        <p:nvSpPr>
          <p:cNvPr id="3" name="Plassholder for teks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4" name="Plassholder for innhold 3"/>
          <p:cNvSpPr>
            <a:spLocks noGrp="1"/>
          </p:cNvSpPr>
          <p:nvPr>
            <p:ph sz="half" idx="2"/>
          </p:nvPr>
        </p:nvSpPr>
        <p:spPr>
          <a:xfrm>
            <a:off x="839788" y="2505075"/>
            <a:ext cx="5157787"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teks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6" name="Plassholder for innhold 5"/>
          <p:cNvSpPr>
            <a:spLocks noGrp="1"/>
          </p:cNvSpPr>
          <p:nvPr>
            <p:ph sz="quarter" idx="4"/>
          </p:nvPr>
        </p:nvSpPr>
        <p:spPr>
          <a:xfrm>
            <a:off x="6172200" y="2505075"/>
            <a:ext cx="5183188"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7" name="Plassholder for dato 6"/>
          <p:cNvSpPr>
            <a:spLocks noGrp="1"/>
          </p:cNvSpPr>
          <p:nvPr>
            <p:ph type="dt" sz="half" idx="10"/>
          </p:nvPr>
        </p:nvSpPr>
        <p:spPr/>
        <p:txBody>
          <a:bodyPr/>
          <a:lstStyle/>
          <a:p>
            <a:fld id="{B1ED070F-5B02-4F15-809D-2D7E61890552}" type="datetime1">
              <a:rPr lang="nb-NO" smtClean="0"/>
              <a:t>27.08.2024</a:t>
            </a:fld>
            <a:endParaRPr lang="nb-NO"/>
          </a:p>
        </p:txBody>
      </p:sp>
      <p:sp>
        <p:nvSpPr>
          <p:cNvPr id="8" name="Plassholder for bunntekst 7"/>
          <p:cNvSpPr>
            <a:spLocks noGrp="1"/>
          </p:cNvSpPr>
          <p:nvPr>
            <p:ph type="ftr" sz="quarter" idx="11"/>
          </p:nvPr>
        </p:nvSpPr>
        <p:spPr/>
        <p:txBody>
          <a:bodyPr/>
          <a:lstStyle/>
          <a:p>
            <a:r>
              <a:rPr lang="nb-NO"/>
              <a:t>Control Trafikkskole</a:t>
            </a:r>
          </a:p>
        </p:txBody>
      </p:sp>
      <p:sp>
        <p:nvSpPr>
          <p:cNvPr id="9" name="Plassholder for lysbildenummer 8"/>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131340156"/>
      </p:ext>
    </p:extLst>
  </p:cSld>
  <p:clrMapOvr>
    <a:masterClrMapping/>
  </p:clrMapOvr>
</p:sldLayout>
</file>

<file path=ppt/slideLayouts/slideLayout269.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dato 2"/>
          <p:cNvSpPr>
            <a:spLocks noGrp="1"/>
          </p:cNvSpPr>
          <p:nvPr>
            <p:ph type="dt" sz="half" idx="10"/>
          </p:nvPr>
        </p:nvSpPr>
        <p:spPr/>
        <p:txBody>
          <a:bodyPr/>
          <a:lstStyle/>
          <a:p>
            <a:fld id="{5A3569FD-1E61-4343-BC21-A50A6D5F074E}" type="datetime1">
              <a:rPr lang="nb-NO" smtClean="0"/>
              <a:t>27.08.2024</a:t>
            </a:fld>
            <a:endParaRPr lang="nb-NO"/>
          </a:p>
        </p:txBody>
      </p:sp>
      <p:sp>
        <p:nvSpPr>
          <p:cNvPr id="4" name="Plassholder for bunntekst 3"/>
          <p:cNvSpPr>
            <a:spLocks noGrp="1"/>
          </p:cNvSpPr>
          <p:nvPr>
            <p:ph type="ftr" sz="quarter" idx="11"/>
          </p:nvPr>
        </p:nvSpPr>
        <p:spPr/>
        <p:txBody>
          <a:bodyPr/>
          <a:lstStyle/>
          <a:p>
            <a:r>
              <a:rPr lang="nb-NO"/>
              <a:t>Control Trafikkskole</a:t>
            </a:r>
          </a:p>
        </p:txBody>
      </p:sp>
      <p:sp>
        <p:nvSpPr>
          <p:cNvPr id="5" name="Plassholder for lysbildenummer 4"/>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515126414"/>
      </p:ext>
    </p:extLst>
  </p:cSld>
  <p:clrMapOvr>
    <a:masterClrMapping/>
  </p:clrMapOvr>
</p:sldLayout>
</file>

<file path=ppt/slideLayouts/slideLayout270.xml><?xml version="1.0" encoding="utf-8"?>
<p:sldLayout xmlns:a="http://schemas.openxmlformats.org/drawingml/2006/main" xmlns:r="http://schemas.openxmlformats.org/officeDocument/2006/relationships" xmlns:p="http://schemas.openxmlformats.org/presentationml/2006/main" type="blank" preserve="1">
  <p:cSld name="Tomt">
    <p:spTree>
      <p:nvGrpSpPr>
        <p:cNvPr id="1" name=""/>
        <p:cNvGrpSpPr/>
        <p:nvPr/>
      </p:nvGrpSpPr>
      <p:grpSpPr>
        <a:xfrm>
          <a:off x="0" y="0"/>
          <a:ext cx="0" cy="0"/>
          <a:chOff x="0" y="0"/>
          <a:chExt cx="0" cy="0"/>
        </a:xfrm>
      </p:grpSpPr>
      <p:sp>
        <p:nvSpPr>
          <p:cNvPr id="2" name="Plassholder for dato 1"/>
          <p:cNvSpPr>
            <a:spLocks noGrp="1"/>
          </p:cNvSpPr>
          <p:nvPr>
            <p:ph type="dt" sz="half" idx="10"/>
          </p:nvPr>
        </p:nvSpPr>
        <p:spPr/>
        <p:txBody>
          <a:bodyPr/>
          <a:lstStyle/>
          <a:p>
            <a:fld id="{05BE1D97-D606-4495-95CE-8E135210B5D9}" type="datetime1">
              <a:rPr lang="nb-NO" smtClean="0"/>
              <a:t>27.08.2024</a:t>
            </a:fld>
            <a:endParaRPr lang="nb-NO"/>
          </a:p>
        </p:txBody>
      </p:sp>
      <p:sp>
        <p:nvSpPr>
          <p:cNvPr id="3" name="Plassholder for bunntekst 2"/>
          <p:cNvSpPr>
            <a:spLocks noGrp="1"/>
          </p:cNvSpPr>
          <p:nvPr>
            <p:ph type="ftr" sz="quarter" idx="11"/>
          </p:nvPr>
        </p:nvSpPr>
        <p:spPr/>
        <p:txBody>
          <a:bodyPr/>
          <a:lstStyle/>
          <a:p>
            <a:r>
              <a:rPr lang="nb-NO"/>
              <a:t>Control Trafikkskole</a:t>
            </a:r>
          </a:p>
        </p:txBody>
      </p:sp>
      <p:sp>
        <p:nvSpPr>
          <p:cNvPr id="4" name="Plassholder for lysbildenummer 3"/>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976511398"/>
      </p:ext>
    </p:extLst>
  </p:cSld>
  <p:clrMapOvr>
    <a:masterClrMapping/>
  </p:clrMapOvr>
</p:sldLayout>
</file>

<file path=ppt/slideLayouts/slideLayout271.xml><?xml version="1.0" encoding="utf-8"?>
<p:sldLayout xmlns:a="http://schemas.openxmlformats.org/drawingml/2006/main" xmlns:r="http://schemas.openxmlformats.org/officeDocument/2006/relationships" xmlns:p="http://schemas.openxmlformats.org/presentationml/2006/main" type="objTx" preserve="1">
  <p:cSld name="Innhold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innhold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5F01FC04-A8AF-45EC-B29B-7255D804263D}"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879819560"/>
      </p:ext>
    </p:extLst>
  </p:cSld>
  <p:clrMapOvr>
    <a:masterClrMapping/>
  </p:clrMapOvr>
</p:sldLayout>
</file>

<file path=ppt/slideLayouts/slideLayout272.xml><?xml version="1.0" encoding="utf-8"?>
<p:sldLayout xmlns:a="http://schemas.openxmlformats.org/drawingml/2006/main" xmlns:r="http://schemas.openxmlformats.org/officeDocument/2006/relationships" xmlns:p="http://schemas.openxmlformats.org/presentationml/2006/main" type="picTx" preserve="1">
  <p:cSld name="Bilde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bild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F790C7A5-7838-4FD1-9F73-1F0BEDC2D3A7}"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504185386"/>
      </p:ext>
    </p:extLst>
  </p:cSld>
  <p:clrMapOvr>
    <a:masterClrMapping/>
  </p:clrMapOvr>
</p:sldLayout>
</file>

<file path=ppt/slideLayouts/slideLayout273.xml><?xml version="1.0" encoding="utf-8"?>
<p:sldLayout xmlns:a="http://schemas.openxmlformats.org/drawingml/2006/main" xmlns:r="http://schemas.openxmlformats.org/officeDocument/2006/relationships" xmlns:p="http://schemas.openxmlformats.org/presentationml/2006/main" type="vertTx" preserve="1">
  <p:cSld name="Loddrett tekst">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loddrett tekst 2"/>
          <p:cNvSpPr>
            <a:spLocks noGrp="1"/>
          </p:cNvSpPr>
          <p:nvPr>
            <p:ph type="body" orient="vert" idx="1"/>
          </p:nvPr>
        </p:nvSpPr>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732FF93C-CF56-4C0E-A06C-225C2BC2D02A}"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531808481"/>
      </p:ext>
    </p:extLst>
  </p:cSld>
  <p:clrMapOvr>
    <a:masterClrMapping/>
  </p:clrMapOvr>
</p:sldLayout>
</file>

<file path=ppt/slideLayouts/slideLayout274.xml><?xml version="1.0" encoding="utf-8"?>
<p:sldLayout xmlns:a="http://schemas.openxmlformats.org/drawingml/2006/main" xmlns:r="http://schemas.openxmlformats.org/officeDocument/2006/relationships" xmlns:p="http://schemas.openxmlformats.org/presentationml/2006/main" type="vertTitleAndTx" preserve="1">
  <p:cSld name="Loddrett tittel og tekst">
    <p:spTree>
      <p:nvGrpSpPr>
        <p:cNvPr id="1" name=""/>
        <p:cNvGrpSpPr/>
        <p:nvPr/>
      </p:nvGrpSpPr>
      <p:grpSpPr>
        <a:xfrm>
          <a:off x="0" y="0"/>
          <a:ext cx="0" cy="0"/>
          <a:chOff x="0" y="0"/>
          <a:chExt cx="0" cy="0"/>
        </a:xfrm>
      </p:grpSpPr>
      <p:sp>
        <p:nvSpPr>
          <p:cNvPr id="2" name="Loddrett tittel 1"/>
          <p:cNvSpPr>
            <a:spLocks noGrp="1"/>
          </p:cNvSpPr>
          <p:nvPr>
            <p:ph type="title" orient="vert"/>
          </p:nvPr>
        </p:nvSpPr>
        <p:spPr>
          <a:xfrm>
            <a:off x="8724900" y="365125"/>
            <a:ext cx="2628900" cy="5811838"/>
          </a:xfrm>
        </p:spPr>
        <p:txBody>
          <a:bodyPr vert="eaVert"/>
          <a:lstStyle/>
          <a:p>
            <a:r>
              <a:rPr lang="nb-NO"/>
              <a:t>Klikk for å redigere tittelstil</a:t>
            </a:r>
          </a:p>
        </p:txBody>
      </p:sp>
      <p:sp>
        <p:nvSpPr>
          <p:cNvPr id="3" name="Plassholder for loddrett tekst 2"/>
          <p:cNvSpPr>
            <a:spLocks noGrp="1"/>
          </p:cNvSpPr>
          <p:nvPr>
            <p:ph type="body" orient="vert" idx="1"/>
          </p:nvPr>
        </p:nvSpPr>
        <p:spPr>
          <a:xfrm>
            <a:off x="838200" y="365125"/>
            <a:ext cx="7734300" cy="5811838"/>
          </a:xfrm>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D2FB8E26-E9D4-436F-BF1E-0522D84247B6}"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057311276"/>
      </p:ext>
    </p:extLst>
  </p:cSld>
  <p:clrMapOvr>
    <a:masterClrMapping/>
  </p:clrMapOvr>
</p:sldLayout>
</file>

<file path=ppt/slideLayouts/slideLayout275.xml><?xml version="1.0" encoding="utf-8"?>
<p:sldLayout xmlns:a="http://schemas.openxmlformats.org/drawingml/2006/main" xmlns:r="http://schemas.openxmlformats.org/officeDocument/2006/relationships" xmlns:p="http://schemas.openxmlformats.org/presentationml/2006/main" type="title" preserve="1">
  <p:cSld name="Tittellysbilde">
    <p:spTree>
      <p:nvGrpSpPr>
        <p:cNvPr id="1" name=""/>
        <p:cNvGrpSpPr/>
        <p:nvPr/>
      </p:nvGrpSpPr>
      <p:grpSpPr>
        <a:xfrm>
          <a:off x="0" y="0"/>
          <a:ext cx="0" cy="0"/>
          <a:chOff x="0" y="0"/>
          <a:chExt cx="0" cy="0"/>
        </a:xfrm>
      </p:grpSpPr>
      <p:sp>
        <p:nvSpPr>
          <p:cNvPr id="2" name="Tittel 1"/>
          <p:cNvSpPr>
            <a:spLocks noGrp="1"/>
          </p:cNvSpPr>
          <p:nvPr>
            <p:ph type="ctrTitle"/>
          </p:nvPr>
        </p:nvSpPr>
        <p:spPr>
          <a:xfrm>
            <a:off x="1524000" y="1122363"/>
            <a:ext cx="9144000" cy="2387600"/>
          </a:xfrm>
        </p:spPr>
        <p:txBody>
          <a:bodyPr anchor="b"/>
          <a:lstStyle>
            <a:lvl1pPr algn="ctr">
              <a:defRPr sz="6000"/>
            </a:lvl1pPr>
          </a:lstStyle>
          <a:p>
            <a:r>
              <a:rPr lang="nb-NO"/>
              <a:t>Klikk for å redigere tittelstil</a:t>
            </a:r>
          </a:p>
        </p:txBody>
      </p:sp>
      <p:sp>
        <p:nvSpPr>
          <p:cNvPr id="3" name="Undertit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b-NO"/>
              <a:t>Klikk for å redigere undertittelstil i malen</a:t>
            </a:r>
          </a:p>
        </p:txBody>
      </p:sp>
      <p:sp>
        <p:nvSpPr>
          <p:cNvPr id="4" name="Plassholder for dato 3"/>
          <p:cNvSpPr>
            <a:spLocks noGrp="1"/>
          </p:cNvSpPr>
          <p:nvPr>
            <p:ph type="dt" sz="half" idx="10"/>
          </p:nvPr>
        </p:nvSpPr>
        <p:spPr/>
        <p:txBody>
          <a:bodyPr/>
          <a:lstStyle/>
          <a:p>
            <a:fld id="{8E69194B-9791-4FA3-9FC6-CB5A171F9375}"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868867547"/>
      </p:ext>
    </p:extLst>
  </p:cSld>
  <p:clrMapOvr>
    <a:masterClrMapping/>
  </p:clrMapOvr>
</p:sldLayout>
</file>

<file path=ppt/slideLayouts/slideLayout276.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idx="1"/>
          </p:nvPr>
        </p:nvSpPr>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DD16ADDB-F0BB-4208-938E-0747C9F14380}"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605126150"/>
      </p:ext>
    </p:extLst>
  </p:cSld>
  <p:clrMapOvr>
    <a:masterClrMapping/>
  </p:clrMapOvr>
</p:sldLayout>
</file>

<file path=ppt/slideLayouts/slideLayout277.xml><?xml version="1.0" encoding="utf-8"?>
<p:sldLayout xmlns:a="http://schemas.openxmlformats.org/drawingml/2006/main" xmlns:r="http://schemas.openxmlformats.org/officeDocument/2006/relationships" xmlns:p="http://schemas.openxmlformats.org/presentationml/2006/main" type="secHead" preserve="1">
  <p:cSld name="Deloverskrift">
    <p:spTree>
      <p:nvGrpSpPr>
        <p:cNvPr id="1" name=""/>
        <p:cNvGrpSpPr/>
        <p:nvPr/>
      </p:nvGrpSpPr>
      <p:grpSpPr>
        <a:xfrm>
          <a:off x="0" y="0"/>
          <a:ext cx="0" cy="0"/>
          <a:chOff x="0" y="0"/>
          <a:chExt cx="0" cy="0"/>
        </a:xfrm>
      </p:grpSpPr>
      <p:sp>
        <p:nvSpPr>
          <p:cNvPr id="2" name="Tittel 1"/>
          <p:cNvSpPr>
            <a:spLocks noGrp="1"/>
          </p:cNvSpPr>
          <p:nvPr>
            <p:ph type="title"/>
          </p:nvPr>
        </p:nvSpPr>
        <p:spPr>
          <a:xfrm>
            <a:off x="831850" y="1709738"/>
            <a:ext cx="10515600" cy="2852737"/>
          </a:xfrm>
        </p:spPr>
        <p:txBody>
          <a:bodyPr anchor="b"/>
          <a:lstStyle>
            <a:lvl1pPr>
              <a:defRPr sz="6000"/>
            </a:lvl1pPr>
          </a:lstStyle>
          <a:p>
            <a:r>
              <a:rPr lang="nb-NO"/>
              <a:t>Klikk for å redigere tittelstil</a:t>
            </a:r>
          </a:p>
        </p:txBody>
      </p:sp>
      <p:sp>
        <p:nvSpPr>
          <p:cNvPr id="3" name="Plassholder for teks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b-NO"/>
              <a:t>Rediger tekststiler i malen</a:t>
            </a:r>
          </a:p>
        </p:txBody>
      </p:sp>
      <p:sp>
        <p:nvSpPr>
          <p:cNvPr id="4" name="Plassholder for dato 3"/>
          <p:cNvSpPr>
            <a:spLocks noGrp="1"/>
          </p:cNvSpPr>
          <p:nvPr>
            <p:ph type="dt" sz="half" idx="10"/>
          </p:nvPr>
        </p:nvSpPr>
        <p:spPr/>
        <p:txBody>
          <a:bodyPr/>
          <a:lstStyle/>
          <a:p>
            <a:fld id="{2E98ED9D-55D0-4DAA-A52F-A012493051FF}"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3498620159"/>
      </p:ext>
    </p:extLst>
  </p:cSld>
  <p:clrMapOvr>
    <a:masterClrMapping/>
  </p:clrMapOvr>
</p:sldLayout>
</file>

<file path=ppt/slideLayouts/slideLayout278.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sz="half" idx="1"/>
          </p:nvPr>
        </p:nvSpPr>
        <p:spPr>
          <a:xfrm>
            <a:off x="838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innhold 3"/>
          <p:cNvSpPr>
            <a:spLocks noGrp="1"/>
          </p:cNvSpPr>
          <p:nvPr>
            <p:ph sz="half" idx="2"/>
          </p:nvPr>
        </p:nvSpPr>
        <p:spPr>
          <a:xfrm>
            <a:off x="6172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dato 4"/>
          <p:cNvSpPr>
            <a:spLocks noGrp="1"/>
          </p:cNvSpPr>
          <p:nvPr>
            <p:ph type="dt" sz="half" idx="10"/>
          </p:nvPr>
        </p:nvSpPr>
        <p:spPr/>
        <p:txBody>
          <a:bodyPr/>
          <a:lstStyle/>
          <a:p>
            <a:fld id="{2CAD6363-2C06-4CCE-883E-BF5DA62FF3D3}"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1502853716"/>
      </p:ext>
    </p:extLst>
  </p:cSld>
  <p:clrMapOvr>
    <a:masterClrMapping/>
  </p:clrMapOvr>
</p:sldLayout>
</file>

<file path=ppt/slideLayouts/slideLayout279.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tel 1"/>
          <p:cNvSpPr>
            <a:spLocks noGrp="1"/>
          </p:cNvSpPr>
          <p:nvPr>
            <p:ph type="title"/>
          </p:nvPr>
        </p:nvSpPr>
        <p:spPr>
          <a:xfrm>
            <a:off x="839788" y="365125"/>
            <a:ext cx="10515600" cy="1325563"/>
          </a:xfrm>
        </p:spPr>
        <p:txBody>
          <a:bodyPr/>
          <a:lstStyle/>
          <a:p>
            <a:r>
              <a:rPr lang="nb-NO"/>
              <a:t>Klikk for å redigere tittelstil</a:t>
            </a:r>
          </a:p>
        </p:txBody>
      </p:sp>
      <p:sp>
        <p:nvSpPr>
          <p:cNvPr id="3" name="Plassholder for teks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4" name="Plassholder for innhold 3"/>
          <p:cNvSpPr>
            <a:spLocks noGrp="1"/>
          </p:cNvSpPr>
          <p:nvPr>
            <p:ph sz="half" idx="2"/>
          </p:nvPr>
        </p:nvSpPr>
        <p:spPr>
          <a:xfrm>
            <a:off x="839788" y="2505075"/>
            <a:ext cx="5157787"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teks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6" name="Plassholder for innhold 5"/>
          <p:cNvSpPr>
            <a:spLocks noGrp="1"/>
          </p:cNvSpPr>
          <p:nvPr>
            <p:ph sz="quarter" idx="4"/>
          </p:nvPr>
        </p:nvSpPr>
        <p:spPr>
          <a:xfrm>
            <a:off x="6172200" y="2505075"/>
            <a:ext cx="5183188"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7" name="Plassholder for dato 6"/>
          <p:cNvSpPr>
            <a:spLocks noGrp="1"/>
          </p:cNvSpPr>
          <p:nvPr>
            <p:ph type="dt" sz="half" idx="10"/>
          </p:nvPr>
        </p:nvSpPr>
        <p:spPr/>
        <p:txBody>
          <a:bodyPr/>
          <a:lstStyle/>
          <a:p>
            <a:fld id="{BE52D78A-FDA4-4EC7-9F6D-C4652815FC1B}" type="datetime1">
              <a:rPr lang="nb-NO" smtClean="0"/>
              <a:t>27.08.2024</a:t>
            </a:fld>
            <a:endParaRPr lang="nb-NO"/>
          </a:p>
        </p:txBody>
      </p:sp>
      <p:sp>
        <p:nvSpPr>
          <p:cNvPr id="8" name="Plassholder for bunntekst 7"/>
          <p:cNvSpPr>
            <a:spLocks noGrp="1"/>
          </p:cNvSpPr>
          <p:nvPr>
            <p:ph type="ftr" sz="quarter" idx="11"/>
          </p:nvPr>
        </p:nvSpPr>
        <p:spPr/>
        <p:txBody>
          <a:bodyPr/>
          <a:lstStyle/>
          <a:p>
            <a:r>
              <a:rPr lang="nb-NO"/>
              <a:t>Control Trafikkskole</a:t>
            </a:r>
          </a:p>
        </p:txBody>
      </p:sp>
      <p:sp>
        <p:nvSpPr>
          <p:cNvPr id="9" name="Plassholder for lysbildenummer 8"/>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3901966977"/>
      </p:ext>
    </p:extLst>
  </p:cSld>
  <p:clrMapOvr>
    <a:masterClrMapping/>
  </p:clrMapOvr>
</p:sldLayout>
</file>

<file path=ppt/slideLayouts/slideLayout280.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dato 2"/>
          <p:cNvSpPr>
            <a:spLocks noGrp="1"/>
          </p:cNvSpPr>
          <p:nvPr>
            <p:ph type="dt" sz="half" idx="10"/>
          </p:nvPr>
        </p:nvSpPr>
        <p:spPr/>
        <p:txBody>
          <a:bodyPr/>
          <a:lstStyle/>
          <a:p>
            <a:fld id="{2973BBB2-9AB1-43F1-AD47-619A08FF5AAE}" type="datetime1">
              <a:rPr lang="nb-NO" smtClean="0"/>
              <a:t>27.08.2024</a:t>
            </a:fld>
            <a:endParaRPr lang="nb-NO"/>
          </a:p>
        </p:txBody>
      </p:sp>
      <p:sp>
        <p:nvSpPr>
          <p:cNvPr id="4" name="Plassholder for bunntekst 3"/>
          <p:cNvSpPr>
            <a:spLocks noGrp="1"/>
          </p:cNvSpPr>
          <p:nvPr>
            <p:ph type="ftr" sz="quarter" idx="11"/>
          </p:nvPr>
        </p:nvSpPr>
        <p:spPr/>
        <p:txBody>
          <a:bodyPr/>
          <a:lstStyle/>
          <a:p>
            <a:r>
              <a:rPr lang="nb-NO"/>
              <a:t>Control Trafikkskole</a:t>
            </a:r>
          </a:p>
        </p:txBody>
      </p:sp>
      <p:sp>
        <p:nvSpPr>
          <p:cNvPr id="5" name="Plassholder for lysbildenummer 4"/>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632302103"/>
      </p:ext>
    </p:extLst>
  </p:cSld>
  <p:clrMapOvr>
    <a:masterClrMapping/>
  </p:clrMapOvr>
</p:sldLayout>
</file>

<file path=ppt/slideLayouts/slideLayout281.xml><?xml version="1.0" encoding="utf-8"?>
<p:sldLayout xmlns:a="http://schemas.openxmlformats.org/drawingml/2006/main" xmlns:r="http://schemas.openxmlformats.org/officeDocument/2006/relationships" xmlns:p="http://schemas.openxmlformats.org/presentationml/2006/main" type="blank" preserve="1">
  <p:cSld name="Rutevalg">
    <p:spTree>
      <p:nvGrpSpPr>
        <p:cNvPr id="1" name=""/>
        <p:cNvGrpSpPr/>
        <p:nvPr/>
      </p:nvGrpSpPr>
      <p:grpSpPr>
        <a:xfrm>
          <a:off x="0" y="0"/>
          <a:ext cx="0" cy="0"/>
          <a:chOff x="0" y="0"/>
          <a:chExt cx="0" cy="0"/>
        </a:xfrm>
      </p:grpSpPr>
      <p:sp>
        <p:nvSpPr>
          <p:cNvPr id="2" name="Plassholder for dato 1"/>
          <p:cNvSpPr>
            <a:spLocks noGrp="1"/>
          </p:cNvSpPr>
          <p:nvPr>
            <p:ph type="dt" sz="half" idx="10"/>
          </p:nvPr>
        </p:nvSpPr>
        <p:spPr/>
        <p:txBody>
          <a:bodyPr/>
          <a:lstStyle/>
          <a:p>
            <a:fld id="{490FB968-9F3E-4380-911A-F5AA970ACEC2}" type="datetime1">
              <a:rPr lang="nb-NO" smtClean="0"/>
              <a:t>27.08.2024</a:t>
            </a:fld>
            <a:endParaRPr lang="nb-NO"/>
          </a:p>
        </p:txBody>
      </p:sp>
      <p:sp>
        <p:nvSpPr>
          <p:cNvPr id="3" name="Plassholder for bunntekst 2"/>
          <p:cNvSpPr>
            <a:spLocks noGrp="1"/>
          </p:cNvSpPr>
          <p:nvPr>
            <p:ph type="ftr" sz="quarter" idx="11"/>
          </p:nvPr>
        </p:nvSpPr>
        <p:spPr/>
        <p:txBody>
          <a:bodyPr/>
          <a:lstStyle/>
          <a:p>
            <a:r>
              <a:rPr lang="nb-NO"/>
              <a:t>Control Trafikkskole</a:t>
            </a:r>
          </a:p>
        </p:txBody>
      </p:sp>
      <p:sp>
        <p:nvSpPr>
          <p:cNvPr id="4" name="Plassholder for lysbildenummer 3"/>
          <p:cNvSpPr>
            <a:spLocks noGrp="1"/>
          </p:cNvSpPr>
          <p:nvPr>
            <p:ph type="sldNum" sz="quarter" idx="12"/>
          </p:nvPr>
        </p:nvSpPr>
        <p:spPr/>
        <p:txBody>
          <a:bodyPr/>
          <a:lstStyle/>
          <a:p>
            <a:fld id="{2EEBBCFE-599B-47F9-B84D-4259C5E2055D}" type="slidenum">
              <a:rPr lang="nb-NO" smtClean="0"/>
              <a:t>‹#›</a:t>
            </a:fld>
            <a:endParaRPr lang="nb-NO"/>
          </a:p>
        </p:txBody>
      </p:sp>
      <p:sp>
        <p:nvSpPr>
          <p:cNvPr id="5" name="Parallellogram 4">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6" name="Parallellogram 5">
            <a:hlinkClick r:id="rId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7" name="Parallellogram 6">
            <a:hlinkClick r:id="rId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8" name="Parallellogram 7">
            <a:hlinkClick r:id="rId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9" name="Parallellogram 8">
            <a:hlinkClick r:id="rId6" action="ppaction://hlinksldjump"/>
          </p:cNvPr>
          <p:cNvSpPr/>
          <p:nvPr userDrawn="1"/>
        </p:nvSpPr>
        <p:spPr>
          <a:xfrm>
            <a:off x="7469491"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0" name="Parallellogram 9">
            <a:hlinkClick r:id="rId7" action="ppaction://hlinksldjump"/>
          </p:cNvPr>
          <p:cNvSpPr/>
          <p:nvPr userDrawn="1"/>
        </p:nvSpPr>
        <p:spPr>
          <a:xfrm>
            <a:off x="8979304"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11" name="Parallellogram 10">
            <a:hlinkClick r:id="rId8" action="ppaction://hlinksldjump"/>
          </p:cNvPr>
          <p:cNvSpPr/>
          <p:nvPr userDrawn="1"/>
        </p:nvSpPr>
        <p:spPr>
          <a:xfrm>
            <a:off x="10489865"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4158129494"/>
      </p:ext>
    </p:extLst>
  </p:cSld>
  <p:clrMapOvr>
    <a:masterClrMapping/>
  </p:clrMapOvr>
</p:sldLayout>
</file>

<file path=ppt/slideLayouts/slideLayout282.xml><?xml version="1.0" encoding="utf-8"?>
<p:sldLayout xmlns:a="http://schemas.openxmlformats.org/drawingml/2006/main" xmlns:r="http://schemas.openxmlformats.org/officeDocument/2006/relationships" xmlns:p="http://schemas.openxmlformats.org/presentationml/2006/main" type="objTx" preserve="1">
  <p:cSld name="Innhold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innhold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CB91B724-EB45-4A50-B434-DF834B3388A3}"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3135529725"/>
      </p:ext>
    </p:extLst>
  </p:cSld>
  <p:clrMapOvr>
    <a:masterClrMapping/>
  </p:clrMapOvr>
</p:sldLayout>
</file>

<file path=ppt/slideLayouts/slideLayout283.xml><?xml version="1.0" encoding="utf-8"?>
<p:sldLayout xmlns:a="http://schemas.openxmlformats.org/drawingml/2006/main" xmlns:r="http://schemas.openxmlformats.org/officeDocument/2006/relationships" xmlns:p="http://schemas.openxmlformats.org/presentationml/2006/main" type="picTx" preserve="1">
  <p:cSld name="Bilde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bild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107F7B9B-1E9D-4DB6-A07C-A9659469C531}"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558792892"/>
      </p:ext>
    </p:extLst>
  </p:cSld>
  <p:clrMapOvr>
    <a:masterClrMapping/>
  </p:clrMapOvr>
</p:sldLayout>
</file>

<file path=ppt/slideLayouts/slideLayout284.xml><?xml version="1.0" encoding="utf-8"?>
<p:sldLayout xmlns:a="http://schemas.openxmlformats.org/drawingml/2006/main" xmlns:r="http://schemas.openxmlformats.org/officeDocument/2006/relationships" xmlns:p="http://schemas.openxmlformats.org/presentationml/2006/main" type="vertTx" preserve="1">
  <p:cSld name="Loddrett tekst">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loddrett tekst 2"/>
          <p:cNvSpPr>
            <a:spLocks noGrp="1"/>
          </p:cNvSpPr>
          <p:nvPr>
            <p:ph type="body" orient="vert" idx="1"/>
          </p:nvPr>
        </p:nvSpPr>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9E0F4493-3DF1-4B5A-AFC8-ABA5131929B3}"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614156"/>
      </p:ext>
    </p:extLst>
  </p:cSld>
  <p:clrMapOvr>
    <a:masterClrMapping/>
  </p:clrMapOvr>
</p:sldLayout>
</file>

<file path=ppt/slideLayouts/slideLayout285.xml><?xml version="1.0" encoding="utf-8"?>
<p:sldLayout xmlns:a="http://schemas.openxmlformats.org/drawingml/2006/main" xmlns:r="http://schemas.openxmlformats.org/officeDocument/2006/relationships" xmlns:p="http://schemas.openxmlformats.org/presentationml/2006/main" type="vertTitleAndTx" preserve="1">
  <p:cSld name="Loddrett tittel og tekst">
    <p:spTree>
      <p:nvGrpSpPr>
        <p:cNvPr id="1" name=""/>
        <p:cNvGrpSpPr/>
        <p:nvPr/>
      </p:nvGrpSpPr>
      <p:grpSpPr>
        <a:xfrm>
          <a:off x="0" y="0"/>
          <a:ext cx="0" cy="0"/>
          <a:chOff x="0" y="0"/>
          <a:chExt cx="0" cy="0"/>
        </a:xfrm>
      </p:grpSpPr>
      <p:sp>
        <p:nvSpPr>
          <p:cNvPr id="2" name="Loddrett tittel 1"/>
          <p:cNvSpPr>
            <a:spLocks noGrp="1"/>
          </p:cNvSpPr>
          <p:nvPr>
            <p:ph type="title" orient="vert"/>
          </p:nvPr>
        </p:nvSpPr>
        <p:spPr>
          <a:xfrm>
            <a:off x="8724900" y="365125"/>
            <a:ext cx="2628900" cy="5811838"/>
          </a:xfrm>
        </p:spPr>
        <p:txBody>
          <a:bodyPr vert="eaVert"/>
          <a:lstStyle/>
          <a:p>
            <a:r>
              <a:rPr lang="nb-NO"/>
              <a:t>Klikk for å redigere tittelstil</a:t>
            </a:r>
          </a:p>
        </p:txBody>
      </p:sp>
      <p:sp>
        <p:nvSpPr>
          <p:cNvPr id="3" name="Plassholder for loddrett tekst 2"/>
          <p:cNvSpPr>
            <a:spLocks noGrp="1"/>
          </p:cNvSpPr>
          <p:nvPr>
            <p:ph type="body" orient="vert" idx="1"/>
          </p:nvPr>
        </p:nvSpPr>
        <p:spPr>
          <a:xfrm>
            <a:off x="838200" y="365125"/>
            <a:ext cx="7734300" cy="5811838"/>
          </a:xfrm>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0C832AB2-2D0A-4923-BAA1-27211C6A651F}"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675244366"/>
      </p:ext>
    </p:extLst>
  </p:cSld>
  <p:clrMapOvr>
    <a:masterClrMapping/>
  </p:clrMapOvr>
</p:sldLayout>
</file>

<file path=ppt/slideLayouts/slideLayout286.xml><?xml version="1.0" encoding="utf-8"?>
<p:sldLayout xmlns:a="http://schemas.openxmlformats.org/drawingml/2006/main" xmlns:r="http://schemas.openxmlformats.org/officeDocument/2006/relationships" xmlns:p="http://schemas.openxmlformats.org/presentationml/2006/main" userDrawn="1">
  <p:cSld name="mål">
    <p:spTree>
      <p:nvGrpSpPr>
        <p:cNvPr id="1" name=""/>
        <p:cNvGrpSpPr/>
        <p:nvPr/>
      </p:nvGrpSpPr>
      <p:grpSpPr>
        <a:xfrm>
          <a:off x="0" y="0"/>
          <a:ext cx="0" cy="0"/>
          <a:chOff x="0" y="0"/>
          <a:chExt cx="0" cy="0"/>
        </a:xfrm>
      </p:grpSpPr>
      <p:sp>
        <p:nvSpPr>
          <p:cNvPr id="7" name="Parallellogram 6">
            <a:hlinkClick r:id="rId2" action="ppaction://hlinksldjump"/>
          </p:cNvPr>
          <p:cNvSpPr/>
          <p:nvPr userDrawn="1"/>
        </p:nvSpPr>
        <p:spPr>
          <a:xfrm>
            <a:off x="1428744"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8" name="Parallellogram 7">
            <a:hlinkClick r:id="rId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9" name="Parallellogram 8">
            <a:hlinkClick r:id="rId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0" name="Parallellogram 9">
            <a:hlinkClick r:id="rId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1" name="Parallellogram 10">
            <a:hlinkClick r:id="rId6" action="ppaction://hlinksldjump"/>
          </p:cNvPr>
          <p:cNvSpPr/>
          <p:nvPr userDrawn="1"/>
        </p:nvSpPr>
        <p:spPr>
          <a:xfrm>
            <a:off x="7469491"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2" name="Parallellogram 11">
            <a:hlinkClick r:id="rId7" action="ppaction://hlinksldjump"/>
          </p:cNvPr>
          <p:cNvSpPr/>
          <p:nvPr userDrawn="1"/>
        </p:nvSpPr>
        <p:spPr>
          <a:xfrm>
            <a:off x="897930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13" name="Parallellogram 12">
            <a:hlinkClick r:id="rId8" action="ppaction://hlinksldjump"/>
          </p:cNvPr>
          <p:cNvSpPr/>
          <p:nvPr userDrawn="1"/>
        </p:nvSpPr>
        <p:spPr>
          <a:xfrm>
            <a:off x="10489865"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3950868831"/>
      </p:ext>
    </p:extLst>
  </p:cSld>
  <p:clrMapOvr>
    <a:masterClrMapping/>
  </p:clrMapOvr>
</p:sldLayout>
</file>

<file path=ppt/slideLayouts/slideLayout287.xml><?xml version="1.0" encoding="utf-8"?>
<p:sldLayout xmlns:a="http://schemas.openxmlformats.org/drawingml/2006/main" xmlns:r="http://schemas.openxmlformats.org/officeDocument/2006/relationships" xmlns:p="http://schemas.openxmlformats.org/presentationml/2006/main" userDrawn="1">
  <p:cSld name="innhold">
    <p:spTree>
      <p:nvGrpSpPr>
        <p:cNvPr id="1" name=""/>
        <p:cNvGrpSpPr/>
        <p:nvPr/>
      </p:nvGrpSpPr>
      <p:grpSpPr>
        <a:xfrm>
          <a:off x="0" y="0"/>
          <a:ext cx="0" cy="0"/>
          <a:chOff x="0" y="0"/>
          <a:chExt cx="0" cy="0"/>
        </a:xfrm>
      </p:grpSpPr>
      <p:sp>
        <p:nvSpPr>
          <p:cNvPr id="7" name="Parallellogram 6">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8" name="Parallellogram 7">
            <a:hlinkClick r:id="rId3" action="ppaction://hlinksldjump"/>
          </p:cNvPr>
          <p:cNvSpPr/>
          <p:nvPr userDrawn="1"/>
        </p:nvSpPr>
        <p:spPr>
          <a:xfrm>
            <a:off x="2938557"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9" name="Parallellogram 8">
            <a:hlinkClick r:id="rId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0" name="Parallellogram 9">
            <a:hlinkClick r:id="rId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1" name="Parallellogram 10">
            <a:hlinkClick r:id="rId6" action="ppaction://hlinksldjump"/>
          </p:cNvPr>
          <p:cNvSpPr/>
          <p:nvPr userDrawn="1"/>
        </p:nvSpPr>
        <p:spPr>
          <a:xfrm>
            <a:off x="7469491"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2" name="Parallellogram 11">
            <a:hlinkClick r:id="rId7" action="ppaction://hlinksldjump"/>
          </p:cNvPr>
          <p:cNvSpPr/>
          <p:nvPr userDrawn="1"/>
        </p:nvSpPr>
        <p:spPr>
          <a:xfrm>
            <a:off x="897930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13" name="Parallellogram 12">
            <a:hlinkClick r:id="rId8" action="ppaction://hlinksldjump"/>
          </p:cNvPr>
          <p:cNvSpPr/>
          <p:nvPr userDrawn="1"/>
        </p:nvSpPr>
        <p:spPr>
          <a:xfrm>
            <a:off x="10489865"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701814123"/>
      </p:ext>
    </p:extLst>
  </p:cSld>
  <p:clrMapOvr>
    <a:masterClrMapping/>
  </p:clrMapOvr>
</p:sldLayout>
</file>

<file path=ppt/slideLayouts/slideLayout288.xml><?xml version="1.0" encoding="utf-8"?>
<p:sldLayout xmlns:a="http://schemas.openxmlformats.org/drawingml/2006/main" xmlns:r="http://schemas.openxmlformats.org/officeDocument/2006/relationships" xmlns:p="http://schemas.openxmlformats.org/presentationml/2006/main" userDrawn="1">
  <p:cSld name="elev">
    <p:spTree>
      <p:nvGrpSpPr>
        <p:cNvPr id="1" name=""/>
        <p:cNvGrpSpPr/>
        <p:nvPr/>
      </p:nvGrpSpPr>
      <p:grpSpPr>
        <a:xfrm>
          <a:off x="0" y="0"/>
          <a:ext cx="0" cy="0"/>
          <a:chOff x="0" y="0"/>
          <a:chExt cx="0" cy="0"/>
        </a:xfrm>
      </p:grpSpPr>
      <p:sp>
        <p:nvSpPr>
          <p:cNvPr id="8" name="Parallellogram 7">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9" name="Parallellogram 8">
            <a:hlinkClick r:id="rId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0" name="Parallellogram 9">
            <a:hlinkClick r:id="rId4" action="ppaction://hlinksldjump"/>
          </p:cNvPr>
          <p:cNvSpPr/>
          <p:nvPr userDrawn="1"/>
        </p:nvSpPr>
        <p:spPr>
          <a:xfrm>
            <a:off x="4449118"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1" name="Parallellogram 10">
            <a:hlinkClick r:id="rId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2" name="Parallellogram 11">
            <a:hlinkClick r:id="rId6" action="ppaction://hlinksldjump"/>
          </p:cNvPr>
          <p:cNvSpPr/>
          <p:nvPr userDrawn="1"/>
        </p:nvSpPr>
        <p:spPr>
          <a:xfrm>
            <a:off x="7469491"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3" name="Parallellogram 12">
            <a:hlinkClick r:id="rId7" action="ppaction://hlinksldjump"/>
          </p:cNvPr>
          <p:cNvSpPr/>
          <p:nvPr userDrawn="1"/>
        </p:nvSpPr>
        <p:spPr>
          <a:xfrm>
            <a:off x="897930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14" name="Parallellogram 13">
            <a:hlinkClick r:id="rId8" action="ppaction://hlinksldjump"/>
          </p:cNvPr>
          <p:cNvSpPr/>
          <p:nvPr userDrawn="1"/>
        </p:nvSpPr>
        <p:spPr>
          <a:xfrm>
            <a:off x="10489865"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1555493669"/>
      </p:ext>
    </p:extLst>
  </p:cSld>
  <p:clrMapOvr>
    <a:masterClrMapping/>
  </p:clrMapOvr>
</p:sldLayout>
</file>

<file path=ppt/slideLayouts/slideLayout289.xml><?xml version="1.0" encoding="utf-8"?>
<p:sldLayout xmlns:a="http://schemas.openxmlformats.org/drawingml/2006/main" xmlns:r="http://schemas.openxmlformats.org/officeDocument/2006/relationships" xmlns:p="http://schemas.openxmlformats.org/presentationml/2006/main" userDrawn="1">
  <p:cSld name="lærer">
    <p:spTree>
      <p:nvGrpSpPr>
        <p:cNvPr id="1" name=""/>
        <p:cNvGrpSpPr/>
        <p:nvPr/>
      </p:nvGrpSpPr>
      <p:grpSpPr>
        <a:xfrm>
          <a:off x="0" y="0"/>
          <a:ext cx="0" cy="0"/>
          <a:chOff x="0" y="0"/>
          <a:chExt cx="0" cy="0"/>
        </a:xfrm>
      </p:grpSpPr>
      <p:sp>
        <p:nvSpPr>
          <p:cNvPr id="10" name="Parallellogram 9">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1" name="Parallellogram 10">
            <a:hlinkClick r:id="rId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2" name="Parallellogram 11">
            <a:hlinkClick r:id="rId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3" name="Parallellogram 12">
            <a:hlinkClick r:id="rId5" action="ppaction://hlinksldjump"/>
          </p:cNvPr>
          <p:cNvSpPr/>
          <p:nvPr userDrawn="1"/>
        </p:nvSpPr>
        <p:spPr>
          <a:xfrm>
            <a:off x="5959678"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4" name="Parallellogram 13">
            <a:hlinkClick r:id="rId6" action="ppaction://hlinksldjump"/>
          </p:cNvPr>
          <p:cNvSpPr/>
          <p:nvPr userDrawn="1"/>
        </p:nvSpPr>
        <p:spPr>
          <a:xfrm>
            <a:off x="7469491"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5" name="Parallellogram 14">
            <a:hlinkClick r:id="rId7" action="ppaction://hlinksldjump"/>
          </p:cNvPr>
          <p:cNvSpPr/>
          <p:nvPr userDrawn="1"/>
        </p:nvSpPr>
        <p:spPr>
          <a:xfrm>
            <a:off x="897930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16" name="Parallellogram 15">
            <a:hlinkClick r:id="rId8" action="ppaction://hlinksldjump"/>
          </p:cNvPr>
          <p:cNvSpPr/>
          <p:nvPr userDrawn="1"/>
        </p:nvSpPr>
        <p:spPr>
          <a:xfrm>
            <a:off x="10489865"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901420883"/>
      </p:ext>
    </p:extLst>
  </p:cSld>
  <p:clrMapOvr>
    <a:masterClrMapping/>
  </p:clrMapOvr>
</p:sldLayout>
</file>

<file path=ppt/slideLayouts/slideLayout290.xml><?xml version="1.0" encoding="utf-8"?>
<p:sldLayout xmlns:a="http://schemas.openxmlformats.org/drawingml/2006/main" xmlns:r="http://schemas.openxmlformats.org/officeDocument/2006/relationships" xmlns:p="http://schemas.openxmlformats.org/presentationml/2006/main" userDrawn="1">
  <p:cSld name="metode">
    <p:spTree>
      <p:nvGrpSpPr>
        <p:cNvPr id="1" name=""/>
        <p:cNvGrpSpPr/>
        <p:nvPr/>
      </p:nvGrpSpPr>
      <p:grpSpPr>
        <a:xfrm>
          <a:off x="0" y="0"/>
          <a:ext cx="0" cy="0"/>
          <a:chOff x="0" y="0"/>
          <a:chExt cx="0" cy="0"/>
        </a:xfrm>
      </p:grpSpPr>
      <p:sp>
        <p:nvSpPr>
          <p:cNvPr id="6" name="Parallellogram 5">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7" name="Parallellogram 6">
            <a:hlinkClick r:id="rId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8" name="Parallellogram 7">
            <a:hlinkClick r:id="rId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9" name="Parallellogram 8">
            <a:hlinkClick r:id="rId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0" name="Parallellogram 9">
            <a:hlinkClick r:id="rId6" action="ppaction://hlinksldjump"/>
          </p:cNvPr>
          <p:cNvSpPr/>
          <p:nvPr userDrawn="1"/>
        </p:nvSpPr>
        <p:spPr>
          <a:xfrm>
            <a:off x="7469491"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1" name="Parallellogram 10">
            <a:hlinkClick r:id="rId7" action="ppaction://hlinksldjump"/>
          </p:cNvPr>
          <p:cNvSpPr/>
          <p:nvPr userDrawn="1"/>
        </p:nvSpPr>
        <p:spPr>
          <a:xfrm>
            <a:off x="897930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12" name="Parallellogram 11">
            <a:hlinkClick r:id="rId8" action="ppaction://hlinksldjump"/>
          </p:cNvPr>
          <p:cNvSpPr/>
          <p:nvPr userDrawn="1"/>
        </p:nvSpPr>
        <p:spPr>
          <a:xfrm>
            <a:off x="10489865"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1112475978"/>
      </p:ext>
    </p:extLst>
  </p:cSld>
  <p:clrMapOvr>
    <a:masterClrMapping/>
  </p:clrMapOvr>
</p:sldLayout>
</file>

<file path=ppt/slideLayouts/slideLayout291.xml><?xml version="1.0" encoding="utf-8"?>
<p:sldLayout xmlns:a="http://schemas.openxmlformats.org/drawingml/2006/main" xmlns:r="http://schemas.openxmlformats.org/officeDocument/2006/relationships" xmlns:p="http://schemas.openxmlformats.org/presentationml/2006/main" userDrawn="1">
  <p:cSld name="vurdering">
    <p:spTree>
      <p:nvGrpSpPr>
        <p:cNvPr id="1" name=""/>
        <p:cNvGrpSpPr/>
        <p:nvPr/>
      </p:nvGrpSpPr>
      <p:grpSpPr>
        <a:xfrm>
          <a:off x="0" y="0"/>
          <a:ext cx="0" cy="0"/>
          <a:chOff x="0" y="0"/>
          <a:chExt cx="0" cy="0"/>
        </a:xfrm>
      </p:grpSpPr>
      <p:sp>
        <p:nvSpPr>
          <p:cNvPr id="8" name="Parallellogram 7">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9" name="Parallellogram 8">
            <a:hlinkClick r:id="rId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0" name="Parallellogram 9">
            <a:hlinkClick r:id="rId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1" name="Parallellogram 10">
            <a:hlinkClick r:id="rId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2" name="Parallellogram 11">
            <a:hlinkClick r:id="rId6" action="ppaction://hlinksldjump"/>
          </p:cNvPr>
          <p:cNvSpPr/>
          <p:nvPr userDrawn="1"/>
        </p:nvSpPr>
        <p:spPr>
          <a:xfrm>
            <a:off x="7469491"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3" name="Parallellogram 12">
            <a:hlinkClick r:id="rId7" action="ppaction://hlinksldjump"/>
          </p:cNvPr>
          <p:cNvSpPr/>
          <p:nvPr userDrawn="1"/>
        </p:nvSpPr>
        <p:spPr>
          <a:xfrm>
            <a:off x="897930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14" name="Parallellogram 13">
            <a:hlinkClick r:id="rId8" action="ppaction://hlinksldjump"/>
          </p:cNvPr>
          <p:cNvSpPr/>
          <p:nvPr userDrawn="1"/>
        </p:nvSpPr>
        <p:spPr>
          <a:xfrm>
            <a:off x="10489865"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3657582772"/>
      </p:ext>
    </p:extLst>
  </p:cSld>
  <p:clrMapOvr>
    <a:masterClrMapping/>
  </p:clrMapOvr>
</p:sldLayout>
</file>

<file path=ppt/slideLayouts/slideLayout292.xml><?xml version="1.0" encoding="utf-8"?>
<p:sldLayout xmlns:a="http://schemas.openxmlformats.org/drawingml/2006/main" xmlns:r="http://schemas.openxmlformats.org/officeDocument/2006/relationships" xmlns:p="http://schemas.openxmlformats.org/presentationml/2006/main" type="title" preserve="1">
  <p:cSld name="Tittellysbilde">
    <p:spTree>
      <p:nvGrpSpPr>
        <p:cNvPr id="1" name=""/>
        <p:cNvGrpSpPr/>
        <p:nvPr/>
      </p:nvGrpSpPr>
      <p:grpSpPr>
        <a:xfrm>
          <a:off x="0" y="0"/>
          <a:ext cx="0" cy="0"/>
          <a:chOff x="0" y="0"/>
          <a:chExt cx="0" cy="0"/>
        </a:xfrm>
      </p:grpSpPr>
      <p:sp>
        <p:nvSpPr>
          <p:cNvPr id="2" name="Tittel 1"/>
          <p:cNvSpPr>
            <a:spLocks noGrp="1"/>
          </p:cNvSpPr>
          <p:nvPr>
            <p:ph type="ctrTitle"/>
          </p:nvPr>
        </p:nvSpPr>
        <p:spPr>
          <a:xfrm>
            <a:off x="1524000" y="1122363"/>
            <a:ext cx="9144000" cy="2387600"/>
          </a:xfrm>
        </p:spPr>
        <p:txBody>
          <a:bodyPr anchor="b"/>
          <a:lstStyle>
            <a:lvl1pPr algn="ctr">
              <a:defRPr sz="6000"/>
            </a:lvl1pPr>
          </a:lstStyle>
          <a:p>
            <a:r>
              <a:rPr lang="nb-NO"/>
              <a:t>Klikk for å redigere tittelstil</a:t>
            </a:r>
          </a:p>
        </p:txBody>
      </p:sp>
      <p:sp>
        <p:nvSpPr>
          <p:cNvPr id="3" name="Undertit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b-NO"/>
              <a:t>Klikk for å redigere undertittelstil i malen</a:t>
            </a:r>
          </a:p>
        </p:txBody>
      </p:sp>
      <p:sp>
        <p:nvSpPr>
          <p:cNvPr id="4" name="Plassholder for dato 3"/>
          <p:cNvSpPr>
            <a:spLocks noGrp="1"/>
          </p:cNvSpPr>
          <p:nvPr>
            <p:ph type="dt" sz="half" idx="10"/>
          </p:nvPr>
        </p:nvSpPr>
        <p:spPr/>
        <p:txBody>
          <a:bodyPr/>
          <a:lstStyle/>
          <a:p>
            <a:fld id="{22F50C7B-391C-4D7A-9692-E4C2C11CDAF6}"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811510478"/>
      </p:ext>
    </p:extLst>
  </p:cSld>
  <p:clrMapOvr>
    <a:masterClrMapping/>
  </p:clrMapOvr>
</p:sldLayout>
</file>

<file path=ppt/slideLayouts/slideLayout293.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idx="1"/>
          </p:nvPr>
        </p:nvSpPr>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86168B10-D82E-4CDD-91E3-E805E369D38A}"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2517309569"/>
      </p:ext>
    </p:extLst>
  </p:cSld>
  <p:clrMapOvr>
    <a:masterClrMapping/>
  </p:clrMapOvr>
</p:sldLayout>
</file>

<file path=ppt/slideLayouts/slideLayout294.xml><?xml version="1.0" encoding="utf-8"?>
<p:sldLayout xmlns:a="http://schemas.openxmlformats.org/drawingml/2006/main" xmlns:r="http://schemas.openxmlformats.org/officeDocument/2006/relationships" xmlns:p="http://schemas.openxmlformats.org/presentationml/2006/main" type="secHead" preserve="1">
  <p:cSld name="Deloverskrift">
    <p:spTree>
      <p:nvGrpSpPr>
        <p:cNvPr id="1" name=""/>
        <p:cNvGrpSpPr/>
        <p:nvPr/>
      </p:nvGrpSpPr>
      <p:grpSpPr>
        <a:xfrm>
          <a:off x="0" y="0"/>
          <a:ext cx="0" cy="0"/>
          <a:chOff x="0" y="0"/>
          <a:chExt cx="0" cy="0"/>
        </a:xfrm>
      </p:grpSpPr>
      <p:sp>
        <p:nvSpPr>
          <p:cNvPr id="2" name="Tittel 1"/>
          <p:cNvSpPr>
            <a:spLocks noGrp="1"/>
          </p:cNvSpPr>
          <p:nvPr>
            <p:ph type="title"/>
          </p:nvPr>
        </p:nvSpPr>
        <p:spPr>
          <a:xfrm>
            <a:off x="831850" y="1709738"/>
            <a:ext cx="10515600" cy="2852737"/>
          </a:xfrm>
        </p:spPr>
        <p:txBody>
          <a:bodyPr anchor="b"/>
          <a:lstStyle>
            <a:lvl1pPr>
              <a:defRPr sz="6000"/>
            </a:lvl1pPr>
          </a:lstStyle>
          <a:p>
            <a:r>
              <a:rPr lang="nb-NO"/>
              <a:t>Klikk for å redigere tittelstil</a:t>
            </a:r>
          </a:p>
        </p:txBody>
      </p:sp>
      <p:sp>
        <p:nvSpPr>
          <p:cNvPr id="3" name="Plassholder for teks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b-NO"/>
              <a:t>Rediger tekststiler i malen</a:t>
            </a:r>
          </a:p>
        </p:txBody>
      </p:sp>
      <p:sp>
        <p:nvSpPr>
          <p:cNvPr id="4" name="Plassholder for dato 3"/>
          <p:cNvSpPr>
            <a:spLocks noGrp="1"/>
          </p:cNvSpPr>
          <p:nvPr>
            <p:ph type="dt" sz="half" idx="10"/>
          </p:nvPr>
        </p:nvSpPr>
        <p:spPr/>
        <p:txBody>
          <a:bodyPr/>
          <a:lstStyle/>
          <a:p>
            <a:fld id="{CF56F770-BB24-4CE2-B9D9-5BA6FD40C323}"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3783005066"/>
      </p:ext>
    </p:extLst>
  </p:cSld>
  <p:clrMapOvr>
    <a:masterClrMapping/>
  </p:clrMapOvr>
</p:sldLayout>
</file>

<file path=ppt/slideLayouts/slideLayout295.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sz="half" idx="1"/>
          </p:nvPr>
        </p:nvSpPr>
        <p:spPr>
          <a:xfrm>
            <a:off x="838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innhold 3"/>
          <p:cNvSpPr>
            <a:spLocks noGrp="1"/>
          </p:cNvSpPr>
          <p:nvPr>
            <p:ph sz="half" idx="2"/>
          </p:nvPr>
        </p:nvSpPr>
        <p:spPr>
          <a:xfrm>
            <a:off x="6172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dato 4"/>
          <p:cNvSpPr>
            <a:spLocks noGrp="1"/>
          </p:cNvSpPr>
          <p:nvPr>
            <p:ph type="dt" sz="half" idx="10"/>
          </p:nvPr>
        </p:nvSpPr>
        <p:spPr/>
        <p:txBody>
          <a:bodyPr/>
          <a:lstStyle/>
          <a:p>
            <a:fld id="{8F87C398-2A1E-4881-B4E6-4192F88A3E9D}"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522886985"/>
      </p:ext>
    </p:extLst>
  </p:cSld>
  <p:clrMapOvr>
    <a:masterClrMapping/>
  </p:clrMapOvr>
</p:sldLayout>
</file>

<file path=ppt/slideLayouts/slideLayout296.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tel 1"/>
          <p:cNvSpPr>
            <a:spLocks noGrp="1"/>
          </p:cNvSpPr>
          <p:nvPr>
            <p:ph type="title"/>
          </p:nvPr>
        </p:nvSpPr>
        <p:spPr>
          <a:xfrm>
            <a:off x="839788" y="365125"/>
            <a:ext cx="10515600" cy="1325563"/>
          </a:xfrm>
        </p:spPr>
        <p:txBody>
          <a:bodyPr/>
          <a:lstStyle/>
          <a:p>
            <a:r>
              <a:rPr lang="nb-NO"/>
              <a:t>Klikk for å redigere tittelstil</a:t>
            </a:r>
          </a:p>
        </p:txBody>
      </p:sp>
      <p:sp>
        <p:nvSpPr>
          <p:cNvPr id="3" name="Plassholder for teks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4" name="Plassholder for innhold 3"/>
          <p:cNvSpPr>
            <a:spLocks noGrp="1"/>
          </p:cNvSpPr>
          <p:nvPr>
            <p:ph sz="half" idx="2"/>
          </p:nvPr>
        </p:nvSpPr>
        <p:spPr>
          <a:xfrm>
            <a:off x="839788" y="2505075"/>
            <a:ext cx="5157787"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teks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6" name="Plassholder for innhold 5"/>
          <p:cNvSpPr>
            <a:spLocks noGrp="1"/>
          </p:cNvSpPr>
          <p:nvPr>
            <p:ph sz="quarter" idx="4"/>
          </p:nvPr>
        </p:nvSpPr>
        <p:spPr>
          <a:xfrm>
            <a:off x="6172200" y="2505075"/>
            <a:ext cx="5183188"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7" name="Plassholder for dato 6"/>
          <p:cNvSpPr>
            <a:spLocks noGrp="1"/>
          </p:cNvSpPr>
          <p:nvPr>
            <p:ph type="dt" sz="half" idx="10"/>
          </p:nvPr>
        </p:nvSpPr>
        <p:spPr/>
        <p:txBody>
          <a:bodyPr/>
          <a:lstStyle/>
          <a:p>
            <a:fld id="{14C7DEA8-54DE-4F93-AF5F-EDF5370F531D}" type="datetime1">
              <a:rPr lang="nb-NO" smtClean="0"/>
              <a:t>27.08.2024</a:t>
            </a:fld>
            <a:endParaRPr lang="nb-NO"/>
          </a:p>
        </p:txBody>
      </p:sp>
      <p:sp>
        <p:nvSpPr>
          <p:cNvPr id="8" name="Plassholder for bunntekst 7"/>
          <p:cNvSpPr>
            <a:spLocks noGrp="1"/>
          </p:cNvSpPr>
          <p:nvPr>
            <p:ph type="ftr" sz="quarter" idx="11"/>
          </p:nvPr>
        </p:nvSpPr>
        <p:spPr/>
        <p:txBody>
          <a:bodyPr/>
          <a:lstStyle/>
          <a:p>
            <a:r>
              <a:rPr lang="nb-NO"/>
              <a:t>Control Trafikkskole</a:t>
            </a:r>
          </a:p>
        </p:txBody>
      </p:sp>
      <p:sp>
        <p:nvSpPr>
          <p:cNvPr id="9" name="Plassholder for lysbildenummer 8"/>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3671187327"/>
      </p:ext>
    </p:extLst>
  </p:cSld>
  <p:clrMapOvr>
    <a:masterClrMapping/>
  </p:clrMapOvr>
</p:sldLayout>
</file>

<file path=ppt/slideLayouts/slideLayout297.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dato 2"/>
          <p:cNvSpPr>
            <a:spLocks noGrp="1"/>
          </p:cNvSpPr>
          <p:nvPr>
            <p:ph type="dt" sz="half" idx="10"/>
          </p:nvPr>
        </p:nvSpPr>
        <p:spPr/>
        <p:txBody>
          <a:bodyPr/>
          <a:lstStyle/>
          <a:p>
            <a:fld id="{643E4FA0-7BD4-4C97-B360-459EF48A1B76}" type="datetime1">
              <a:rPr lang="nb-NO" smtClean="0"/>
              <a:t>27.08.2024</a:t>
            </a:fld>
            <a:endParaRPr lang="nb-NO"/>
          </a:p>
        </p:txBody>
      </p:sp>
      <p:sp>
        <p:nvSpPr>
          <p:cNvPr id="4" name="Plassholder for bunntekst 3"/>
          <p:cNvSpPr>
            <a:spLocks noGrp="1"/>
          </p:cNvSpPr>
          <p:nvPr>
            <p:ph type="ftr" sz="quarter" idx="11"/>
          </p:nvPr>
        </p:nvSpPr>
        <p:spPr/>
        <p:txBody>
          <a:bodyPr/>
          <a:lstStyle/>
          <a:p>
            <a:r>
              <a:rPr lang="nb-NO"/>
              <a:t>Control Trafikkskole</a:t>
            </a:r>
          </a:p>
        </p:txBody>
      </p:sp>
      <p:sp>
        <p:nvSpPr>
          <p:cNvPr id="5" name="Plassholder for lysbildenummer 4"/>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4166512482"/>
      </p:ext>
    </p:extLst>
  </p:cSld>
  <p:clrMapOvr>
    <a:masterClrMapping/>
  </p:clrMapOvr>
</p:sldLayout>
</file>

<file path=ppt/slideLayouts/slideLayout298.xml><?xml version="1.0" encoding="utf-8"?>
<p:sldLayout xmlns:a="http://schemas.openxmlformats.org/drawingml/2006/main" xmlns:r="http://schemas.openxmlformats.org/officeDocument/2006/relationships" xmlns:p="http://schemas.openxmlformats.org/presentationml/2006/main" type="blank" preserve="1">
  <p:cSld name="Rutevalg">
    <p:spTree>
      <p:nvGrpSpPr>
        <p:cNvPr id="1" name=""/>
        <p:cNvGrpSpPr/>
        <p:nvPr/>
      </p:nvGrpSpPr>
      <p:grpSpPr>
        <a:xfrm>
          <a:off x="0" y="0"/>
          <a:ext cx="0" cy="0"/>
          <a:chOff x="0" y="0"/>
          <a:chExt cx="0" cy="0"/>
        </a:xfrm>
      </p:grpSpPr>
      <p:sp>
        <p:nvSpPr>
          <p:cNvPr id="2" name="Plassholder for dato 1"/>
          <p:cNvSpPr>
            <a:spLocks noGrp="1"/>
          </p:cNvSpPr>
          <p:nvPr>
            <p:ph type="dt" sz="half" idx="10"/>
          </p:nvPr>
        </p:nvSpPr>
        <p:spPr/>
        <p:txBody>
          <a:bodyPr/>
          <a:lstStyle/>
          <a:p>
            <a:fld id="{3FD704CE-B3C8-4D92-A09F-2D8E06FC2282}" type="datetime1">
              <a:rPr lang="nb-NO" smtClean="0"/>
              <a:t>27.08.2024</a:t>
            </a:fld>
            <a:endParaRPr lang="nb-NO"/>
          </a:p>
        </p:txBody>
      </p:sp>
      <p:sp>
        <p:nvSpPr>
          <p:cNvPr id="3" name="Plassholder for bunntekst 2"/>
          <p:cNvSpPr>
            <a:spLocks noGrp="1"/>
          </p:cNvSpPr>
          <p:nvPr>
            <p:ph type="ftr" sz="quarter" idx="11"/>
          </p:nvPr>
        </p:nvSpPr>
        <p:spPr/>
        <p:txBody>
          <a:bodyPr/>
          <a:lstStyle/>
          <a:p>
            <a:r>
              <a:rPr lang="nb-NO"/>
              <a:t>Control Trafikkskole</a:t>
            </a:r>
          </a:p>
        </p:txBody>
      </p:sp>
      <p:sp>
        <p:nvSpPr>
          <p:cNvPr id="4" name="Plassholder for lysbildenummer 3"/>
          <p:cNvSpPr>
            <a:spLocks noGrp="1"/>
          </p:cNvSpPr>
          <p:nvPr>
            <p:ph type="sldNum" sz="quarter" idx="12"/>
          </p:nvPr>
        </p:nvSpPr>
        <p:spPr/>
        <p:txBody>
          <a:bodyPr/>
          <a:lstStyle/>
          <a:p>
            <a:fld id="{2EEBBCFE-599B-47F9-B84D-4259C5E2055D}" type="slidenum">
              <a:rPr lang="nb-NO" smtClean="0"/>
              <a:t>‹#›</a:t>
            </a:fld>
            <a:endParaRPr lang="nb-NO"/>
          </a:p>
        </p:txBody>
      </p:sp>
      <p:sp>
        <p:nvSpPr>
          <p:cNvPr id="5" name="Parallellogram 4">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6" name="Parallellogram 5">
            <a:hlinkClick r:id="rId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7" name="Parallellogram 6">
            <a:hlinkClick r:id="rId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8" name="Parallellogram 7">
            <a:hlinkClick r:id="rId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9" name="Parallellogram 8">
            <a:hlinkClick r:id="rId6" action="ppaction://hlinksldjump"/>
          </p:cNvPr>
          <p:cNvSpPr/>
          <p:nvPr userDrawn="1"/>
        </p:nvSpPr>
        <p:spPr>
          <a:xfrm>
            <a:off x="7469491"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0" name="Parallellogram 9">
            <a:hlinkClick r:id="rId7" action="ppaction://hlinksldjump"/>
          </p:cNvPr>
          <p:cNvSpPr/>
          <p:nvPr userDrawn="1"/>
        </p:nvSpPr>
        <p:spPr>
          <a:xfrm>
            <a:off x="8979304"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11" name="Parallellogram 10">
            <a:hlinkClick r:id="rId8" action="ppaction://hlinksldjump"/>
          </p:cNvPr>
          <p:cNvSpPr/>
          <p:nvPr userDrawn="1"/>
        </p:nvSpPr>
        <p:spPr>
          <a:xfrm>
            <a:off x="10489865"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3588761884"/>
      </p:ext>
    </p:extLst>
  </p:cSld>
  <p:clrMapOvr>
    <a:masterClrMapping/>
  </p:clrMapOvr>
</p:sldLayout>
</file>

<file path=ppt/slideLayouts/slideLayout299.xml><?xml version="1.0" encoding="utf-8"?>
<p:sldLayout xmlns:a="http://schemas.openxmlformats.org/drawingml/2006/main" xmlns:r="http://schemas.openxmlformats.org/officeDocument/2006/relationships" xmlns:p="http://schemas.openxmlformats.org/presentationml/2006/main" type="objTx" preserve="1">
  <p:cSld name="Innhold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innhold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600C7796-7AF1-4D1F-9EC4-7E777D6F9419}"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2703273856"/>
      </p:ext>
    </p:extLst>
  </p:cSld>
  <p:clrMapOvr>
    <a:masterClrMapping/>
  </p:clrMapOvr>
</p:sldLayout>
</file>

<file path=ppt/slideLayouts/slideLayout300.xml><?xml version="1.0" encoding="utf-8"?>
<p:sldLayout xmlns:a="http://schemas.openxmlformats.org/drawingml/2006/main" xmlns:r="http://schemas.openxmlformats.org/officeDocument/2006/relationships" xmlns:p="http://schemas.openxmlformats.org/presentationml/2006/main" type="picTx" preserve="1">
  <p:cSld name="Bilde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bild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90A82427-7823-42F8-BA38-FD4BAC513D3F}"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42402906"/>
      </p:ext>
    </p:extLst>
  </p:cSld>
  <p:clrMapOvr>
    <a:masterClrMapping/>
  </p:clrMapOvr>
</p:sldLayout>
</file>

<file path=ppt/slideLayouts/slideLayout301.xml><?xml version="1.0" encoding="utf-8"?>
<p:sldLayout xmlns:a="http://schemas.openxmlformats.org/drawingml/2006/main" xmlns:r="http://schemas.openxmlformats.org/officeDocument/2006/relationships" xmlns:p="http://schemas.openxmlformats.org/presentationml/2006/main" type="vertTx" preserve="1">
  <p:cSld name="Loddrett tekst">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loddrett tekst 2"/>
          <p:cNvSpPr>
            <a:spLocks noGrp="1"/>
          </p:cNvSpPr>
          <p:nvPr>
            <p:ph type="body" orient="vert" idx="1"/>
          </p:nvPr>
        </p:nvSpPr>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F27A65E0-73EA-400D-BF88-F1514A72F6A2}"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805413524"/>
      </p:ext>
    </p:extLst>
  </p:cSld>
  <p:clrMapOvr>
    <a:masterClrMapping/>
  </p:clrMapOvr>
</p:sldLayout>
</file>

<file path=ppt/slideLayouts/slideLayout302.xml><?xml version="1.0" encoding="utf-8"?>
<p:sldLayout xmlns:a="http://schemas.openxmlformats.org/drawingml/2006/main" xmlns:r="http://schemas.openxmlformats.org/officeDocument/2006/relationships" xmlns:p="http://schemas.openxmlformats.org/presentationml/2006/main" type="vertTitleAndTx" preserve="1">
  <p:cSld name="Loddrett tittel og tekst">
    <p:spTree>
      <p:nvGrpSpPr>
        <p:cNvPr id="1" name=""/>
        <p:cNvGrpSpPr/>
        <p:nvPr/>
      </p:nvGrpSpPr>
      <p:grpSpPr>
        <a:xfrm>
          <a:off x="0" y="0"/>
          <a:ext cx="0" cy="0"/>
          <a:chOff x="0" y="0"/>
          <a:chExt cx="0" cy="0"/>
        </a:xfrm>
      </p:grpSpPr>
      <p:sp>
        <p:nvSpPr>
          <p:cNvPr id="2" name="Loddrett tittel 1"/>
          <p:cNvSpPr>
            <a:spLocks noGrp="1"/>
          </p:cNvSpPr>
          <p:nvPr>
            <p:ph type="title" orient="vert"/>
          </p:nvPr>
        </p:nvSpPr>
        <p:spPr>
          <a:xfrm>
            <a:off x="8724900" y="365125"/>
            <a:ext cx="2628900" cy="5811838"/>
          </a:xfrm>
        </p:spPr>
        <p:txBody>
          <a:bodyPr vert="eaVert"/>
          <a:lstStyle/>
          <a:p>
            <a:r>
              <a:rPr lang="nb-NO"/>
              <a:t>Klikk for å redigere tittelstil</a:t>
            </a:r>
          </a:p>
        </p:txBody>
      </p:sp>
      <p:sp>
        <p:nvSpPr>
          <p:cNvPr id="3" name="Plassholder for loddrett tekst 2"/>
          <p:cNvSpPr>
            <a:spLocks noGrp="1"/>
          </p:cNvSpPr>
          <p:nvPr>
            <p:ph type="body" orient="vert" idx="1"/>
          </p:nvPr>
        </p:nvSpPr>
        <p:spPr>
          <a:xfrm>
            <a:off x="838200" y="365125"/>
            <a:ext cx="7734300" cy="5811838"/>
          </a:xfrm>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AB9E43BB-E93C-4CB6-AC95-C141902F29AA}"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282400128"/>
      </p:ext>
    </p:extLst>
  </p:cSld>
  <p:clrMapOvr>
    <a:masterClrMapping/>
  </p:clrMapOvr>
</p:sldLayout>
</file>

<file path=ppt/slideLayouts/slideLayout303.xml><?xml version="1.0" encoding="utf-8"?>
<p:sldLayout xmlns:a="http://schemas.openxmlformats.org/drawingml/2006/main" xmlns:r="http://schemas.openxmlformats.org/officeDocument/2006/relationships" xmlns:p="http://schemas.openxmlformats.org/presentationml/2006/main" userDrawn="1">
  <p:cSld name="Mål">
    <p:spTree>
      <p:nvGrpSpPr>
        <p:cNvPr id="1" name=""/>
        <p:cNvGrpSpPr/>
        <p:nvPr/>
      </p:nvGrpSpPr>
      <p:grpSpPr>
        <a:xfrm>
          <a:off x="0" y="0"/>
          <a:ext cx="0" cy="0"/>
          <a:chOff x="0" y="0"/>
          <a:chExt cx="0" cy="0"/>
        </a:xfrm>
      </p:grpSpPr>
      <p:sp>
        <p:nvSpPr>
          <p:cNvPr id="7" name="Parallellogram 6">
            <a:hlinkClick r:id="rId2" action="ppaction://hlinksldjump"/>
          </p:cNvPr>
          <p:cNvSpPr/>
          <p:nvPr userDrawn="1"/>
        </p:nvSpPr>
        <p:spPr>
          <a:xfrm>
            <a:off x="1428744"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8" name="Parallellogram 7">
            <a:hlinkClick r:id="rId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9" name="Parallellogram 8">
            <a:hlinkClick r:id="rId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0" name="Parallellogram 9">
            <a:hlinkClick r:id="rId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1" name="Parallellogram 10">
            <a:hlinkClick r:id="rId6" action="ppaction://hlinksldjump"/>
          </p:cNvPr>
          <p:cNvSpPr/>
          <p:nvPr userDrawn="1"/>
        </p:nvSpPr>
        <p:spPr>
          <a:xfrm>
            <a:off x="7469491"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2" name="Parallellogram 11">
            <a:hlinkClick r:id="rId7" action="ppaction://hlinksldjump"/>
          </p:cNvPr>
          <p:cNvSpPr/>
          <p:nvPr userDrawn="1"/>
        </p:nvSpPr>
        <p:spPr>
          <a:xfrm>
            <a:off x="897930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13" name="Parallellogram 12">
            <a:hlinkClick r:id="rId8" action="ppaction://hlinksldjump"/>
          </p:cNvPr>
          <p:cNvSpPr/>
          <p:nvPr userDrawn="1"/>
        </p:nvSpPr>
        <p:spPr>
          <a:xfrm>
            <a:off x="10489865"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3976623837"/>
      </p:ext>
    </p:extLst>
  </p:cSld>
  <p:clrMapOvr>
    <a:masterClrMapping/>
  </p:clrMapOvr>
</p:sldLayout>
</file>

<file path=ppt/slideLayouts/slideLayout304.xml><?xml version="1.0" encoding="utf-8"?>
<p:sldLayout xmlns:a="http://schemas.openxmlformats.org/drawingml/2006/main" xmlns:r="http://schemas.openxmlformats.org/officeDocument/2006/relationships" xmlns:p="http://schemas.openxmlformats.org/presentationml/2006/main" userDrawn="1">
  <p:cSld name="Innhold">
    <p:spTree>
      <p:nvGrpSpPr>
        <p:cNvPr id="1" name=""/>
        <p:cNvGrpSpPr/>
        <p:nvPr/>
      </p:nvGrpSpPr>
      <p:grpSpPr>
        <a:xfrm>
          <a:off x="0" y="0"/>
          <a:ext cx="0" cy="0"/>
          <a:chOff x="0" y="0"/>
          <a:chExt cx="0" cy="0"/>
        </a:xfrm>
      </p:grpSpPr>
      <p:sp>
        <p:nvSpPr>
          <p:cNvPr id="7" name="Parallellogram 6">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8" name="Parallellogram 7">
            <a:hlinkClick r:id="rId3" action="ppaction://hlinksldjump"/>
          </p:cNvPr>
          <p:cNvSpPr/>
          <p:nvPr userDrawn="1"/>
        </p:nvSpPr>
        <p:spPr>
          <a:xfrm>
            <a:off x="2938557"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9" name="Parallellogram 8">
            <a:hlinkClick r:id="rId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0" name="Parallellogram 9">
            <a:hlinkClick r:id="rId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1" name="Parallellogram 10">
            <a:hlinkClick r:id="rId6" action="ppaction://hlinksldjump"/>
          </p:cNvPr>
          <p:cNvSpPr/>
          <p:nvPr userDrawn="1"/>
        </p:nvSpPr>
        <p:spPr>
          <a:xfrm>
            <a:off x="7469491"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2" name="Parallellogram 11">
            <a:hlinkClick r:id="rId7" action="ppaction://hlinksldjump"/>
          </p:cNvPr>
          <p:cNvSpPr/>
          <p:nvPr userDrawn="1"/>
        </p:nvSpPr>
        <p:spPr>
          <a:xfrm>
            <a:off x="897930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13" name="Parallellogram 12">
            <a:hlinkClick r:id="rId8" action="ppaction://hlinksldjump"/>
          </p:cNvPr>
          <p:cNvSpPr/>
          <p:nvPr userDrawn="1"/>
        </p:nvSpPr>
        <p:spPr>
          <a:xfrm>
            <a:off x="10489865"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2494904499"/>
      </p:ext>
    </p:extLst>
  </p:cSld>
  <p:clrMapOvr>
    <a:masterClrMapping/>
  </p:clrMapOvr>
</p:sldLayout>
</file>

<file path=ppt/slideLayouts/slideLayout305.xml><?xml version="1.0" encoding="utf-8"?>
<p:sldLayout xmlns:a="http://schemas.openxmlformats.org/drawingml/2006/main" xmlns:r="http://schemas.openxmlformats.org/officeDocument/2006/relationships" xmlns:p="http://schemas.openxmlformats.org/presentationml/2006/main" userDrawn="1">
  <p:cSld name="Elev">
    <p:spTree>
      <p:nvGrpSpPr>
        <p:cNvPr id="1" name=""/>
        <p:cNvGrpSpPr/>
        <p:nvPr/>
      </p:nvGrpSpPr>
      <p:grpSpPr>
        <a:xfrm>
          <a:off x="0" y="0"/>
          <a:ext cx="0" cy="0"/>
          <a:chOff x="0" y="0"/>
          <a:chExt cx="0" cy="0"/>
        </a:xfrm>
      </p:grpSpPr>
      <p:sp>
        <p:nvSpPr>
          <p:cNvPr id="8" name="Parallellogram 7">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9" name="Parallellogram 8">
            <a:hlinkClick r:id="rId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0" name="Parallellogram 9">
            <a:hlinkClick r:id="rId4" action="ppaction://hlinksldjump"/>
          </p:cNvPr>
          <p:cNvSpPr/>
          <p:nvPr userDrawn="1"/>
        </p:nvSpPr>
        <p:spPr>
          <a:xfrm>
            <a:off x="4449118"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1" name="Parallellogram 10">
            <a:hlinkClick r:id="rId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2" name="Parallellogram 11">
            <a:hlinkClick r:id="rId6" action="ppaction://hlinksldjump"/>
          </p:cNvPr>
          <p:cNvSpPr/>
          <p:nvPr userDrawn="1"/>
        </p:nvSpPr>
        <p:spPr>
          <a:xfrm>
            <a:off x="7469491"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3" name="Parallellogram 12">
            <a:hlinkClick r:id="rId7" action="ppaction://hlinksldjump"/>
          </p:cNvPr>
          <p:cNvSpPr/>
          <p:nvPr userDrawn="1"/>
        </p:nvSpPr>
        <p:spPr>
          <a:xfrm>
            <a:off x="897930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14" name="Parallellogram 13">
            <a:hlinkClick r:id="rId8" action="ppaction://hlinksldjump"/>
          </p:cNvPr>
          <p:cNvSpPr/>
          <p:nvPr userDrawn="1"/>
        </p:nvSpPr>
        <p:spPr>
          <a:xfrm>
            <a:off x="10489865"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1188567279"/>
      </p:ext>
    </p:extLst>
  </p:cSld>
  <p:clrMapOvr>
    <a:masterClrMapping/>
  </p:clrMapOvr>
</p:sldLayout>
</file>

<file path=ppt/slideLayouts/slideLayout306.xml><?xml version="1.0" encoding="utf-8"?>
<p:sldLayout xmlns:a="http://schemas.openxmlformats.org/drawingml/2006/main" xmlns:r="http://schemas.openxmlformats.org/officeDocument/2006/relationships" xmlns:p="http://schemas.openxmlformats.org/presentationml/2006/main" userDrawn="1">
  <p:cSld name="Lærer">
    <p:spTree>
      <p:nvGrpSpPr>
        <p:cNvPr id="1" name=""/>
        <p:cNvGrpSpPr/>
        <p:nvPr/>
      </p:nvGrpSpPr>
      <p:grpSpPr>
        <a:xfrm>
          <a:off x="0" y="0"/>
          <a:ext cx="0" cy="0"/>
          <a:chOff x="0" y="0"/>
          <a:chExt cx="0" cy="0"/>
        </a:xfrm>
      </p:grpSpPr>
      <p:sp>
        <p:nvSpPr>
          <p:cNvPr id="10" name="Parallellogram 9">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1" name="Parallellogram 10">
            <a:hlinkClick r:id="rId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2" name="Parallellogram 11">
            <a:hlinkClick r:id="rId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3" name="Parallellogram 12">
            <a:hlinkClick r:id="rId5" action="ppaction://hlinksldjump"/>
          </p:cNvPr>
          <p:cNvSpPr/>
          <p:nvPr userDrawn="1"/>
        </p:nvSpPr>
        <p:spPr>
          <a:xfrm>
            <a:off x="5959678"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4" name="Parallellogram 13">
            <a:hlinkClick r:id="rId6" action="ppaction://hlinksldjump"/>
          </p:cNvPr>
          <p:cNvSpPr/>
          <p:nvPr userDrawn="1"/>
        </p:nvSpPr>
        <p:spPr>
          <a:xfrm>
            <a:off x="7469491"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5" name="Parallellogram 14">
            <a:hlinkClick r:id="rId7" action="ppaction://hlinksldjump"/>
          </p:cNvPr>
          <p:cNvSpPr/>
          <p:nvPr userDrawn="1"/>
        </p:nvSpPr>
        <p:spPr>
          <a:xfrm>
            <a:off x="897930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16" name="Parallellogram 15">
            <a:hlinkClick r:id="rId8" action="ppaction://hlinksldjump"/>
          </p:cNvPr>
          <p:cNvSpPr/>
          <p:nvPr userDrawn="1"/>
        </p:nvSpPr>
        <p:spPr>
          <a:xfrm>
            <a:off x="10489865"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4226256611"/>
      </p:ext>
    </p:extLst>
  </p:cSld>
  <p:clrMapOvr>
    <a:masterClrMapping/>
  </p:clrMapOvr>
</p:sldLayout>
</file>

<file path=ppt/slideLayouts/slideLayout307.xml><?xml version="1.0" encoding="utf-8"?>
<p:sldLayout xmlns:a="http://schemas.openxmlformats.org/drawingml/2006/main" xmlns:r="http://schemas.openxmlformats.org/officeDocument/2006/relationships" xmlns:p="http://schemas.openxmlformats.org/presentationml/2006/main" userDrawn="1">
  <p:cSld name="Metode">
    <p:spTree>
      <p:nvGrpSpPr>
        <p:cNvPr id="1" name=""/>
        <p:cNvGrpSpPr/>
        <p:nvPr/>
      </p:nvGrpSpPr>
      <p:grpSpPr>
        <a:xfrm>
          <a:off x="0" y="0"/>
          <a:ext cx="0" cy="0"/>
          <a:chOff x="0" y="0"/>
          <a:chExt cx="0" cy="0"/>
        </a:xfrm>
      </p:grpSpPr>
      <p:sp>
        <p:nvSpPr>
          <p:cNvPr id="6" name="Parallellogram 5">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7" name="Parallellogram 6">
            <a:hlinkClick r:id="rId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8" name="Parallellogram 7">
            <a:hlinkClick r:id="rId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9" name="Parallellogram 8">
            <a:hlinkClick r:id="rId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0" name="Parallellogram 9">
            <a:hlinkClick r:id="rId6" action="ppaction://hlinksldjump"/>
          </p:cNvPr>
          <p:cNvSpPr/>
          <p:nvPr userDrawn="1"/>
        </p:nvSpPr>
        <p:spPr>
          <a:xfrm>
            <a:off x="7469491"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1" name="Parallellogram 10">
            <a:hlinkClick r:id="rId7" action="ppaction://hlinksldjump"/>
          </p:cNvPr>
          <p:cNvSpPr/>
          <p:nvPr userDrawn="1"/>
        </p:nvSpPr>
        <p:spPr>
          <a:xfrm>
            <a:off x="897930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12" name="Parallellogram 11">
            <a:hlinkClick r:id="rId8" action="ppaction://hlinksldjump"/>
          </p:cNvPr>
          <p:cNvSpPr/>
          <p:nvPr userDrawn="1"/>
        </p:nvSpPr>
        <p:spPr>
          <a:xfrm>
            <a:off x="10489865"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1012302566"/>
      </p:ext>
    </p:extLst>
  </p:cSld>
  <p:clrMapOvr>
    <a:masterClrMapping/>
  </p:clrMapOvr>
</p:sldLayout>
</file>

<file path=ppt/slideLayouts/slideLayout308.xml><?xml version="1.0" encoding="utf-8"?>
<p:sldLayout xmlns:a="http://schemas.openxmlformats.org/drawingml/2006/main" xmlns:r="http://schemas.openxmlformats.org/officeDocument/2006/relationships" xmlns:p="http://schemas.openxmlformats.org/presentationml/2006/main" userDrawn="1">
  <p:cSld name="Vurdering">
    <p:spTree>
      <p:nvGrpSpPr>
        <p:cNvPr id="1" name=""/>
        <p:cNvGrpSpPr/>
        <p:nvPr/>
      </p:nvGrpSpPr>
      <p:grpSpPr>
        <a:xfrm>
          <a:off x="0" y="0"/>
          <a:ext cx="0" cy="0"/>
          <a:chOff x="0" y="0"/>
          <a:chExt cx="0" cy="0"/>
        </a:xfrm>
      </p:grpSpPr>
      <p:sp>
        <p:nvSpPr>
          <p:cNvPr id="8" name="Parallellogram 7">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9" name="Parallellogram 8">
            <a:hlinkClick r:id="rId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0" name="Parallellogram 9">
            <a:hlinkClick r:id="rId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1" name="Parallellogram 10">
            <a:hlinkClick r:id="rId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2" name="Parallellogram 11">
            <a:hlinkClick r:id="rId6" action="ppaction://hlinksldjump"/>
          </p:cNvPr>
          <p:cNvSpPr/>
          <p:nvPr userDrawn="1"/>
        </p:nvSpPr>
        <p:spPr>
          <a:xfrm>
            <a:off x="7469491"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3" name="Parallellogram 12">
            <a:hlinkClick r:id="rId7" action="ppaction://hlinksldjump"/>
          </p:cNvPr>
          <p:cNvSpPr/>
          <p:nvPr userDrawn="1"/>
        </p:nvSpPr>
        <p:spPr>
          <a:xfrm>
            <a:off x="897930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14" name="Parallellogram 13">
            <a:hlinkClick r:id="rId8" action="ppaction://hlinksldjump"/>
          </p:cNvPr>
          <p:cNvSpPr/>
          <p:nvPr userDrawn="1"/>
        </p:nvSpPr>
        <p:spPr>
          <a:xfrm>
            <a:off x="10489865"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124383697"/>
      </p:ext>
    </p:extLst>
  </p:cSld>
  <p:clrMapOvr>
    <a:masterClrMapping/>
  </p:clrMapOvr>
</p:sldLayout>
</file>

<file path=ppt/slideLayouts/slideLayout309.xml><?xml version="1.0" encoding="utf-8"?>
<p:sldLayout xmlns:a="http://schemas.openxmlformats.org/drawingml/2006/main" xmlns:r="http://schemas.openxmlformats.org/officeDocument/2006/relationships" xmlns:p="http://schemas.openxmlformats.org/presentationml/2006/main" type="title" preserve="1">
  <p:cSld name="Tittellysbilde">
    <p:spTree>
      <p:nvGrpSpPr>
        <p:cNvPr id="1" name=""/>
        <p:cNvGrpSpPr/>
        <p:nvPr/>
      </p:nvGrpSpPr>
      <p:grpSpPr>
        <a:xfrm>
          <a:off x="0" y="0"/>
          <a:ext cx="0" cy="0"/>
          <a:chOff x="0" y="0"/>
          <a:chExt cx="0" cy="0"/>
        </a:xfrm>
      </p:grpSpPr>
      <p:sp>
        <p:nvSpPr>
          <p:cNvPr id="2" name="Tittel 1"/>
          <p:cNvSpPr>
            <a:spLocks noGrp="1"/>
          </p:cNvSpPr>
          <p:nvPr>
            <p:ph type="ctrTitle"/>
          </p:nvPr>
        </p:nvSpPr>
        <p:spPr>
          <a:xfrm>
            <a:off x="1524000" y="1122363"/>
            <a:ext cx="9144000" cy="2387600"/>
          </a:xfrm>
        </p:spPr>
        <p:txBody>
          <a:bodyPr anchor="b"/>
          <a:lstStyle>
            <a:lvl1pPr algn="ctr">
              <a:defRPr sz="6000"/>
            </a:lvl1pPr>
          </a:lstStyle>
          <a:p>
            <a:r>
              <a:rPr lang="nb-NO"/>
              <a:t>Klikk for å redigere tittelstil</a:t>
            </a:r>
          </a:p>
        </p:txBody>
      </p:sp>
      <p:sp>
        <p:nvSpPr>
          <p:cNvPr id="3" name="Undertit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b-NO"/>
              <a:t>Klikk for å redigere undertittelstil i malen</a:t>
            </a:r>
          </a:p>
        </p:txBody>
      </p:sp>
      <p:sp>
        <p:nvSpPr>
          <p:cNvPr id="4" name="Plassholder for dato 3"/>
          <p:cNvSpPr>
            <a:spLocks noGrp="1"/>
          </p:cNvSpPr>
          <p:nvPr>
            <p:ph type="dt" sz="half" idx="10"/>
          </p:nvPr>
        </p:nvSpPr>
        <p:spPr/>
        <p:txBody>
          <a:bodyPr/>
          <a:lstStyle/>
          <a:p>
            <a:fld id="{7F50EA2B-6363-47C8-9C70-E08789B6321B}"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21179493"/>
      </p:ext>
    </p:extLst>
  </p:cSld>
  <p:clrMapOvr>
    <a:masterClrMapping/>
  </p:clrMapOvr>
</p:sldLayout>
</file>

<file path=ppt/slideLayouts/slideLayout310.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idx="1"/>
          </p:nvPr>
        </p:nvSpPr>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5CF8FF03-9DEB-4EF3-BBDD-1B06771C7927}"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553899091"/>
      </p:ext>
    </p:extLst>
  </p:cSld>
  <p:clrMapOvr>
    <a:masterClrMapping/>
  </p:clrMapOvr>
</p:sldLayout>
</file>

<file path=ppt/slideLayouts/slideLayout311.xml><?xml version="1.0" encoding="utf-8"?>
<p:sldLayout xmlns:a="http://schemas.openxmlformats.org/drawingml/2006/main" xmlns:r="http://schemas.openxmlformats.org/officeDocument/2006/relationships" xmlns:p="http://schemas.openxmlformats.org/presentationml/2006/main" type="secHead" preserve="1">
  <p:cSld name="Deloverskrift">
    <p:spTree>
      <p:nvGrpSpPr>
        <p:cNvPr id="1" name=""/>
        <p:cNvGrpSpPr/>
        <p:nvPr/>
      </p:nvGrpSpPr>
      <p:grpSpPr>
        <a:xfrm>
          <a:off x="0" y="0"/>
          <a:ext cx="0" cy="0"/>
          <a:chOff x="0" y="0"/>
          <a:chExt cx="0" cy="0"/>
        </a:xfrm>
      </p:grpSpPr>
      <p:sp>
        <p:nvSpPr>
          <p:cNvPr id="2" name="Tittel 1"/>
          <p:cNvSpPr>
            <a:spLocks noGrp="1"/>
          </p:cNvSpPr>
          <p:nvPr>
            <p:ph type="title"/>
          </p:nvPr>
        </p:nvSpPr>
        <p:spPr>
          <a:xfrm>
            <a:off x="831850" y="1709738"/>
            <a:ext cx="10515600" cy="2852737"/>
          </a:xfrm>
        </p:spPr>
        <p:txBody>
          <a:bodyPr anchor="b"/>
          <a:lstStyle>
            <a:lvl1pPr>
              <a:defRPr sz="6000"/>
            </a:lvl1pPr>
          </a:lstStyle>
          <a:p>
            <a:r>
              <a:rPr lang="nb-NO"/>
              <a:t>Klikk for å redigere tittelstil</a:t>
            </a:r>
          </a:p>
        </p:txBody>
      </p:sp>
      <p:sp>
        <p:nvSpPr>
          <p:cNvPr id="3" name="Plassholder for teks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b-NO"/>
              <a:t>Rediger tekststiler i malen</a:t>
            </a:r>
          </a:p>
        </p:txBody>
      </p:sp>
      <p:sp>
        <p:nvSpPr>
          <p:cNvPr id="4" name="Plassholder for dato 3"/>
          <p:cNvSpPr>
            <a:spLocks noGrp="1"/>
          </p:cNvSpPr>
          <p:nvPr>
            <p:ph type="dt" sz="half" idx="10"/>
          </p:nvPr>
        </p:nvSpPr>
        <p:spPr/>
        <p:txBody>
          <a:bodyPr/>
          <a:lstStyle/>
          <a:p>
            <a:fld id="{671B0ED2-1EF1-4E38-AAE3-3B459ADEB4DC}"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493690589"/>
      </p:ext>
    </p:extLst>
  </p:cSld>
  <p:clrMapOvr>
    <a:masterClrMapping/>
  </p:clrMapOvr>
</p:sldLayout>
</file>

<file path=ppt/slideLayouts/slideLayout312.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sz="half" idx="1"/>
          </p:nvPr>
        </p:nvSpPr>
        <p:spPr>
          <a:xfrm>
            <a:off x="838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innhold 3"/>
          <p:cNvSpPr>
            <a:spLocks noGrp="1"/>
          </p:cNvSpPr>
          <p:nvPr>
            <p:ph sz="half" idx="2"/>
          </p:nvPr>
        </p:nvSpPr>
        <p:spPr>
          <a:xfrm>
            <a:off x="6172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dato 4"/>
          <p:cNvSpPr>
            <a:spLocks noGrp="1"/>
          </p:cNvSpPr>
          <p:nvPr>
            <p:ph type="dt" sz="half" idx="10"/>
          </p:nvPr>
        </p:nvSpPr>
        <p:spPr/>
        <p:txBody>
          <a:bodyPr/>
          <a:lstStyle/>
          <a:p>
            <a:fld id="{D661FB9F-9196-485A-B679-0E75176022E0}"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40668208"/>
      </p:ext>
    </p:extLst>
  </p:cSld>
  <p:clrMapOvr>
    <a:masterClrMapping/>
  </p:clrMapOvr>
</p:sldLayout>
</file>

<file path=ppt/slideLayouts/slideLayout313.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tel 1"/>
          <p:cNvSpPr>
            <a:spLocks noGrp="1"/>
          </p:cNvSpPr>
          <p:nvPr>
            <p:ph type="title"/>
          </p:nvPr>
        </p:nvSpPr>
        <p:spPr>
          <a:xfrm>
            <a:off x="839788" y="365125"/>
            <a:ext cx="10515600" cy="1325563"/>
          </a:xfrm>
        </p:spPr>
        <p:txBody>
          <a:bodyPr/>
          <a:lstStyle/>
          <a:p>
            <a:r>
              <a:rPr lang="nb-NO"/>
              <a:t>Klikk for å redigere tittelstil</a:t>
            </a:r>
          </a:p>
        </p:txBody>
      </p:sp>
      <p:sp>
        <p:nvSpPr>
          <p:cNvPr id="3" name="Plassholder for teks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4" name="Plassholder for innhold 3"/>
          <p:cNvSpPr>
            <a:spLocks noGrp="1"/>
          </p:cNvSpPr>
          <p:nvPr>
            <p:ph sz="half" idx="2"/>
          </p:nvPr>
        </p:nvSpPr>
        <p:spPr>
          <a:xfrm>
            <a:off x="839788" y="2505075"/>
            <a:ext cx="5157787"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teks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6" name="Plassholder for innhold 5"/>
          <p:cNvSpPr>
            <a:spLocks noGrp="1"/>
          </p:cNvSpPr>
          <p:nvPr>
            <p:ph sz="quarter" idx="4"/>
          </p:nvPr>
        </p:nvSpPr>
        <p:spPr>
          <a:xfrm>
            <a:off x="6172200" y="2505075"/>
            <a:ext cx="5183188"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7" name="Plassholder for dato 6"/>
          <p:cNvSpPr>
            <a:spLocks noGrp="1"/>
          </p:cNvSpPr>
          <p:nvPr>
            <p:ph type="dt" sz="half" idx="10"/>
          </p:nvPr>
        </p:nvSpPr>
        <p:spPr/>
        <p:txBody>
          <a:bodyPr/>
          <a:lstStyle/>
          <a:p>
            <a:fld id="{99BE9982-394A-4277-BD62-80E473F9B735}" type="datetime1">
              <a:rPr lang="nb-NO" smtClean="0"/>
              <a:t>27.08.2024</a:t>
            </a:fld>
            <a:endParaRPr lang="nb-NO"/>
          </a:p>
        </p:txBody>
      </p:sp>
      <p:sp>
        <p:nvSpPr>
          <p:cNvPr id="8" name="Plassholder for bunntekst 7"/>
          <p:cNvSpPr>
            <a:spLocks noGrp="1"/>
          </p:cNvSpPr>
          <p:nvPr>
            <p:ph type="ftr" sz="quarter" idx="11"/>
          </p:nvPr>
        </p:nvSpPr>
        <p:spPr/>
        <p:txBody>
          <a:bodyPr/>
          <a:lstStyle/>
          <a:p>
            <a:r>
              <a:rPr lang="nb-NO"/>
              <a:t>Control Trafikkskole</a:t>
            </a:r>
          </a:p>
        </p:txBody>
      </p:sp>
      <p:sp>
        <p:nvSpPr>
          <p:cNvPr id="9" name="Plassholder for lysbildenummer 8"/>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500809356"/>
      </p:ext>
    </p:extLst>
  </p:cSld>
  <p:clrMapOvr>
    <a:masterClrMapping/>
  </p:clrMapOvr>
</p:sldLayout>
</file>

<file path=ppt/slideLayouts/slideLayout314.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dato 2"/>
          <p:cNvSpPr>
            <a:spLocks noGrp="1"/>
          </p:cNvSpPr>
          <p:nvPr>
            <p:ph type="dt" sz="half" idx="10"/>
          </p:nvPr>
        </p:nvSpPr>
        <p:spPr/>
        <p:txBody>
          <a:bodyPr/>
          <a:lstStyle/>
          <a:p>
            <a:fld id="{3AC1BEB8-5496-45F9-ABED-52A5D5D76741}" type="datetime1">
              <a:rPr lang="nb-NO" smtClean="0"/>
              <a:t>27.08.2024</a:t>
            </a:fld>
            <a:endParaRPr lang="nb-NO"/>
          </a:p>
        </p:txBody>
      </p:sp>
      <p:sp>
        <p:nvSpPr>
          <p:cNvPr id="4" name="Plassholder for bunntekst 3"/>
          <p:cNvSpPr>
            <a:spLocks noGrp="1"/>
          </p:cNvSpPr>
          <p:nvPr>
            <p:ph type="ftr" sz="quarter" idx="11"/>
          </p:nvPr>
        </p:nvSpPr>
        <p:spPr/>
        <p:txBody>
          <a:bodyPr/>
          <a:lstStyle/>
          <a:p>
            <a:r>
              <a:rPr lang="nb-NO"/>
              <a:t>Control Trafikkskole</a:t>
            </a:r>
          </a:p>
        </p:txBody>
      </p:sp>
      <p:sp>
        <p:nvSpPr>
          <p:cNvPr id="5" name="Plassholder for lysbildenummer 4"/>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472619031"/>
      </p:ext>
    </p:extLst>
  </p:cSld>
  <p:clrMapOvr>
    <a:masterClrMapping/>
  </p:clrMapOvr>
</p:sldLayout>
</file>

<file path=ppt/slideLayouts/slideLayout315.xml><?xml version="1.0" encoding="utf-8"?>
<p:sldLayout xmlns:a="http://schemas.openxmlformats.org/drawingml/2006/main" xmlns:r="http://schemas.openxmlformats.org/officeDocument/2006/relationships" xmlns:p="http://schemas.openxmlformats.org/presentationml/2006/main" type="blank" preserve="1">
  <p:cSld name="Tomt">
    <p:spTree>
      <p:nvGrpSpPr>
        <p:cNvPr id="1" name=""/>
        <p:cNvGrpSpPr/>
        <p:nvPr/>
      </p:nvGrpSpPr>
      <p:grpSpPr>
        <a:xfrm>
          <a:off x="0" y="0"/>
          <a:ext cx="0" cy="0"/>
          <a:chOff x="0" y="0"/>
          <a:chExt cx="0" cy="0"/>
        </a:xfrm>
      </p:grpSpPr>
      <p:sp>
        <p:nvSpPr>
          <p:cNvPr id="2" name="Plassholder for dato 1"/>
          <p:cNvSpPr>
            <a:spLocks noGrp="1"/>
          </p:cNvSpPr>
          <p:nvPr>
            <p:ph type="dt" sz="half" idx="10"/>
          </p:nvPr>
        </p:nvSpPr>
        <p:spPr/>
        <p:txBody>
          <a:bodyPr/>
          <a:lstStyle/>
          <a:p>
            <a:fld id="{39E69F50-B00B-4B1A-8A5B-ABD478B523AF}" type="datetime1">
              <a:rPr lang="nb-NO" smtClean="0"/>
              <a:t>27.08.2024</a:t>
            </a:fld>
            <a:endParaRPr lang="nb-NO"/>
          </a:p>
        </p:txBody>
      </p:sp>
      <p:sp>
        <p:nvSpPr>
          <p:cNvPr id="3" name="Plassholder for bunntekst 2"/>
          <p:cNvSpPr>
            <a:spLocks noGrp="1"/>
          </p:cNvSpPr>
          <p:nvPr>
            <p:ph type="ftr" sz="quarter" idx="11"/>
          </p:nvPr>
        </p:nvSpPr>
        <p:spPr/>
        <p:txBody>
          <a:bodyPr/>
          <a:lstStyle/>
          <a:p>
            <a:r>
              <a:rPr lang="nb-NO"/>
              <a:t>Control Trafikkskole</a:t>
            </a:r>
          </a:p>
        </p:txBody>
      </p:sp>
      <p:sp>
        <p:nvSpPr>
          <p:cNvPr id="4" name="Plassholder for lysbildenummer 3"/>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722512637"/>
      </p:ext>
    </p:extLst>
  </p:cSld>
  <p:clrMapOvr>
    <a:masterClrMapping/>
  </p:clrMapOvr>
</p:sldLayout>
</file>

<file path=ppt/slideLayouts/slideLayout316.xml><?xml version="1.0" encoding="utf-8"?>
<p:sldLayout xmlns:a="http://schemas.openxmlformats.org/drawingml/2006/main" xmlns:r="http://schemas.openxmlformats.org/officeDocument/2006/relationships" xmlns:p="http://schemas.openxmlformats.org/presentationml/2006/main" type="objTx" preserve="1">
  <p:cSld name="Innhold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innhold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F2E34CFD-3025-49A8-AA09-F7191A8937CA}"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449195778"/>
      </p:ext>
    </p:extLst>
  </p:cSld>
  <p:clrMapOvr>
    <a:masterClrMapping/>
  </p:clrMapOvr>
</p:sldLayout>
</file>

<file path=ppt/slideLayouts/slideLayout317.xml><?xml version="1.0" encoding="utf-8"?>
<p:sldLayout xmlns:a="http://schemas.openxmlformats.org/drawingml/2006/main" xmlns:r="http://schemas.openxmlformats.org/officeDocument/2006/relationships" xmlns:p="http://schemas.openxmlformats.org/presentationml/2006/main" type="picTx" preserve="1">
  <p:cSld name="Bilde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bild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F630501E-C2B0-4DA0-AB6C-8F837BE0FE1F}"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552644487"/>
      </p:ext>
    </p:extLst>
  </p:cSld>
  <p:clrMapOvr>
    <a:masterClrMapping/>
  </p:clrMapOvr>
</p:sldLayout>
</file>

<file path=ppt/slideLayouts/slideLayout318.xml><?xml version="1.0" encoding="utf-8"?>
<p:sldLayout xmlns:a="http://schemas.openxmlformats.org/drawingml/2006/main" xmlns:r="http://schemas.openxmlformats.org/officeDocument/2006/relationships" xmlns:p="http://schemas.openxmlformats.org/presentationml/2006/main" type="vertTx" preserve="1">
  <p:cSld name="Loddrett tekst">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loddrett tekst 2"/>
          <p:cNvSpPr>
            <a:spLocks noGrp="1"/>
          </p:cNvSpPr>
          <p:nvPr>
            <p:ph type="body" orient="vert" idx="1"/>
          </p:nvPr>
        </p:nvSpPr>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CAD24A01-6EFA-47D8-88F0-460ED7CC8F91}"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4198718975"/>
      </p:ext>
    </p:extLst>
  </p:cSld>
  <p:clrMapOvr>
    <a:masterClrMapping/>
  </p:clrMapOvr>
</p:sldLayout>
</file>

<file path=ppt/slideLayouts/slideLayout319.xml><?xml version="1.0" encoding="utf-8"?>
<p:sldLayout xmlns:a="http://schemas.openxmlformats.org/drawingml/2006/main" xmlns:r="http://schemas.openxmlformats.org/officeDocument/2006/relationships" xmlns:p="http://schemas.openxmlformats.org/presentationml/2006/main" type="vertTitleAndTx" preserve="1">
  <p:cSld name="Loddrett tittel og tekst">
    <p:spTree>
      <p:nvGrpSpPr>
        <p:cNvPr id="1" name=""/>
        <p:cNvGrpSpPr/>
        <p:nvPr/>
      </p:nvGrpSpPr>
      <p:grpSpPr>
        <a:xfrm>
          <a:off x="0" y="0"/>
          <a:ext cx="0" cy="0"/>
          <a:chOff x="0" y="0"/>
          <a:chExt cx="0" cy="0"/>
        </a:xfrm>
      </p:grpSpPr>
      <p:sp>
        <p:nvSpPr>
          <p:cNvPr id="2" name="Loddrett tittel 1"/>
          <p:cNvSpPr>
            <a:spLocks noGrp="1"/>
          </p:cNvSpPr>
          <p:nvPr>
            <p:ph type="title" orient="vert"/>
          </p:nvPr>
        </p:nvSpPr>
        <p:spPr>
          <a:xfrm>
            <a:off x="8724900" y="365125"/>
            <a:ext cx="2628900" cy="5811838"/>
          </a:xfrm>
        </p:spPr>
        <p:txBody>
          <a:bodyPr vert="eaVert"/>
          <a:lstStyle/>
          <a:p>
            <a:r>
              <a:rPr lang="nb-NO"/>
              <a:t>Klikk for å redigere tittelstil</a:t>
            </a:r>
          </a:p>
        </p:txBody>
      </p:sp>
      <p:sp>
        <p:nvSpPr>
          <p:cNvPr id="3" name="Plassholder for loddrett tekst 2"/>
          <p:cNvSpPr>
            <a:spLocks noGrp="1"/>
          </p:cNvSpPr>
          <p:nvPr>
            <p:ph type="body" orient="vert" idx="1"/>
          </p:nvPr>
        </p:nvSpPr>
        <p:spPr>
          <a:xfrm>
            <a:off x="838200" y="365125"/>
            <a:ext cx="7734300" cy="5811838"/>
          </a:xfrm>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07E21B36-FB79-466A-87B6-31722A986552}"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099908765"/>
      </p:ext>
    </p:extLst>
  </p:cSld>
  <p:clrMapOvr>
    <a:masterClrMapping/>
  </p:clrMapOvr>
</p:sldLayout>
</file>

<file path=ppt/slideLayouts/slideLayout320.xml><?xml version="1.0" encoding="utf-8"?>
<p:sldLayout xmlns:a="http://schemas.openxmlformats.org/drawingml/2006/main" xmlns:r="http://schemas.openxmlformats.org/officeDocument/2006/relationships" xmlns:p="http://schemas.openxmlformats.org/presentationml/2006/main" type="title" preserve="1">
  <p:cSld name="Tittellysbilde">
    <p:spTree>
      <p:nvGrpSpPr>
        <p:cNvPr id="1" name=""/>
        <p:cNvGrpSpPr/>
        <p:nvPr/>
      </p:nvGrpSpPr>
      <p:grpSpPr>
        <a:xfrm>
          <a:off x="0" y="0"/>
          <a:ext cx="0" cy="0"/>
          <a:chOff x="0" y="0"/>
          <a:chExt cx="0" cy="0"/>
        </a:xfrm>
      </p:grpSpPr>
      <p:sp>
        <p:nvSpPr>
          <p:cNvPr id="2" name="Tittel 1"/>
          <p:cNvSpPr>
            <a:spLocks noGrp="1"/>
          </p:cNvSpPr>
          <p:nvPr>
            <p:ph type="ctrTitle"/>
          </p:nvPr>
        </p:nvSpPr>
        <p:spPr>
          <a:xfrm>
            <a:off x="1524000" y="1122363"/>
            <a:ext cx="9144000" cy="2387600"/>
          </a:xfrm>
        </p:spPr>
        <p:txBody>
          <a:bodyPr anchor="b"/>
          <a:lstStyle>
            <a:lvl1pPr algn="ctr">
              <a:defRPr sz="6000"/>
            </a:lvl1pPr>
          </a:lstStyle>
          <a:p>
            <a:r>
              <a:rPr lang="nb-NO"/>
              <a:t>Klikk for å redigere tittelstil</a:t>
            </a:r>
          </a:p>
        </p:txBody>
      </p:sp>
      <p:sp>
        <p:nvSpPr>
          <p:cNvPr id="3" name="Undertit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b-NO"/>
              <a:t>Klikk for å redigere undertittelstil i malen</a:t>
            </a:r>
          </a:p>
        </p:txBody>
      </p:sp>
      <p:sp>
        <p:nvSpPr>
          <p:cNvPr id="4" name="Plassholder for dato 3"/>
          <p:cNvSpPr>
            <a:spLocks noGrp="1"/>
          </p:cNvSpPr>
          <p:nvPr>
            <p:ph type="dt" sz="half" idx="10"/>
          </p:nvPr>
        </p:nvSpPr>
        <p:spPr/>
        <p:txBody>
          <a:bodyPr/>
          <a:lstStyle/>
          <a:p>
            <a:fld id="{45D61992-6FCA-4585-9051-2449642850FD}"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076092702"/>
      </p:ext>
    </p:extLst>
  </p:cSld>
  <p:clrMapOvr>
    <a:masterClrMapping/>
  </p:clrMapOvr>
</p:sldLayout>
</file>

<file path=ppt/slideLayouts/slideLayout321.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idx="1"/>
          </p:nvPr>
        </p:nvSpPr>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2BC8F91C-FC84-4540-A0B1-AC6C19530B24}"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019427620"/>
      </p:ext>
    </p:extLst>
  </p:cSld>
  <p:clrMapOvr>
    <a:masterClrMapping/>
  </p:clrMapOvr>
</p:sldLayout>
</file>

<file path=ppt/slideLayouts/slideLayout322.xml><?xml version="1.0" encoding="utf-8"?>
<p:sldLayout xmlns:a="http://schemas.openxmlformats.org/drawingml/2006/main" xmlns:r="http://schemas.openxmlformats.org/officeDocument/2006/relationships" xmlns:p="http://schemas.openxmlformats.org/presentationml/2006/main" type="secHead" preserve="1">
  <p:cSld name="Deloverskrift">
    <p:spTree>
      <p:nvGrpSpPr>
        <p:cNvPr id="1" name=""/>
        <p:cNvGrpSpPr/>
        <p:nvPr/>
      </p:nvGrpSpPr>
      <p:grpSpPr>
        <a:xfrm>
          <a:off x="0" y="0"/>
          <a:ext cx="0" cy="0"/>
          <a:chOff x="0" y="0"/>
          <a:chExt cx="0" cy="0"/>
        </a:xfrm>
      </p:grpSpPr>
      <p:sp>
        <p:nvSpPr>
          <p:cNvPr id="2" name="Tittel 1"/>
          <p:cNvSpPr>
            <a:spLocks noGrp="1"/>
          </p:cNvSpPr>
          <p:nvPr>
            <p:ph type="title"/>
          </p:nvPr>
        </p:nvSpPr>
        <p:spPr>
          <a:xfrm>
            <a:off x="831850" y="1709738"/>
            <a:ext cx="10515600" cy="2852737"/>
          </a:xfrm>
        </p:spPr>
        <p:txBody>
          <a:bodyPr anchor="b"/>
          <a:lstStyle>
            <a:lvl1pPr>
              <a:defRPr sz="6000"/>
            </a:lvl1pPr>
          </a:lstStyle>
          <a:p>
            <a:r>
              <a:rPr lang="nb-NO"/>
              <a:t>Klikk for å redigere tittelstil</a:t>
            </a:r>
          </a:p>
        </p:txBody>
      </p:sp>
      <p:sp>
        <p:nvSpPr>
          <p:cNvPr id="3" name="Plassholder for teks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b-NO"/>
              <a:t>Rediger tekststiler i malen</a:t>
            </a:r>
          </a:p>
        </p:txBody>
      </p:sp>
      <p:sp>
        <p:nvSpPr>
          <p:cNvPr id="4" name="Plassholder for dato 3"/>
          <p:cNvSpPr>
            <a:spLocks noGrp="1"/>
          </p:cNvSpPr>
          <p:nvPr>
            <p:ph type="dt" sz="half" idx="10"/>
          </p:nvPr>
        </p:nvSpPr>
        <p:spPr/>
        <p:txBody>
          <a:bodyPr/>
          <a:lstStyle/>
          <a:p>
            <a:fld id="{EF439AF1-EAC3-4143-ACE2-ACC948F8CFF9}"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419350572"/>
      </p:ext>
    </p:extLst>
  </p:cSld>
  <p:clrMapOvr>
    <a:masterClrMapping/>
  </p:clrMapOvr>
</p:sldLayout>
</file>

<file path=ppt/slideLayouts/slideLayout323.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sz="half" idx="1"/>
          </p:nvPr>
        </p:nvSpPr>
        <p:spPr>
          <a:xfrm>
            <a:off x="838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innhold 3"/>
          <p:cNvSpPr>
            <a:spLocks noGrp="1"/>
          </p:cNvSpPr>
          <p:nvPr>
            <p:ph sz="half" idx="2"/>
          </p:nvPr>
        </p:nvSpPr>
        <p:spPr>
          <a:xfrm>
            <a:off x="6172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dato 4"/>
          <p:cNvSpPr>
            <a:spLocks noGrp="1"/>
          </p:cNvSpPr>
          <p:nvPr>
            <p:ph type="dt" sz="half" idx="10"/>
          </p:nvPr>
        </p:nvSpPr>
        <p:spPr/>
        <p:txBody>
          <a:bodyPr/>
          <a:lstStyle/>
          <a:p>
            <a:fld id="{A30A4F45-C0AE-4E6F-A6B2-68DD428BD964}"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444239773"/>
      </p:ext>
    </p:extLst>
  </p:cSld>
  <p:clrMapOvr>
    <a:masterClrMapping/>
  </p:clrMapOvr>
</p:sldLayout>
</file>

<file path=ppt/slideLayouts/slideLayout324.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tel 1"/>
          <p:cNvSpPr>
            <a:spLocks noGrp="1"/>
          </p:cNvSpPr>
          <p:nvPr>
            <p:ph type="title"/>
          </p:nvPr>
        </p:nvSpPr>
        <p:spPr>
          <a:xfrm>
            <a:off x="839788" y="365125"/>
            <a:ext cx="10515600" cy="1325563"/>
          </a:xfrm>
        </p:spPr>
        <p:txBody>
          <a:bodyPr/>
          <a:lstStyle/>
          <a:p>
            <a:r>
              <a:rPr lang="nb-NO"/>
              <a:t>Klikk for å redigere tittelstil</a:t>
            </a:r>
          </a:p>
        </p:txBody>
      </p:sp>
      <p:sp>
        <p:nvSpPr>
          <p:cNvPr id="3" name="Plassholder for teks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4" name="Plassholder for innhold 3"/>
          <p:cNvSpPr>
            <a:spLocks noGrp="1"/>
          </p:cNvSpPr>
          <p:nvPr>
            <p:ph sz="half" idx="2"/>
          </p:nvPr>
        </p:nvSpPr>
        <p:spPr>
          <a:xfrm>
            <a:off x="839788" y="2505075"/>
            <a:ext cx="5157787"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teks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6" name="Plassholder for innhold 5"/>
          <p:cNvSpPr>
            <a:spLocks noGrp="1"/>
          </p:cNvSpPr>
          <p:nvPr>
            <p:ph sz="quarter" idx="4"/>
          </p:nvPr>
        </p:nvSpPr>
        <p:spPr>
          <a:xfrm>
            <a:off x="6172200" y="2505075"/>
            <a:ext cx="5183188"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7" name="Plassholder for dato 6"/>
          <p:cNvSpPr>
            <a:spLocks noGrp="1"/>
          </p:cNvSpPr>
          <p:nvPr>
            <p:ph type="dt" sz="half" idx="10"/>
          </p:nvPr>
        </p:nvSpPr>
        <p:spPr/>
        <p:txBody>
          <a:bodyPr/>
          <a:lstStyle/>
          <a:p>
            <a:fld id="{EE5C7F6B-BAF6-4CE9-B54F-35281D65FFC7}" type="datetime1">
              <a:rPr lang="nb-NO" smtClean="0"/>
              <a:t>27.08.2024</a:t>
            </a:fld>
            <a:endParaRPr lang="nb-NO"/>
          </a:p>
        </p:txBody>
      </p:sp>
      <p:sp>
        <p:nvSpPr>
          <p:cNvPr id="8" name="Plassholder for bunntekst 7"/>
          <p:cNvSpPr>
            <a:spLocks noGrp="1"/>
          </p:cNvSpPr>
          <p:nvPr>
            <p:ph type="ftr" sz="quarter" idx="11"/>
          </p:nvPr>
        </p:nvSpPr>
        <p:spPr/>
        <p:txBody>
          <a:bodyPr/>
          <a:lstStyle/>
          <a:p>
            <a:r>
              <a:rPr lang="nb-NO"/>
              <a:t>Control Trafikkskole</a:t>
            </a:r>
          </a:p>
        </p:txBody>
      </p:sp>
      <p:sp>
        <p:nvSpPr>
          <p:cNvPr id="9" name="Plassholder for lysbildenummer 8"/>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964095520"/>
      </p:ext>
    </p:extLst>
  </p:cSld>
  <p:clrMapOvr>
    <a:masterClrMapping/>
  </p:clrMapOvr>
</p:sldLayout>
</file>

<file path=ppt/slideLayouts/slideLayout325.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dato 2"/>
          <p:cNvSpPr>
            <a:spLocks noGrp="1"/>
          </p:cNvSpPr>
          <p:nvPr>
            <p:ph type="dt" sz="half" idx="10"/>
          </p:nvPr>
        </p:nvSpPr>
        <p:spPr/>
        <p:txBody>
          <a:bodyPr/>
          <a:lstStyle/>
          <a:p>
            <a:fld id="{EA7078EF-AD04-4628-89F8-557111E0A7DD}" type="datetime1">
              <a:rPr lang="nb-NO" smtClean="0"/>
              <a:t>27.08.2024</a:t>
            </a:fld>
            <a:endParaRPr lang="nb-NO"/>
          </a:p>
        </p:txBody>
      </p:sp>
      <p:sp>
        <p:nvSpPr>
          <p:cNvPr id="4" name="Plassholder for bunntekst 3"/>
          <p:cNvSpPr>
            <a:spLocks noGrp="1"/>
          </p:cNvSpPr>
          <p:nvPr>
            <p:ph type="ftr" sz="quarter" idx="11"/>
          </p:nvPr>
        </p:nvSpPr>
        <p:spPr/>
        <p:txBody>
          <a:bodyPr/>
          <a:lstStyle/>
          <a:p>
            <a:r>
              <a:rPr lang="nb-NO"/>
              <a:t>Control Trafikkskole</a:t>
            </a:r>
          </a:p>
        </p:txBody>
      </p:sp>
      <p:sp>
        <p:nvSpPr>
          <p:cNvPr id="5" name="Plassholder for lysbildenummer 4"/>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777213173"/>
      </p:ext>
    </p:extLst>
  </p:cSld>
  <p:clrMapOvr>
    <a:masterClrMapping/>
  </p:clrMapOvr>
</p:sldLayout>
</file>

<file path=ppt/slideLayouts/slideLayout326.xml><?xml version="1.0" encoding="utf-8"?>
<p:sldLayout xmlns:a="http://schemas.openxmlformats.org/drawingml/2006/main" xmlns:r="http://schemas.openxmlformats.org/officeDocument/2006/relationships" xmlns:p="http://schemas.openxmlformats.org/presentationml/2006/main" type="blank" preserve="1">
  <p:cSld name="Tomt">
    <p:spTree>
      <p:nvGrpSpPr>
        <p:cNvPr id="1" name=""/>
        <p:cNvGrpSpPr/>
        <p:nvPr/>
      </p:nvGrpSpPr>
      <p:grpSpPr>
        <a:xfrm>
          <a:off x="0" y="0"/>
          <a:ext cx="0" cy="0"/>
          <a:chOff x="0" y="0"/>
          <a:chExt cx="0" cy="0"/>
        </a:xfrm>
      </p:grpSpPr>
      <p:sp>
        <p:nvSpPr>
          <p:cNvPr id="2" name="Plassholder for dato 1"/>
          <p:cNvSpPr>
            <a:spLocks noGrp="1"/>
          </p:cNvSpPr>
          <p:nvPr>
            <p:ph type="dt" sz="half" idx="10"/>
          </p:nvPr>
        </p:nvSpPr>
        <p:spPr/>
        <p:txBody>
          <a:bodyPr/>
          <a:lstStyle/>
          <a:p>
            <a:fld id="{5DB22726-BF27-449A-A0F2-958F71A94DD8}" type="datetime1">
              <a:rPr lang="nb-NO" smtClean="0"/>
              <a:t>27.08.2024</a:t>
            </a:fld>
            <a:endParaRPr lang="nb-NO"/>
          </a:p>
        </p:txBody>
      </p:sp>
      <p:sp>
        <p:nvSpPr>
          <p:cNvPr id="3" name="Plassholder for bunntekst 2"/>
          <p:cNvSpPr>
            <a:spLocks noGrp="1"/>
          </p:cNvSpPr>
          <p:nvPr>
            <p:ph type="ftr" sz="quarter" idx="11"/>
          </p:nvPr>
        </p:nvSpPr>
        <p:spPr/>
        <p:txBody>
          <a:bodyPr/>
          <a:lstStyle/>
          <a:p>
            <a:r>
              <a:rPr lang="nb-NO"/>
              <a:t>Control Trafikkskole</a:t>
            </a:r>
          </a:p>
        </p:txBody>
      </p:sp>
      <p:sp>
        <p:nvSpPr>
          <p:cNvPr id="4" name="Plassholder for lysbildenummer 3"/>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480124938"/>
      </p:ext>
    </p:extLst>
  </p:cSld>
  <p:clrMapOvr>
    <a:masterClrMapping/>
  </p:clrMapOvr>
</p:sldLayout>
</file>

<file path=ppt/slideLayouts/slideLayout327.xml><?xml version="1.0" encoding="utf-8"?>
<p:sldLayout xmlns:a="http://schemas.openxmlformats.org/drawingml/2006/main" xmlns:r="http://schemas.openxmlformats.org/officeDocument/2006/relationships" xmlns:p="http://schemas.openxmlformats.org/presentationml/2006/main" type="objTx" preserve="1">
  <p:cSld name="Innhold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innhold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CB464163-BF01-47A1-A4C8-1C901D0E1A1F}"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249217170"/>
      </p:ext>
    </p:extLst>
  </p:cSld>
  <p:clrMapOvr>
    <a:masterClrMapping/>
  </p:clrMapOvr>
</p:sldLayout>
</file>

<file path=ppt/slideLayouts/slideLayout328.xml><?xml version="1.0" encoding="utf-8"?>
<p:sldLayout xmlns:a="http://schemas.openxmlformats.org/drawingml/2006/main" xmlns:r="http://schemas.openxmlformats.org/officeDocument/2006/relationships" xmlns:p="http://schemas.openxmlformats.org/presentationml/2006/main" type="picTx" preserve="1">
  <p:cSld name="Bilde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bild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43FE3294-85BA-4314-82F5-B4F1D20B844A}"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603829171"/>
      </p:ext>
    </p:extLst>
  </p:cSld>
  <p:clrMapOvr>
    <a:masterClrMapping/>
  </p:clrMapOvr>
</p:sldLayout>
</file>

<file path=ppt/slideLayouts/slideLayout329.xml><?xml version="1.0" encoding="utf-8"?>
<p:sldLayout xmlns:a="http://schemas.openxmlformats.org/drawingml/2006/main" xmlns:r="http://schemas.openxmlformats.org/officeDocument/2006/relationships" xmlns:p="http://schemas.openxmlformats.org/presentationml/2006/main" type="vertTx" preserve="1">
  <p:cSld name="Loddrett tekst">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loddrett tekst 2"/>
          <p:cNvSpPr>
            <a:spLocks noGrp="1"/>
          </p:cNvSpPr>
          <p:nvPr>
            <p:ph type="body" orient="vert" idx="1"/>
          </p:nvPr>
        </p:nvSpPr>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1637E04E-138F-4880-BC21-4250263ED192}"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427266906"/>
      </p:ext>
    </p:extLst>
  </p:cSld>
  <p:clrMapOvr>
    <a:masterClrMapping/>
  </p:clrMapOvr>
</p:sldLayout>
</file>

<file path=ppt/slideLayouts/slideLayout330.xml><?xml version="1.0" encoding="utf-8"?>
<p:sldLayout xmlns:a="http://schemas.openxmlformats.org/drawingml/2006/main" xmlns:r="http://schemas.openxmlformats.org/officeDocument/2006/relationships" xmlns:p="http://schemas.openxmlformats.org/presentationml/2006/main" type="vertTitleAndTx" preserve="1">
  <p:cSld name="Loddrett tittel og tekst">
    <p:spTree>
      <p:nvGrpSpPr>
        <p:cNvPr id="1" name=""/>
        <p:cNvGrpSpPr/>
        <p:nvPr/>
      </p:nvGrpSpPr>
      <p:grpSpPr>
        <a:xfrm>
          <a:off x="0" y="0"/>
          <a:ext cx="0" cy="0"/>
          <a:chOff x="0" y="0"/>
          <a:chExt cx="0" cy="0"/>
        </a:xfrm>
      </p:grpSpPr>
      <p:sp>
        <p:nvSpPr>
          <p:cNvPr id="2" name="Loddrett tittel 1"/>
          <p:cNvSpPr>
            <a:spLocks noGrp="1"/>
          </p:cNvSpPr>
          <p:nvPr>
            <p:ph type="title" orient="vert"/>
          </p:nvPr>
        </p:nvSpPr>
        <p:spPr>
          <a:xfrm>
            <a:off x="8724900" y="365125"/>
            <a:ext cx="2628900" cy="5811838"/>
          </a:xfrm>
        </p:spPr>
        <p:txBody>
          <a:bodyPr vert="eaVert"/>
          <a:lstStyle/>
          <a:p>
            <a:r>
              <a:rPr lang="nb-NO"/>
              <a:t>Klikk for å redigere tittelstil</a:t>
            </a:r>
          </a:p>
        </p:txBody>
      </p:sp>
      <p:sp>
        <p:nvSpPr>
          <p:cNvPr id="3" name="Plassholder for loddrett tekst 2"/>
          <p:cNvSpPr>
            <a:spLocks noGrp="1"/>
          </p:cNvSpPr>
          <p:nvPr>
            <p:ph type="body" orient="vert" idx="1"/>
          </p:nvPr>
        </p:nvSpPr>
        <p:spPr>
          <a:xfrm>
            <a:off x="838200" y="365125"/>
            <a:ext cx="7734300" cy="5811838"/>
          </a:xfrm>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1935F0F7-7D4F-43A6-A3F1-4655567A6EBF}"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629286888"/>
      </p:ext>
    </p:extLst>
  </p:cSld>
  <p:clrMapOvr>
    <a:masterClrMapping/>
  </p:clrMapOvr>
</p:sldLayout>
</file>

<file path=ppt/slideLayouts/slideLayout331.xml><?xml version="1.0" encoding="utf-8"?>
<p:sldLayout xmlns:a="http://schemas.openxmlformats.org/drawingml/2006/main" xmlns:r="http://schemas.openxmlformats.org/officeDocument/2006/relationships" xmlns:p="http://schemas.openxmlformats.org/presentationml/2006/main" type="title" preserve="1">
  <p:cSld name="Tittellysbilde">
    <p:spTree>
      <p:nvGrpSpPr>
        <p:cNvPr id="1" name=""/>
        <p:cNvGrpSpPr/>
        <p:nvPr/>
      </p:nvGrpSpPr>
      <p:grpSpPr>
        <a:xfrm>
          <a:off x="0" y="0"/>
          <a:ext cx="0" cy="0"/>
          <a:chOff x="0" y="0"/>
          <a:chExt cx="0" cy="0"/>
        </a:xfrm>
      </p:grpSpPr>
      <p:sp>
        <p:nvSpPr>
          <p:cNvPr id="2" name="Tittel 1"/>
          <p:cNvSpPr>
            <a:spLocks noGrp="1"/>
          </p:cNvSpPr>
          <p:nvPr>
            <p:ph type="ctrTitle"/>
          </p:nvPr>
        </p:nvSpPr>
        <p:spPr>
          <a:xfrm>
            <a:off x="1524000" y="1122363"/>
            <a:ext cx="9144000" cy="2387600"/>
          </a:xfrm>
        </p:spPr>
        <p:txBody>
          <a:bodyPr anchor="b"/>
          <a:lstStyle>
            <a:lvl1pPr algn="ctr">
              <a:defRPr sz="6000"/>
            </a:lvl1pPr>
          </a:lstStyle>
          <a:p>
            <a:r>
              <a:rPr lang="nb-NO"/>
              <a:t>Klikk for å redigere tittelstil</a:t>
            </a:r>
          </a:p>
        </p:txBody>
      </p:sp>
      <p:sp>
        <p:nvSpPr>
          <p:cNvPr id="3" name="Undertit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b-NO"/>
              <a:t>Klikk for å redigere undertittelstil i malen</a:t>
            </a:r>
          </a:p>
        </p:txBody>
      </p:sp>
      <p:sp>
        <p:nvSpPr>
          <p:cNvPr id="4" name="Plassholder for dato 3"/>
          <p:cNvSpPr>
            <a:spLocks noGrp="1"/>
          </p:cNvSpPr>
          <p:nvPr>
            <p:ph type="dt" sz="half" idx="10"/>
          </p:nvPr>
        </p:nvSpPr>
        <p:spPr/>
        <p:txBody>
          <a:bodyPr/>
          <a:lstStyle/>
          <a:p>
            <a:fld id="{2D0A15EA-0BED-4122-93C7-DD6FB2EABF89}"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056690768"/>
      </p:ext>
    </p:extLst>
  </p:cSld>
  <p:clrMapOvr>
    <a:masterClrMapping/>
  </p:clrMapOvr>
</p:sldLayout>
</file>

<file path=ppt/slideLayouts/slideLayout332.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idx="1"/>
          </p:nvPr>
        </p:nvSpPr>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4416EF26-2E68-4ECB-905F-872EEEBB48E1}"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453330513"/>
      </p:ext>
    </p:extLst>
  </p:cSld>
  <p:clrMapOvr>
    <a:masterClrMapping/>
  </p:clrMapOvr>
</p:sldLayout>
</file>

<file path=ppt/slideLayouts/slideLayout333.xml><?xml version="1.0" encoding="utf-8"?>
<p:sldLayout xmlns:a="http://schemas.openxmlformats.org/drawingml/2006/main" xmlns:r="http://schemas.openxmlformats.org/officeDocument/2006/relationships" xmlns:p="http://schemas.openxmlformats.org/presentationml/2006/main" type="secHead" preserve="1">
  <p:cSld name="Deloverskrift">
    <p:spTree>
      <p:nvGrpSpPr>
        <p:cNvPr id="1" name=""/>
        <p:cNvGrpSpPr/>
        <p:nvPr/>
      </p:nvGrpSpPr>
      <p:grpSpPr>
        <a:xfrm>
          <a:off x="0" y="0"/>
          <a:ext cx="0" cy="0"/>
          <a:chOff x="0" y="0"/>
          <a:chExt cx="0" cy="0"/>
        </a:xfrm>
      </p:grpSpPr>
      <p:sp>
        <p:nvSpPr>
          <p:cNvPr id="2" name="Tittel 1"/>
          <p:cNvSpPr>
            <a:spLocks noGrp="1"/>
          </p:cNvSpPr>
          <p:nvPr>
            <p:ph type="title"/>
          </p:nvPr>
        </p:nvSpPr>
        <p:spPr>
          <a:xfrm>
            <a:off x="831850" y="1709738"/>
            <a:ext cx="10515600" cy="2852737"/>
          </a:xfrm>
        </p:spPr>
        <p:txBody>
          <a:bodyPr anchor="b"/>
          <a:lstStyle>
            <a:lvl1pPr>
              <a:defRPr sz="6000"/>
            </a:lvl1pPr>
          </a:lstStyle>
          <a:p>
            <a:r>
              <a:rPr lang="nb-NO"/>
              <a:t>Klikk for å redigere tittelstil</a:t>
            </a:r>
          </a:p>
        </p:txBody>
      </p:sp>
      <p:sp>
        <p:nvSpPr>
          <p:cNvPr id="3" name="Plassholder for teks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b-NO"/>
              <a:t>Rediger tekststiler i malen</a:t>
            </a:r>
          </a:p>
        </p:txBody>
      </p:sp>
      <p:sp>
        <p:nvSpPr>
          <p:cNvPr id="4" name="Plassholder for dato 3"/>
          <p:cNvSpPr>
            <a:spLocks noGrp="1"/>
          </p:cNvSpPr>
          <p:nvPr>
            <p:ph type="dt" sz="half" idx="10"/>
          </p:nvPr>
        </p:nvSpPr>
        <p:spPr/>
        <p:txBody>
          <a:bodyPr/>
          <a:lstStyle/>
          <a:p>
            <a:fld id="{CC8DFD16-3FB1-4E54-8B8C-B6E7B7D6E3B8}"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589265341"/>
      </p:ext>
    </p:extLst>
  </p:cSld>
  <p:clrMapOvr>
    <a:masterClrMapping/>
  </p:clrMapOvr>
</p:sldLayout>
</file>

<file path=ppt/slideLayouts/slideLayout334.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sz="half" idx="1"/>
          </p:nvPr>
        </p:nvSpPr>
        <p:spPr>
          <a:xfrm>
            <a:off x="838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innhold 3"/>
          <p:cNvSpPr>
            <a:spLocks noGrp="1"/>
          </p:cNvSpPr>
          <p:nvPr>
            <p:ph sz="half" idx="2"/>
          </p:nvPr>
        </p:nvSpPr>
        <p:spPr>
          <a:xfrm>
            <a:off x="6172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dato 4"/>
          <p:cNvSpPr>
            <a:spLocks noGrp="1"/>
          </p:cNvSpPr>
          <p:nvPr>
            <p:ph type="dt" sz="half" idx="10"/>
          </p:nvPr>
        </p:nvSpPr>
        <p:spPr/>
        <p:txBody>
          <a:bodyPr/>
          <a:lstStyle/>
          <a:p>
            <a:fld id="{7353574A-C364-44C9-816F-DFEFF26471BD}"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576966354"/>
      </p:ext>
    </p:extLst>
  </p:cSld>
  <p:clrMapOvr>
    <a:masterClrMapping/>
  </p:clrMapOvr>
</p:sldLayout>
</file>

<file path=ppt/slideLayouts/slideLayout335.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tel 1"/>
          <p:cNvSpPr>
            <a:spLocks noGrp="1"/>
          </p:cNvSpPr>
          <p:nvPr>
            <p:ph type="title"/>
          </p:nvPr>
        </p:nvSpPr>
        <p:spPr>
          <a:xfrm>
            <a:off x="839788" y="365125"/>
            <a:ext cx="10515600" cy="1325563"/>
          </a:xfrm>
        </p:spPr>
        <p:txBody>
          <a:bodyPr/>
          <a:lstStyle/>
          <a:p>
            <a:r>
              <a:rPr lang="nb-NO"/>
              <a:t>Klikk for å redigere tittelstil</a:t>
            </a:r>
          </a:p>
        </p:txBody>
      </p:sp>
      <p:sp>
        <p:nvSpPr>
          <p:cNvPr id="3" name="Plassholder for teks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4" name="Plassholder for innhold 3"/>
          <p:cNvSpPr>
            <a:spLocks noGrp="1"/>
          </p:cNvSpPr>
          <p:nvPr>
            <p:ph sz="half" idx="2"/>
          </p:nvPr>
        </p:nvSpPr>
        <p:spPr>
          <a:xfrm>
            <a:off x="839788" y="2505075"/>
            <a:ext cx="5157787"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teks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6" name="Plassholder for innhold 5"/>
          <p:cNvSpPr>
            <a:spLocks noGrp="1"/>
          </p:cNvSpPr>
          <p:nvPr>
            <p:ph sz="quarter" idx="4"/>
          </p:nvPr>
        </p:nvSpPr>
        <p:spPr>
          <a:xfrm>
            <a:off x="6172200" y="2505075"/>
            <a:ext cx="5183188"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7" name="Plassholder for dato 6"/>
          <p:cNvSpPr>
            <a:spLocks noGrp="1"/>
          </p:cNvSpPr>
          <p:nvPr>
            <p:ph type="dt" sz="half" idx="10"/>
          </p:nvPr>
        </p:nvSpPr>
        <p:spPr/>
        <p:txBody>
          <a:bodyPr/>
          <a:lstStyle/>
          <a:p>
            <a:fld id="{4A1A5C44-DF9F-4731-9284-E253F7FB731B}" type="datetime1">
              <a:rPr lang="nb-NO" smtClean="0"/>
              <a:t>27.08.2024</a:t>
            </a:fld>
            <a:endParaRPr lang="nb-NO"/>
          </a:p>
        </p:txBody>
      </p:sp>
      <p:sp>
        <p:nvSpPr>
          <p:cNvPr id="8" name="Plassholder for bunntekst 7"/>
          <p:cNvSpPr>
            <a:spLocks noGrp="1"/>
          </p:cNvSpPr>
          <p:nvPr>
            <p:ph type="ftr" sz="quarter" idx="11"/>
          </p:nvPr>
        </p:nvSpPr>
        <p:spPr/>
        <p:txBody>
          <a:bodyPr/>
          <a:lstStyle/>
          <a:p>
            <a:r>
              <a:rPr lang="nb-NO"/>
              <a:t>Control Trafikkskole</a:t>
            </a:r>
          </a:p>
        </p:txBody>
      </p:sp>
      <p:sp>
        <p:nvSpPr>
          <p:cNvPr id="9" name="Plassholder for lysbildenummer 8"/>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083161079"/>
      </p:ext>
    </p:extLst>
  </p:cSld>
  <p:clrMapOvr>
    <a:masterClrMapping/>
  </p:clrMapOvr>
</p:sldLayout>
</file>

<file path=ppt/slideLayouts/slideLayout336.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dato 2"/>
          <p:cNvSpPr>
            <a:spLocks noGrp="1"/>
          </p:cNvSpPr>
          <p:nvPr>
            <p:ph type="dt" sz="half" idx="10"/>
          </p:nvPr>
        </p:nvSpPr>
        <p:spPr/>
        <p:txBody>
          <a:bodyPr/>
          <a:lstStyle/>
          <a:p>
            <a:fld id="{20E05003-C2BE-4C16-B55C-E5916BC820B8}" type="datetime1">
              <a:rPr lang="nb-NO" smtClean="0"/>
              <a:t>27.08.2024</a:t>
            </a:fld>
            <a:endParaRPr lang="nb-NO"/>
          </a:p>
        </p:txBody>
      </p:sp>
      <p:sp>
        <p:nvSpPr>
          <p:cNvPr id="4" name="Plassholder for bunntekst 3"/>
          <p:cNvSpPr>
            <a:spLocks noGrp="1"/>
          </p:cNvSpPr>
          <p:nvPr>
            <p:ph type="ftr" sz="quarter" idx="11"/>
          </p:nvPr>
        </p:nvSpPr>
        <p:spPr/>
        <p:txBody>
          <a:bodyPr/>
          <a:lstStyle/>
          <a:p>
            <a:r>
              <a:rPr lang="nb-NO"/>
              <a:t>Control Trafikkskole</a:t>
            </a:r>
          </a:p>
        </p:txBody>
      </p:sp>
      <p:sp>
        <p:nvSpPr>
          <p:cNvPr id="5" name="Plassholder for lysbildenummer 4"/>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799740246"/>
      </p:ext>
    </p:extLst>
  </p:cSld>
  <p:clrMapOvr>
    <a:masterClrMapping/>
  </p:clrMapOvr>
</p:sldLayout>
</file>

<file path=ppt/slideLayouts/slideLayout337.xml><?xml version="1.0" encoding="utf-8"?>
<p:sldLayout xmlns:a="http://schemas.openxmlformats.org/drawingml/2006/main" xmlns:r="http://schemas.openxmlformats.org/officeDocument/2006/relationships" xmlns:p="http://schemas.openxmlformats.org/presentationml/2006/main" type="blank" preserve="1">
  <p:cSld name="Tomt">
    <p:spTree>
      <p:nvGrpSpPr>
        <p:cNvPr id="1" name=""/>
        <p:cNvGrpSpPr/>
        <p:nvPr/>
      </p:nvGrpSpPr>
      <p:grpSpPr>
        <a:xfrm>
          <a:off x="0" y="0"/>
          <a:ext cx="0" cy="0"/>
          <a:chOff x="0" y="0"/>
          <a:chExt cx="0" cy="0"/>
        </a:xfrm>
      </p:grpSpPr>
      <p:sp>
        <p:nvSpPr>
          <p:cNvPr id="2" name="Plassholder for dato 1"/>
          <p:cNvSpPr>
            <a:spLocks noGrp="1"/>
          </p:cNvSpPr>
          <p:nvPr>
            <p:ph type="dt" sz="half" idx="10"/>
          </p:nvPr>
        </p:nvSpPr>
        <p:spPr/>
        <p:txBody>
          <a:bodyPr/>
          <a:lstStyle/>
          <a:p>
            <a:fld id="{65A5AD9A-00A1-4DFB-A220-2BE8FF2CFC58}" type="datetime1">
              <a:rPr lang="nb-NO" smtClean="0"/>
              <a:t>27.08.2024</a:t>
            </a:fld>
            <a:endParaRPr lang="nb-NO"/>
          </a:p>
        </p:txBody>
      </p:sp>
      <p:sp>
        <p:nvSpPr>
          <p:cNvPr id="3" name="Plassholder for bunntekst 2"/>
          <p:cNvSpPr>
            <a:spLocks noGrp="1"/>
          </p:cNvSpPr>
          <p:nvPr>
            <p:ph type="ftr" sz="quarter" idx="11"/>
          </p:nvPr>
        </p:nvSpPr>
        <p:spPr/>
        <p:txBody>
          <a:bodyPr/>
          <a:lstStyle/>
          <a:p>
            <a:r>
              <a:rPr lang="nb-NO"/>
              <a:t>Control Trafikkskole</a:t>
            </a:r>
          </a:p>
        </p:txBody>
      </p:sp>
      <p:sp>
        <p:nvSpPr>
          <p:cNvPr id="4" name="Plassholder for lysbildenummer 3"/>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587905672"/>
      </p:ext>
    </p:extLst>
  </p:cSld>
  <p:clrMapOvr>
    <a:masterClrMapping/>
  </p:clrMapOvr>
</p:sldLayout>
</file>

<file path=ppt/slideLayouts/slideLayout338.xml><?xml version="1.0" encoding="utf-8"?>
<p:sldLayout xmlns:a="http://schemas.openxmlformats.org/drawingml/2006/main" xmlns:r="http://schemas.openxmlformats.org/officeDocument/2006/relationships" xmlns:p="http://schemas.openxmlformats.org/presentationml/2006/main" type="objTx" preserve="1">
  <p:cSld name="Innhold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innhold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8C9CF970-8B6E-4072-B79E-D6E746077FD1}"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248048647"/>
      </p:ext>
    </p:extLst>
  </p:cSld>
  <p:clrMapOvr>
    <a:masterClrMapping/>
  </p:clrMapOvr>
</p:sldLayout>
</file>

<file path=ppt/slideLayouts/slideLayout339.xml><?xml version="1.0" encoding="utf-8"?>
<p:sldLayout xmlns:a="http://schemas.openxmlformats.org/drawingml/2006/main" xmlns:r="http://schemas.openxmlformats.org/officeDocument/2006/relationships" xmlns:p="http://schemas.openxmlformats.org/presentationml/2006/main" type="picTx" preserve="1">
  <p:cSld name="Bilde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bild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D1542562-1140-493A-9220-739D2E6B6A97}"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134531549"/>
      </p:ext>
    </p:extLst>
  </p:cSld>
  <p:clrMapOvr>
    <a:masterClrMapping/>
  </p:clrMapOvr>
</p:sldLayout>
</file>

<file path=ppt/slideLayouts/slideLayout340.xml><?xml version="1.0" encoding="utf-8"?>
<p:sldLayout xmlns:a="http://schemas.openxmlformats.org/drawingml/2006/main" xmlns:r="http://schemas.openxmlformats.org/officeDocument/2006/relationships" xmlns:p="http://schemas.openxmlformats.org/presentationml/2006/main" type="vertTx" preserve="1">
  <p:cSld name="Loddrett tekst">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loddrett tekst 2"/>
          <p:cNvSpPr>
            <a:spLocks noGrp="1"/>
          </p:cNvSpPr>
          <p:nvPr>
            <p:ph type="body" orient="vert" idx="1"/>
          </p:nvPr>
        </p:nvSpPr>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F8AE3C84-750E-4DBA-937D-62C3AD6552F1}"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561190905"/>
      </p:ext>
    </p:extLst>
  </p:cSld>
  <p:clrMapOvr>
    <a:masterClrMapping/>
  </p:clrMapOvr>
</p:sldLayout>
</file>

<file path=ppt/slideLayouts/slideLayout341.xml><?xml version="1.0" encoding="utf-8"?>
<p:sldLayout xmlns:a="http://schemas.openxmlformats.org/drawingml/2006/main" xmlns:r="http://schemas.openxmlformats.org/officeDocument/2006/relationships" xmlns:p="http://schemas.openxmlformats.org/presentationml/2006/main" type="vertTitleAndTx" preserve="1">
  <p:cSld name="Loddrett tittel og tekst">
    <p:spTree>
      <p:nvGrpSpPr>
        <p:cNvPr id="1" name=""/>
        <p:cNvGrpSpPr/>
        <p:nvPr/>
      </p:nvGrpSpPr>
      <p:grpSpPr>
        <a:xfrm>
          <a:off x="0" y="0"/>
          <a:ext cx="0" cy="0"/>
          <a:chOff x="0" y="0"/>
          <a:chExt cx="0" cy="0"/>
        </a:xfrm>
      </p:grpSpPr>
      <p:sp>
        <p:nvSpPr>
          <p:cNvPr id="2" name="Loddrett tittel 1"/>
          <p:cNvSpPr>
            <a:spLocks noGrp="1"/>
          </p:cNvSpPr>
          <p:nvPr>
            <p:ph type="title" orient="vert"/>
          </p:nvPr>
        </p:nvSpPr>
        <p:spPr>
          <a:xfrm>
            <a:off x="8724900" y="365125"/>
            <a:ext cx="2628900" cy="5811838"/>
          </a:xfrm>
        </p:spPr>
        <p:txBody>
          <a:bodyPr vert="eaVert"/>
          <a:lstStyle/>
          <a:p>
            <a:r>
              <a:rPr lang="nb-NO"/>
              <a:t>Klikk for å redigere tittelstil</a:t>
            </a:r>
          </a:p>
        </p:txBody>
      </p:sp>
      <p:sp>
        <p:nvSpPr>
          <p:cNvPr id="3" name="Plassholder for loddrett tekst 2"/>
          <p:cNvSpPr>
            <a:spLocks noGrp="1"/>
          </p:cNvSpPr>
          <p:nvPr>
            <p:ph type="body" orient="vert" idx="1"/>
          </p:nvPr>
        </p:nvSpPr>
        <p:spPr>
          <a:xfrm>
            <a:off x="838200" y="365125"/>
            <a:ext cx="7734300" cy="5811838"/>
          </a:xfrm>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5B380910-26D3-447A-8F38-E09A67905BD2}"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804596629"/>
      </p:ext>
    </p:extLst>
  </p:cSld>
  <p:clrMapOvr>
    <a:masterClrMapping/>
  </p:clrMapOvr>
</p:sldLayout>
</file>

<file path=ppt/slideLayouts/slideLayout342.xml><?xml version="1.0" encoding="utf-8"?>
<p:sldLayout xmlns:a="http://schemas.openxmlformats.org/drawingml/2006/main" xmlns:r="http://schemas.openxmlformats.org/officeDocument/2006/relationships" xmlns:p="http://schemas.openxmlformats.org/presentationml/2006/main" type="title" preserve="1">
  <p:cSld name="Tittellysbilde">
    <p:spTree>
      <p:nvGrpSpPr>
        <p:cNvPr id="1" name=""/>
        <p:cNvGrpSpPr/>
        <p:nvPr/>
      </p:nvGrpSpPr>
      <p:grpSpPr>
        <a:xfrm>
          <a:off x="0" y="0"/>
          <a:ext cx="0" cy="0"/>
          <a:chOff x="0" y="0"/>
          <a:chExt cx="0" cy="0"/>
        </a:xfrm>
      </p:grpSpPr>
      <p:sp>
        <p:nvSpPr>
          <p:cNvPr id="2" name="Tittel 1"/>
          <p:cNvSpPr>
            <a:spLocks noGrp="1"/>
          </p:cNvSpPr>
          <p:nvPr>
            <p:ph type="ctrTitle"/>
          </p:nvPr>
        </p:nvSpPr>
        <p:spPr>
          <a:xfrm>
            <a:off x="1524000" y="1122363"/>
            <a:ext cx="9144000" cy="2387600"/>
          </a:xfrm>
        </p:spPr>
        <p:txBody>
          <a:bodyPr anchor="b"/>
          <a:lstStyle>
            <a:lvl1pPr algn="ctr">
              <a:defRPr sz="6000"/>
            </a:lvl1pPr>
          </a:lstStyle>
          <a:p>
            <a:r>
              <a:rPr lang="nb-NO"/>
              <a:t>Klikk for å redigere tittelstil</a:t>
            </a:r>
          </a:p>
        </p:txBody>
      </p:sp>
      <p:sp>
        <p:nvSpPr>
          <p:cNvPr id="3" name="Undertit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b-NO"/>
              <a:t>Klikk for å redigere undertittelstil i malen</a:t>
            </a:r>
          </a:p>
        </p:txBody>
      </p:sp>
      <p:sp>
        <p:nvSpPr>
          <p:cNvPr id="4" name="Plassholder for dato 3"/>
          <p:cNvSpPr>
            <a:spLocks noGrp="1"/>
          </p:cNvSpPr>
          <p:nvPr>
            <p:ph type="dt" sz="half" idx="10"/>
          </p:nvPr>
        </p:nvSpPr>
        <p:spPr/>
        <p:txBody>
          <a:bodyPr/>
          <a:lstStyle/>
          <a:p>
            <a:fld id="{9C6D4C70-08E3-48B1-A909-C0057D27BFBF}"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639573545"/>
      </p:ext>
    </p:extLst>
  </p:cSld>
  <p:clrMapOvr>
    <a:masterClrMapping/>
  </p:clrMapOvr>
</p:sldLayout>
</file>

<file path=ppt/slideLayouts/slideLayout343.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idx="1"/>
          </p:nvPr>
        </p:nvSpPr>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3818632D-45E4-46F8-BCC9-077E67775CE6}"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4168291705"/>
      </p:ext>
    </p:extLst>
  </p:cSld>
  <p:clrMapOvr>
    <a:masterClrMapping/>
  </p:clrMapOvr>
</p:sldLayout>
</file>

<file path=ppt/slideLayouts/slideLayout344.xml><?xml version="1.0" encoding="utf-8"?>
<p:sldLayout xmlns:a="http://schemas.openxmlformats.org/drawingml/2006/main" xmlns:r="http://schemas.openxmlformats.org/officeDocument/2006/relationships" xmlns:p="http://schemas.openxmlformats.org/presentationml/2006/main" type="secHead" preserve="1">
  <p:cSld name="Deloverskrift">
    <p:spTree>
      <p:nvGrpSpPr>
        <p:cNvPr id="1" name=""/>
        <p:cNvGrpSpPr/>
        <p:nvPr/>
      </p:nvGrpSpPr>
      <p:grpSpPr>
        <a:xfrm>
          <a:off x="0" y="0"/>
          <a:ext cx="0" cy="0"/>
          <a:chOff x="0" y="0"/>
          <a:chExt cx="0" cy="0"/>
        </a:xfrm>
      </p:grpSpPr>
      <p:sp>
        <p:nvSpPr>
          <p:cNvPr id="2" name="Tittel 1"/>
          <p:cNvSpPr>
            <a:spLocks noGrp="1"/>
          </p:cNvSpPr>
          <p:nvPr>
            <p:ph type="title"/>
          </p:nvPr>
        </p:nvSpPr>
        <p:spPr>
          <a:xfrm>
            <a:off x="831850" y="1709738"/>
            <a:ext cx="10515600" cy="2852737"/>
          </a:xfrm>
        </p:spPr>
        <p:txBody>
          <a:bodyPr anchor="b"/>
          <a:lstStyle>
            <a:lvl1pPr>
              <a:defRPr sz="6000"/>
            </a:lvl1pPr>
          </a:lstStyle>
          <a:p>
            <a:r>
              <a:rPr lang="nb-NO"/>
              <a:t>Klikk for å redigere tittelstil</a:t>
            </a:r>
          </a:p>
        </p:txBody>
      </p:sp>
      <p:sp>
        <p:nvSpPr>
          <p:cNvPr id="3" name="Plassholder for teks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b-NO"/>
              <a:t>Rediger tekststiler i malen</a:t>
            </a:r>
          </a:p>
        </p:txBody>
      </p:sp>
      <p:sp>
        <p:nvSpPr>
          <p:cNvPr id="4" name="Plassholder for dato 3"/>
          <p:cNvSpPr>
            <a:spLocks noGrp="1"/>
          </p:cNvSpPr>
          <p:nvPr>
            <p:ph type="dt" sz="half" idx="10"/>
          </p:nvPr>
        </p:nvSpPr>
        <p:spPr/>
        <p:txBody>
          <a:bodyPr/>
          <a:lstStyle/>
          <a:p>
            <a:fld id="{802268D2-0BB6-4EAF-9571-03B19BBC801B}"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773252617"/>
      </p:ext>
    </p:extLst>
  </p:cSld>
  <p:clrMapOvr>
    <a:masterClrMapping/>
  </p:clrMapOvr>
</p:sldLayout>
</file>

<file path=ppt/slideLayouts/slideLayout345.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sz="half" idx="1"/>
          </p:nvPr>
        </p:nvSpPr>
        <p:spPr>
          <a:xfrm>
            <a:off x="838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innhold 3"/>
          <p:cNvSpPr>
            <a:spLocks noGrp="1"/>
          </p:cNvSpPr>
          <p:nvPr>
            <p:ph sz="half" idx="2"/>
          </p:nvPr>
        </p:nvSpPr>
        <p:spPr>
          <a:xfrm>
            <a:off x="6172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dato 4"/>
          <p:cNvSpPr>
            <a:spLocks noGrp="1"/>
          </p:cNvSpPr>
          <p:nvPr>
            <p:ph type="dt" sz="half" idx="10"/>
          </p:nvPr>
        </p:nvSpPr>
        <p:spPr/>
        <p:txBody>
          <a:bodyPr/>
          <a:lstStyle/>
          <a:p>
            <a:fld id="{3ABCC391-D684-4FC9-B7BB-7D694249A393}"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807868943"/>
      </p:ext>
    </p:extLst>
  </p:cSld>
  <p:clrMapOvr>
    <a:masterClrMapping/>
  </p:clrMapOvr>
</p:sldLayout>
</file>

<file path=ppt/slideLayouts/slideLayout346.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tel 1"/>
          <p:cNvSpPr>
            <a:spLocks noGrp="1"/>
          </p:cNvSpPr>
          <p:nvPr>
            <p:ph type="title"/>
          </p:nvPr>
        </p:nvSpPr>
        <p:spPr>
          <a:xfrm>
            <a:off x="839788" y="365125"/>
            <a:ext cx="10515600" cy="1325563"/>
          </a:xfrm>
        </p:spPr>
        <p:txBody>
          <a:bodyPr/>
          <a:lstStyle/>
          <a:p>
            <a:r>
              <a:rPr lang="nb-NO"/>
              <a:t>Klikk for å redigere tittelstil</a:t>
            </a:r>
          </a:p>
        </p:txBody>
      </p:sp>
      <p:sp>
        <p:nvSpPr>
          <p:cNvPr id="3" name="Plassholder for teks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4" name="Plassholder for innhold 3"/>
          <p:cNvSpPr>
            <a:spLocks noGrp="1"/>
          </p:cNvSpPr>
          <p:nvPr>
            <p:ph sz="half" idx="2"/>
          </p:nvPr>
        </p:nvSpPr>
        <p:spPr>
          <a:xfrm>
            <a:off x="839788" y="2505075"/>
            <a:ext cx="5157787"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teks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6" name="Plassholder for innhold 5"/>
          <p:cNvSpPr>
            <a:spLocks noGrp="1"/>
          </p:cNvSpPr>
          <p:nvPr>
            <p:ph sz="quarter" idx="4"/>
          </p:nvPr>
        </p:nvSpPr>
        <p:spPr>
          <a:xfrm>
            <a:off x="6172200" y="2505075"/>
            <a:ext cx="5183188"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7" name="Plassholder for dato 6"/>
          <p:cNvSpPr>
            <a:spLocks noGrp="1"/>
          </p:cNvSpPr>
          <p:nvPr>
            <p:ph type="dt" sz="half" idx="10"/>
          </p:nvPr>
        </p:nvSpPr>
        <p:spPr/>
        <p:txBody>
          <a:bodyPr/>
          <a:lstStyle/>
          <a:p>
            <a:fld id="{06109E28-C18F-4AE1-9CF7-292A695CD1C3}" type="datetime1">
              <a:rPr lang="nb-NO" smtClean="0"/>
              <a:t>27.08.2024</a:t>
            </a:fld>
            <a:endParaRPr lang="nb-NO"/>
          </a:p>
        </p:txBody>
      </p:sp>
      <p:sp>
        <p:nvSpPr>
          <p:cNvPr id="8" name="Plassholder for bunntekst 7"/>
          <p:cNvSpPr>
            <a:spLocks noGrp="1"/>
          </p:cNvSpPr>
          <p:nvPr>
            <p:ph type="ftr" sz="quarter" idx="11"/>
          </p:nvPr>
        </p:nvSpPr>
        <p:spPr/>
        <p:txBody>
          <a:bodyPr/>
          <a:lstStyle/>
          <a:p>
            <a:r>
              <a:rPr lang="nb-NO"/>
              <a:t>Control Trafikkskole</a:t>
            </a:r>
          </a:p>
        </p:txBody>
      </p:sp>
      <p:sp>
        <p:nvSpPr>
          <p:cNvPr id="9" name="Plassholder for lysbildenummer 8"/>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863180532"/>
      </p:ext>
    </p:extLst>
  </p:cSld>
  <p:clrMapOvr>
    <a:masterClrMapping/>
  </p:clrMapOvr>
</p:sldLayout>
</file>

<file path=ppt/slideLayouts/slideLayout347.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dato 2"/>
          <p:cNvSpPr>
            <a:spLocks noGrp="1"/>
          </p:cNvSpPr>
          <p:nvPr>
            <p:ph type="dt" sz="half" idx="10"/>
          </p:nvPr>
        </p:nvSpPr>
        <p:spPr/>
        <p:txBody>
          <a:bodyPr/>
          <a:lstStyle/>
          <a:p>
            <a:fld id="{7A6D68EE-7231-4D01-8883-0FE758574D75}" type="datetime1">
              <a:rPr lang="nb-NO" smtClean="0"/>
              <a:t>27.08.2024</a:t>
            </a:fld>
            <a:endParaRPr lang="nb-NO"/>
          </a:p>
        </p:txBody>
      </p:sp>
      <p:sp>
        <p:nvSpPr>
          <p:cNvPr id="4" name="Plassholder for bunntekst 3"/>
          <p:cNvSpPr>
            <a:spLocks noGrp="1"/>
          </p:cNvSpPr>
          <p:nvPr>
            <p:ph type="ftr" sz="quarter" idx="11"/>
          </p:nvPr>
        </p:nvSpPr>
        <p:spPr/>
        <p:txBody>
          <a:bodyPr/>
          <a:lstStyle/>
          <a:p>
            <a:r>
              <a:rPr lang="nb-NO"/>
              <a:t>Control Trafikkskole</a:t>
            </a:r>
          </a:p>
        </p:txBody>
      </p:sp>
      <p:sp>
        <p:nvSpPr>
          <p:cNvPr id="5" name="Plassholder for lysbildenummer 4"/>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062560455"/>
      </p:ext>
    </p:extLst>
  </p:cSld>
  <p:clrMapOvr>
    <a:masterClrMapping/>
  </p:clrMapOvr>
</p:sldLayout>
</file>

<file path=ppt/slideLayouts/slideLayout348.xml><?xml version="1.0" encoding="utf-8"?>
<p:sldLayout xmlns:a="http://schemas.openxmlformats.org/drawingml/2006/main" xmlns:r="http://schemas.openxmlformats.org/officeDocument/2006/relationships" xmlns:p="http://schemas.openxmlformats.org/presentationml/2006/main" type="blank" preserve="1">
  <p:cSld name="Tomt">
    <p:spTree>
      <p:nvGrpSpPr>
        <p:cNvPr id="1" name=""/>
        <p:cNvGrpSpPr/>
        <p:nvPr/>
      </p:nvGrpSpPr>
      <p:grpSpPr>
        <a:xfrm>
          <a:off x="0" y="0"/>
          <a:ext cx="0" cy="0"/>
          <a:chOff x="0" y="0"/>
          <a:chExt cx="0" cy="0"/>
        </a:xfrm>
      </p:grpSpPr>
      <p:sp>
        <p:nvSpPr>
          <p:cNvPr id="2" name="Plassholder for dato 1"/>
          <p:cNvSpPr>
            <a:spLocks noGrp="1"/>
          </p:cNvSpPr>
          <p:nvPr>
            <p:ph type="dt" sz="half" idx="10"/>
          </p:nvPr>
        </p:nvSpPr>
        <p:spPr/>
        <p:txBody>
          <a:bodyPr/>
          <a:lstStyle/>
          <a:p>
            <a:fld id="{350EDC03-1DBA-4CD7-AC19-21909D59685B}" type="datetime1">
              <a:rPr lang="nb-NO" smtClean="0"/>
              <a:t>27.08.2024</a:t>
            </a:fld>
            <a:endParaRPr lang="nb-NO"/>
          </a:p>
        </p:txBody>
      </p:sp>
      <p:sp>
        <p:nvSpPr>
          <p:cNvPr id="3" name="Plassholder for bunntekst 2"/>
          <p:cNvSpPr>
            <a:spLocks noGrp="1"/>
          </p:cNvSpPr>
          <p:nvPr>
            <p:ph type="ftr" sz="quarter" idx="11"/>
          </p:nvPr>
        </p:nvSpPr>
        <p:spPr/>
        <p:txBody>
          <a:bodyPr/>
          <a:lstStyle/>
          <a:p>
            <a:r>
              <a:rPr lang="nb-NO"/>
              <a:t>Control Trafikkskole</a:t>
            </a:r>
          </a:p>
        </p:txBody>
      </p:sp>
      <p:sp>
        <p:nvSpPr>
          <p:cNvPr id="4" name="Plassholder for lysbildenummer 3"/>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459863090"/>
      </p:ext>
    </p:extLst>
  </p:cSld>
  <p:clrMapOvr>
    <a:masterClrMapping/>
  </p:clrMapOvr>
</p:sldLayout>
</file>

<file path=ppt/slideLayouts/slideLayout349.xml><?xml version="1.0" encoding="utf-8"?>
<p:sldLayout xmlns:a="http://schemas.openxmlformats.org/drawingml/2006/main" xmlns:r="http://schemas.openxmlformats.org/officeDocument/2006/relationships" xmlns:p="http://schemas.openxmlformats.org/presentationml/2006/main" type="objTx" preserve="1">
  <p:cSld name="Innhold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innhold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A93F368F-4C6E-4F65-858D-5F5D2DF702E1}"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661975464"/>
      </p:ext>
    </p:extLst>
  </p:cSld>
  <p:clrMapOvr>
    <a:masterClrMapping/>
  </p:clrMapOvr>
</p:sldLayout>
</file>

<file path=ppt/slideLayouts/slideLayout350.xml><?xml version="1.0" encoding="utf-8"?>
<p:sldLayout xmlns:a="http://schemas.openxmlformats.org/drawingml/2006/main" xmlns:r="http://schemas.openxmlformats.org/officeDocument/2006/relationships" xmlns:p="http://schemas.openxmlformats.org/presentationml/2006/main" type="picTx" preserve="1">
  <p:cSld name="Bilde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bild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BFDABB55-C944-47DA-BEE7-C9AB355927D4}"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873703529"/>
      </p:ext>
    </p:extLst>
  </p:cSld>
  <p:clrMapOvr>
    <a:masterClrMapping/>
  </p:clrMapOvr>
</p:sldLayout>
</file>

<file path=ppt/slideLayouts/slideLayout351.xml><?xml version="1.0" encoding="utf-8"?>
<p:sldLayout xmlns:a="http://schemas.openxmlformats.org/drawingml/2006/main" xmlns:r="http://schemas.openxmlformats.org/officeDocument/2006/relationships" xmlns:p="http://schemas.openxmlformats.org/presentationml/2006/main" type="vertTx" preserve="1">
  <p:cSld name="Loddrett tekst">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loddrett tekst 2"/>
          <p:cNvSpPr>
            <a:spLocks noGrp="1"/>
          </p:cNvSpPr>
          <p:nvPr>
            <p:ph type="body" orient="vert" idx="1"/>
          </p:nvPr>
        </p:nvSpPr>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87A7C43D-8EFB-4661-8EE4-9052DE2246F2}"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658889540"/>
      </p:ext>
    </p:extLst>
  </p:cSld>
  <p:clrMapOvr>
    <a:masterClrMapping/>
  </p:clrMapOvr>
</p:sldLayout>
</file>

<file path=ppt/slideLayouts/slideLayout352.xml><?xml version="1.0" encoding="utf-8"?>
<p:sldLayout xmlns:a="http://schemas.openxmlformats.org/drawingml/2006/main" xmlns:r="http://schemas.openxmlformats.org/officeDocument/2006/relationships" xmlns:p="http://schemas.openxmlformats.org/presentationml/2006/main" type="vertTitleAndTx" preserve="1">
  <p:cSld name="Loddrett tittel og tekst">
    <p:spTree>
      <p:nvGrpSpPr>
        <p:cNvPr id="1" name=""/>
        <p:cNvGrpSpPr/>
        <p:nvPr/>
      </p:nvGrpSpPr>
      <p:grpSpPr>
        <a:xfrm>
          <a:off x="0" y="0"/>
          <a:ext cx="0" cy="0"/>
          <a:chOff x="0" y="0"/>
          <a:chExt cx="0" cy="0"/>
        </a:xfrm>
      </p:grpSpPr>
      <p:sp>
        <p:nvSpPr>
          <p:cNvPr id="2" name="Loddrett tittel 1"/>
          <p:cNvSpPr>
            <a:spLocks noGrp="1"/>
          </p:cNvSpPr>
          <p:nvPr>
            <p:ph type="title" orient="vert"/>
          </p:nvPr>
        </p:nvSpPr>
        <p:spPr>
          <a:xfrm>
            <a:off x="8724900" y="365125"/>
            <a:ext cx="2628900" cy="5811838"/>
          </a:xfrm>
        </p:spPr>
        <p:txBody>
          <a:bodyPr vert="eaVert"/>
          <a:lstStyle/>
          <a:p>
            <a:r>
              <a:rPr lang="nb-NO"/>
              <a:t>Klikk for å redigere tittelstil</a:t>
            </a:r>
          </a:p>
        </p:txBody>
      </p:sp>
      <p:sp>
        <p:nvSpPr>
          <p:cNvPr id="3" name="Plassholder for loddrett tekst 2"/>
          <p:cNvSpPr>
            <a:spLocks noGrp="1"/>
          </p:cNvSpPr>
          <p:nvPr>
            <p:ph type="body" orient="vert" idx="1"/>
          </p:nvPr>
        </p:nvSpPr>
        <p:spPr>
          <a:xfrm>
            <a:off x="838200" y="365125"/>
            <a:ext cx="7734300" cy="5811838"/>
          </a:xfrm>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A5B53F1A-964B-42E9-A55B-9F5110FE0F18}"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197395779"/>
      </p:ext>
    </p:extLst>
  </p:cSld>
  <p:clrMapOvr>
    <a:masterClrMapping/>
  </p:clrMapOvr>
</p:sldLayout>
</file>

<file path=ppt/slideLayouts/slideLayout353.xml><?xml version="1.0" encoding="utf-8"?>
<p:sldLayout xmlns:a="http://schemas.openxmlformats.org/drawingml/2006/main" xmlns:r="http://schemas.openxmlformats.org/officeDocument/2006/relationships" xmlns:p="http://schemas.openxmlformats.org/presentationml/2006/main" type="title" preserve="1">
  <p:cSld name="Tittellysbilde">
    <p:spTree>
      <p:nvGrpSpPr>
        <p:cNvPr id="1" name=""/>
        <p:cNvGrpSpPr/>
        <p:nvPr/>
      </p:nvGrpSpPr>
      <p:grpSpPr>
        <a:xfrm>
          <a:off x="0" y="0"/>
          <a:ext cx="0" cy="0"/>
          <a:chOff x="0" y="0"/>
          <a:chExt cx="0" cy="0"/>
        </a:xfrm>
      </p:grpSpPr>
      <p:sp>
        <p:nvSpPr>
          <p:cNvPr id="2" name="Tittel 1"/>
          <p:cNvSpPr>
            <a:spLocks noGrp="1"/>
          </p:cNvSpPr>
          <p:nvPr>
            <p:ph type="ctrTitle"/>
          </p:nvPr>
        </p:nvSpPr>
        <p:spPr>
          <a:xfrm>
            <a:off x="1524000" y="1122363"/>
            <a:ext cx="9144000" cy="2387600"/>
          </a:xfrm>
        </p:spPr>
        <p:txBody>
          <a:bodyPr anchor="b"/>
          <a:lstStyle>
            <a:lvl1pPr algn="ctr">
              <a:defRPr sz="6000"/>
            </a:lvl1pPr>
          </a:lstStyle>
          <a:p>
            <a:r>
              <a:rPr lang="nb-NO"/>
              <a:t>Klikk for å redigere tittelstil</a:t>
            </a:r>
          </a:p>
        </p:txBody>
      </p:sp>
      <p:sp>
        <p:nvSpPr>
          <p:cNvPr id="3" name="Undertit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b-NO"/>
              <a:t>Klikk for å redigere undertittelstil i malen</a:t>
            </a:r>
          </a:p>
        </p:txBody>
      </p:sp>
      <p:sp>
        <p:nvSpPr>
          <p:cNvPr id="4" name="Plassholder for dato 3"/>
          <p:cNvSpPr>
            <a:spLocks noGrp="1"/>
          </p:cNvSpPr>
          <p:nvPr>
            <p:ph type="dt" sz="half" idx="10"/>
          </p:nvPr>
        </p:nvSpPr>
        <p:spPr/>
        <p:txBody>
          <a:bodyPr/>
          <a:lstStyle/>
          <a:p>
            <a:fld id="{12497A16-931D-477F-AEA6-65B6075594F9}"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781795400"/>
      </p:ext>
    </p:extLst>
  </p:cSld>
  <p:clrMapOvr>
    <a:masterClrMapping/>
  </p:clrMapOvr>
</p:sldLayout>
</file>

<file path=ppt/slideLayouts/slideLayout354.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idx="1"/>
          </p:nvPr>
        </p:nvSpPr>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6DED78ED-96C4-4971-A83C-C2FA6485B928}"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857881194"/>
      </p:ext>
    </p:extLst>
  </p:cSld>
  <p:clrMapOvr>
    <a:masterClrMapping/>
  </p:clrMapOvr>
</p:sldLayout>
</file>

<file path=ppt/slideLayouts/slideLayout355.xml><?xml version="1.0" encoding="utf-8"?>
<p:sldLayout xmlns:a="http://schemas.openxmlformats.org/drawingml/2006/main" xmlns:r="http://schemas.openxmlformats.org/officeDocument/2006/relationships" xmlns:p="http://schemas.openxmlformats.org/presentationml/2006/main" type="secHead" preserve="1">
  <p:cSld name="Deloverskrift">
    <p:spTree>
      <p:nvGrpSpPr>
        <p:cNvPr id="1" name=""/>
        <p:cNvGrpSpPr/>
        <p:nvPr/>
      </p:nvGrpSpPr>
      <p:grpSpPr>
        <a:xfrm>
          <a:off x="0" y="0"/>
          <a:ext cx="0" cy="0"/>
          <a:chOff x="0" y="0"/>
          <a:chExt cx="0" cy="0"/>
        </a:xfrm>
      </p:grpSpPr>
      <p:sp>
        <p:nvSpPr>
          <p:cNvPr id="2" name="Tittel 1"/>
          <p:cNvSpPr>
            <a:spLocks noGrp="1"/>
          </p:cNvSpPr>
          <p:nvPr>
            <p:ph type="title"/>
          </p:nvPr>
        </p:nvSpPr>
        <p:spPr>
          <a:xfrm>
            <a:off x="831850" y="1709738"/>
            <a:ext cx="10515600" cy="2852737"/>
          </a:xfrm>
        </p:spPr>
        <p:txBody>
          <a:bodyPr anchor="b"/>
          <a:lstStyle>
            <a:lvl1pPr>
              <a:defRPr sz="6000"/>
            </a:lvl1pPr>
          </a:lstStyle>
          <a:p>
            <a:r>
              <a:rPr lang="nb-NO"/>
              <a:t>Klikk for å redigere tittelstil</a:t>
            </a:r>
          </a:p>
        </p:txBody>
      </p:sp>
      <p:sp>
        <p:nvSpPr>
          <p:cNvPr id="3" name="Plassholder for teks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b-NO"/>
              <a:t>Rediger tekststiler i malen</a:t>
            </a:r>
          </a:p>
        </p:txBody>
      </p:sp>
      <p:sp>
        <p:nvSpPr>
          <p:cNvPr id="4" name="Plassholder for dato 3"/>
          <p:cNvSpPr>
            <a:spLocks noGrp="1"/>
          </p:cNvSpPr>
          <p:nvPr>
            <p:ph type="dt" sz="half" idx="10"/>
          </p:nvPr>
        </p:nvSpPr>
        <p:spPr/>
        <p:txBody>
          <a:bodyPr/>
          <a:lstStyle/>
          <a:p>
            <a:fld id="{BD1602CF-40CF-4314-B830-DE93284EC49E}"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570809070"/>
      </p:ext>
    </p:extLst>
  </p:cSld>
  <p:clrMapOvr>
    <a:masterClrMapping/>
  </p:clrMapOvr>
</p:sldLayout>
</file>

<file path=ppt/slideLayouts/slideLayout356.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sz="half" idx="1"/>
          </p:nvPr>
        </p:nvSpPr>
        <p:spPr>
          <a:xfrm>
            <a:off x="838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innhold 3"/>
          <p:cNvSpPr>
            <a:spLocks noGrp="1"/>
          </p:cNvSpPr>
          <p:nvPr>
            <p:ph sz="half" idx="2"/>
          </p:nvPr>
        </p:nvSpPr>
        <p:spPr>
          <a:xfrm>
            <a:off x="6172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dato 4"/>
          <p:cNvSpPr>
            <a:spLocks noGrp="1"/>
          </p:cNvSpPr>
          <p:nvPr>
            <p:ph type="dt" sz="half" idx="10"/>
          </p:nvPr>
        </p:nvSpPr>
        <p:spPr/>
        <p:txBody>
          <a:bodyPr/>
          <a:lstStyle/>
          <a:p>
            <a:fld id="{AFA386FE-D63A-4772-8158-97B09F528D63}"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02907160"/>
      </p:ext>
    </p:extLst>
  </p:cSld>
  <p:clrMapOvr>
    <a:masterClrMapping/>
  </p:clrMapOvr>
</p:sldLayout>
</file>

<file path=ppt/slideLayouts/slideLayout357.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tel 1"/>
          <p:cNvSpPr>
            <a:spLocks noGrp="1"/>
          </p:cNvSpPr>
          <p:nvPr>
            <p:ph type="title"/>
          </p:nvPr>
        </p:nvSpPr>
        <p:spPr>
          <a:xfrm>
            <a:off x="839788" y="365125"/>
            <a:ext cx="10515600" cy="1325563"/>
          </a:xfrm>
        </p:spPr>
        <p:txBody>
          <a:bodyPr/>
          <a:lstStyle/>
          <a:p>
            <a:r>
              <a:rPr lang="nb-NO"/>
              <a:t>Klikk for å redigere tittelstil</a:t>
            </a:r>
          </a:p>
        </p:txBody>
      </p:sp>
      <p:sp>
        <p:nvSpPr>
          <p:cNvPr id="3" name="Plassholder for teks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4" name="Plassholder for innhold 3"/>
          <p:cNvSpPr>
            <a:spLocks noGrp="1"/>
          </p:cNvSpPr>
          <p:nvPr>
            <p:ph sz="half" idx="2"/>
          </p:nvPr>
        </p:nvSpPr>
        <p:spPr>
          <a:xfrm>
            <a:off x="839788" y="2505075"/>
            <a:ext cx="5157787"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teks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6" name="Plassholder for innhold 5"/>
          <p:cNvSpPr>
            <a:spLocks noGrp="1"/>
          </p:cNvSpPr>
          <p:nvPr>
            <p:ph sz="quarter" idx="4"/>
          </p:nvPr>
        </p:nvSpPr>
        <p:spPr>
          <a:xfrm>
            <a:off x="6172200" y="2505075"/>
            <a:ext cx="5183188"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7" name="Plassholder for dato 6"/>
          <p:cNvSpPr>
            <a:spLocks noGrp="1"/>
          </p:cNvSpPr>
          <p:nvPr>
            <p:ph type="dt" sz="half" idx="10"/>
          </p:nvPr>
        </p:nvSpPr>
        <p:spPr/>
        <p:txBody>
          <a:bodyPr/>
          <a:lstStyle/>
          <a:p>
            <a:fld id="{184841E3-D22C-40FF-A8FF-DAC79C539BBB}" type="datetime1">
              <a:rPr lang="nb-NO" smtClean="0"/>
              <a:t>27.08.2024</a:t>
            </a:fld>
            <a:endParaRPr lang="nb-NO"/>
          </a:p>
        </p:txBody>
      </p:sp>
      <p:sp>
        <p:nvSpPr>
          <p:cNvPr id="8" name="Plassholder for bunntekst 7"/>
          <p:cNvSpPr>
            <a:spLocks noGrp="1"/>
          </p:cNvSpPr>
          <p:nvPr>
            <p:ph type="ftr" sz="quarter" idx="11"/>
          </p:nvPr>
        </p:nvSpPr>
        <p:spPr/>
        <p:txBody>
          <a:bodyPr/>
          <a:lstStyle/>
          <a:p>
            <a:r>
              <a:rPr lang="nb-NO"/>
              <a:t>Control Trafikkskole</a:t>
            </a:r>
          </a:p>
        </p:txBody>
      </p:sp>
      <p:sp>
        <p:nvSpPr>
          <p:cNvPr id="9" name="Plassholder for lysbildenummer 8"/>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483981271"/>
      </p:ext>
    </p:extLst>
  </p:cSld>
  <p:clrMapOvr>
    <a:masterClrMapping/>
  </p:clrMapOvr>
</p:sldLayout>
</file>

<file path=ppt/slideLayouts/slideLayout358.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dato 2"/>
          <p:cNvSpPr>
            <a:spLocks noGrp="1"/>
          </p:cNvSpPr>
          <p:nvPr>
            <p:ph type="dt" sz="half" idx="10"/>
          </p:nvPr>
        </p:nvSpPr>
        <p:spPr/>
        <p:txBody>
          <a:bodyPr/>
          <a:lstStyle/>
          <a:p>
            <a:fld id="{C59E1479-802F-4D39-80BC-57DF36EA1AE5}" type="datetime1">
              <a:rPr lang="nb-NO" smtClean="0"/>
              <a:t>27.08.2024</a:t>
            </a:fld>
            <a:endParaRPr lang="nb-NO"/>
          </a:p>
        </p:txBody>
      </p:sp>
      <p:sp>
        <p:nvSpPr>
          <p:cNvPr id="4" name="Plassholder for bunntekst 3"/>
          <p:cNvSpPr>
            <a:spLocks noGrp="1"/>
          </p:cNvSpPr>
          <p:nvPr>
            <p:ph type="ftr" sz="quarter" idx="11"/>
          </p:nvPr>
        </p:nvSpPr>
        <p:spPr/>
        <p:txBody>
          <a:bodyPr/>
          <a:lstStyle/>
          <a:p>
            <a:r>
              <a:rPr lang="nb-NO"/>
              <a:t>Control Trafikkskole</a:t>
            </a:r>
          </a:p>
        </p:txBody>
      </p:sp>
      <p:sp>
        <p:nvSpPr>
          <p:cNvPr id="5" name="Plassholder for lysbildenummer 4"/>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059360944"/>
      </p:ext>
    </p:extLst>
  </p:cSld>
  <p:clrMapOvr>
    <a:masterClrMapping/>
  </p:clrMapOvr>
</p:sldLayout>
</file>

<file path=ppt/slideLayouts/slideLayout359.xml><?xml version="1.0" encoding="utf-8"?>
<p:sldLayout xmlns:a="http://schemas.openxmlformats.org/drawingml/2006/main" xmlns:r="http://schemas.openxmlformats.org/officeDocument/2006/relationships" xmlns:p="http://schemas.openxmlformats.org/presentationml/2006/main" type="blank" preserve="1">
  <p:cSld name="Tomt">
    <p:spTree>
      <p:nvGrpSpPr>
        <p:cNvPr id="1" name=""/>
        <p:cNvGrpSpPr/>
        <p:nvPr/>
      </p:nvGrpSpPr>
      <p:grpSpPr>
        <a:xfrm>
          <a:off x="0" y="0"/>
          <a:ext cx="0" cy="0"/>
          <a:chOff x="0" y="0"/>
          <a:chExt cx="0" cy="0"/>
        </a:xfrm>
      </p:grpSpPr>
      <p:sp>
        <p:nvSpPr>
          <p:cNvPr id="2" name="Plassholder for dato 1"/>
          <p:cNvSpPr>
            <a:spLocks noGrp="1"/>
          </p:cNvSpPr>
          <p:nvPr>
            <p:ph type="dt" sz="half" idx="10"/>
          </p:nvPr>
        </p:nvSpPr>
        <p:spPr/>
        <p:txBody>
          <a:bodyPr/>
          <a:lstStyle/>
          <a:p>
            <a:fld id="{8C5B6917-18B8-49B5-81BB-3B0E3F0568A2}" type="datetime1">
              <a:rPr lang="nb-NO" smtClean="0"/>
              <a:t>27.08.2024</a:t>
            </a:fld>
            <a:endParaRPr lang="nb-NO"/>
          </a:p>
        </p:txBody>
      </p:sp>
      <p:sp>
        <p:nvSpPr>
          <p:cNvPr id="3" name="Plassholder for bunntekst 2"/>
          <p:cNvSpPr>
            <a:spLocks noGrp="1"/>
          </p:cNvSpPr>
          <p:nvPr>
            <p:ph type="ftr" sz="quarter" idx="11"/>
          </p:nvPr>
        </p:nvSpPr>
        <p:spPr/>
        <p:txBody>
          <a:bodyPr/>
          <a:lstStyle/>
          <a:p>
            <a:r>
              <a:rPr lang="nb-NO"/>
              <a:t>Control Trafikkskole</a:t>
            </a:r>
          </a:p>
        </p:txBody>
      </p:sp>
      <p:sp>
        <p:nvSpPr>
          <p:cNvPr id="4" name="Plassholder for lysbildenummer 3"/>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306323740"/>
      </p:ext>
    </p:extLst>
  </p:cSld>
  <p:clrMapOvr>
    <a:masterClrMapping/>
  </p:clrMapOvr>
</p:sldLayout>
</file>

<file path=ppt/slideLayouts/slideLayout360.xml><?xml version="1.0" encoding="utf-8"?>
<p:sldLayout xmlns:a="http://schemas.openxmlformats.org/drawingml/2006/main" xmlns:r="http://schemas.openxmlformats.org/officeDocument/2006/relationships" xmlns:p="http://schemas.openxmlformats.org/presentationml/2006/main" type="objTx" preserve="1">
  <p:cSld name="Innhold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innhold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5462DB9A-8AD1-44AE-B645-BDAF783923EB}"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429417312"/>
      </p:ext>
    </p:extLst>
  </p:cSld>
  <p:clrMapOvr>
    <a:masterClrMapping/>
  </p:clrMapOvr>
</p:sldLayout>
</file>

<file path=ppt/slideLayouts/slideLayout361.xml><?xml version="1.0" encoding="utf-8"?>
<p:sldLayout xmlns:a="http://schemas.openxmlformats.org/drawingml/2006/main" xmlns:r="http://schemas.openxmlformats.org/officeDocument/2006/relationships" xmlns:p="http://schemas.openxmlformats.org/presentationml/2006/main" type="picTx" preserve="1">
  <p:cSld name="Bilde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bild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2EABEA19-0047-48D4-8F2D-21FF77799407}"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454679230"/>
      </p:ext>
    </p:extLst>
  </p:cSld>
  <p:clrMapOvr>
    <a:masterClrMapping/>
  </p:clrMapOvr>
</p:sldLayout>
</file>

<file path=ppt/slideLayouts/slideLayout362.xml><?xml version="1.0" encoding="utf-8"?>
<p:sldLayout xmlns:a="http://schemas.openxmlformats.org/drawingml/2006/main" xmlns:r="http://schemas.openxmlformats.org/officeDocument/2006/relationships" xmlns:p="http://schemas.openxmlformats.org/presentationml/2006/main" type="vertTx" preserve="1">
  <p:cSld name="Loddrett tekst">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loddrett tekst 2"/>
          <p:cNvSpPr>
            <a:spLocks noGrp="1"/>
          </p:cNvSpPr>
          <p:nvPr>
            <p:ph type="body" orient="vert" idx="1"/>
          </p:nvPr>
        </p:nvSpPr>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1C61735A-B4FA-4311-900E-18435CCE6716}"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187338373"/>
      </p:ext>
    </p:extLst>
  </p:cSld>
  <p:clrMapOvr>
    <a:masterClrMapping/>
  </p:clrMapOvr>
</p:sldLayout>
</file>

<file path=ppt/slideLayouts/slideLayout363.xml><?xml version="1.0" encoding="utf-8"?>
<p:sldLayout xmlns:a="http://schemas.openxmlformats.org/drawingml/2006/main" xmlns:r="http://schemas.openxmlformats.org/officeDocument/2006/relationships" xmlns:p="http://schemas.openxmlformats.org/presentationml/2006/main" type="vertTitleAndTx" preserve="1">
  <p:cSld name="Loddrett tittel og tekst">
    <p:spTree>
      <p:nvGrpSpPr>
        <p:cNvPr id="1" name=""/>
        <p:cNvGrpSpPr/>
        <p:nvPr/>
      </p:nvGrpSpPr>
      <p:grpSpPr>
        <a:xfrm>
          <a:off x="0" y="0"/>
          <a:ext cx="0" cy="0"/>
          <a:chOff x="0" y="0"/>
          <a:chExt cx="0" cy="0"/>
        </a:xfrm>
      </p:grpSpPr>
      <p:sp>
        <p:nvSpPr>
          <p:cNvPr id="2" name="Loddrett tittel 1"/>
          <p:cNvSpPr>
            <a:spLocks noGrp="1"/>
          </p:cNvSpPr>
          <p:nvPr>
            <p:ph type="title" orient="vert"/>
          </p:nvPr>
        </p:nvSpPr>
        <p:spPr>
          <a:xfrm>
            <a:off x="8724900" y="365125"/>
            <a:ext cx="2628900" cy="5811838"/>
          </a:xfrm>
        </p:spPr>
        <p:txBody>
          <a:bodyPr vert="eaVert"/>
          <a:lstStyle/>
          <a:p>
            <a:r>
              <a:rPr lang="nb-NO"/>
              <a:t>Klikk for å redigere tittelstil</a:t>
            </a:r>
          </a:p>
        </p:txBody>
      </p:sp>
      <p:sp>
        <p:nvSpPr>
          <p:cNvPr id="3" name="Plassholder for loddrett tekst 2"/>
          <p:cNvSpPr>
            <a:spLocks noGrp="1"/>
          </p:cNvSpPr>
          <p:nvPr>
            <p:ph type="body" orient="vert" idx="1"/>
          </p:nvPr>
        </p:nvSpPr>
        <p:spPr>
          <a:xfrm>
            <a:off x="838200" y="365125"/>
            <a:ext cx="7734300" cy="5811838"/>
          </a:xfrm>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665E43F6-7CC6-4B11-97B4-D30CA4392B38}"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974606818"/>
      </p:ext>
    </p:extLst>
  </p:cSld>
  <p:clrMapOvr>
    <a:masterClrMapping/>
  </p:clrMapOvr>
</p:sldLayout>
</file>

<file path=ppt/slideLayouts/slideLayout364.xml><?xml version="1.0" encoding="utf-8"?>
<p:sldLayout xmlns:a="http://schemas.openxmlformats.org/drawingml/2006/main" xmlns:r="http://schemas.openxmlformats.org/officeDocument/2006/relationships" xmlns:p="http://schemas.openxmlformats.org/presentationml/2006/main" type="title" preserve="1">
  <p:cSld name="Tittellysbilde">
    <p:spTree>
      <p:nvGrpSpPr>
        <p:cNvPr id="1" name=""/>
        <p:cNvGrpSpPr/>
        <p:nvPr/>
      </p:nvGrpSpPr>
      <p:grpSpPr>
        <a:xfrm>
          <a:off x="0" y="0"/>
          <a:ext cx="0" cy="0"/>
          <a:chOff x="0" y="0"/>
          <a:chExt cx="0" cy="0"/>
        </a:xfrm>
      </p:grpSpPr>
      <p:sp>
        <p:nvSpPr>
          <p:cNvPr id="2" name="Tittel 1"/>
          <p:cNvSpPr>
            <a:spLocks noGrp="1"/>
          </p:cNvSpPr>
          <p:nvPr>
            <p:ph type="ctrTitle"/>
          </p:nvPr>
        </p:nvSpPr>
        <p:spPr>
          <a:xfrm>
            <a:off x="1524000" y="1122363"/>
            <a:ext cx="9144000" cy="2387600"/>
          </a:xfrm>
        </p:spPr>
        <p:txBody>
          <a:bodyPr anchor="b"/>
          <a:lstStyle>
            <a:lvl1pPr algn="ctr">
              <a:defRPr sz="6000"/>
            </a:lvl1pPr>
          </a:lstStyle>
          <a:p>
            <a:r>
              <a:rPr lang="nb-NO"/>
              <a:t>Klikk for å redigere tittelstil</a:t>
            </a:r>
          </a:p>
        </p:txBody>
      </p:sp>
      <p:sp>
        <p:nvSpPr>
          <p:cNvPr id="3" name="Undertit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b-NO"/>
              <a:t>Klikk for å redigere undertittelstil i malen</a:t>
            </a:r>
          </a:p>
        </p:txBody>
      </p:sp>
      <p:sp>
        <p:nvSpPr>
          <p:cNvPr id="4" name="Plassholder for dato 3"/>
          <p:cNvSpPr>
            <a:spLocks noGrp="1"/>
          </p:cNvSpPr>
          <p:nvPr>
            <p:ph type="dt" sz="half" idx="10"/>
          </p:nvPr>
        </p:nvSpPr>
        <p:spPr/>
        <p:txBody>
          <a:bodyPr/>
          <a:lstStyle/>
          <a:p>
            <a:fld id="{DCB80631-96F2-4E15-A5F5-E04274246876}"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002130560"/>
      </p:ext>
    </p:extLst>
  </p:cSld>
  <p:clrMapOvr>
    <a:masterClrMapping/>
  </p:clrMapOvr>
</p:sldLayout>
</file>

<file path=ppt/slideLayouts/slideLayout365.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idx="1"/>
          </p:nvPr>
        </p:nvSpPr>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945D1936-2245-4E9E-B96D-128F580BCA07}"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560963286"/>
      </p:ext>
    </p:extLst>
  </p:cSld>
  <p:clrMapOvr>
    <a:masterClrMapping/>
  </p:clrMapOvr>
</p:sldLayout>
</file>

<file path=ppt/slideLayouts/slideLayout366.xml><?xml version="1.0" encoding="utf-8"?>
<p:sldLayout xmlns:a="http://schemas.openxmlformats.org/drawingml/2006/main" xmlns:r="http://schemas.openxmlformats.org/officeDocument/2006/relationships" xmlns:p="http://schemas.openxmlformats.org/presentationml/2006/main" type="secHead" preserve="1">
  <p:cSld name="Deloverskrift">
    <p:spTree>
      <p:nvGrpSpPr>
        <p:cNvPr id="1" name=""/>
        <p:cNvGrpSpPr/>
        <p:nvPr/>
      </p:nvGrpSpPr>
      <p:grpSpPr>
        <a:xfrm>
          <a:off x="0" y="0"/>
          <a:ext cx="0" cy="0"/>
          <a:chOff x="0" y="0"/>
          <a:chExt cx="0" cy="0"/>
        </a:xfrm>
      </p:grpSpPr>
      <p:sp>
        <p:nvSpPr>
          <p:cNvPr id="2" name="Tittel 1"/>
          <p:cNvSpPr>
            <a:spLocks noGrp="1"/>
          </p:cNvSpPr>
          <p:nvPr>
            <p:ph type="title"/>
          </p:nvPr>
        </p:nvSpPr>
        <p:spPr>
          <a:xfrm>
            <a:off x="831850" y="1709738"/>
            <a:ext cx="10515600" cy="2852737"/>
          </a:xfrm>
        </p:spPr>
        <p:txBody>
          <a:bodyPr anchor="b"/>
          <a:lstStyle>
            <a:lvl1pPr>
              <a:defRPr sz="6000"/>
            </a:lvl1pPr>
          </a:lstStyle>
          <a:p>
            <a:r>
              <a:rPr lang="nb-NO"/>
              <a:t>Klikk for å redigere tittelstil</a:t>
            </a:r>
          </a:p>
        </p:txBody>
      </p:sp>
      <p:sp>
        <p:nvSpPr>
          <p:cNvPr id="3" name="Plassholder for teks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b-NO"/>
              <a:t>Rediger tekststiler i malen</a:t>
            </a:r>
          </a:p>
        </p:txBody>
      </p:sp>
      <p:sp>
        <p:nvSpPr>
          <p:cNvPr id="4" name="Plassholder for dato 3"/>
          <p:cNvSpPr>
            <a:spLocks noGrp="1"/>
          </p:cNvSpPr>
          <p:nvPr>
            <p:ph type="dt" sz="half" idx="10"/>
          </p:nvPr>
        </p:nvSpPr>
        <p:spPr/>
        <p:txBody>
          <a:bodyPr/>
          <a:lstStyle/>
          <a:p>
            <a:fld id="{943DD2A3-B79B-438A-9BEC-D7AF6BCCF167}"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703722971"/>
      </p:ext>
    </p:extLst>
  </p:cSld>
  <p:clrMapOvr>
    <a:masterClrMapping/>
  </p:clrMapOvr>
</p:sldLayout>
</file>

<file path=ppt/slideLayouts/slideLayout367.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sz="half" idx="1"/>
          </p:nvPr>
        </p:nvSpPr>
        <p:spPr>
          <a:xfrm>
            <a:off x="838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innhold 3"/>
          <p:cNvSpPr>
            <a:spLocks noGrp="1"/>
          </p:cNvSpPr>
          <p:nvPr>
            <p:ph sz="half" idx="2"/>
          </p:nvPr>
        </p:nvSpPr>
        <p:spPr>
          <a:xfrm>
            <a:off x="6172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dato 4"/>
          <p:cNvSpPr>
            <a:spLocks noGrp="1"/>
          </p:cNvSpPr>
          <p:nvPr>
            <p:ph type="dt" sz="half" idx="10"/>
          </p:nvPr>
        </p:nvSpPr>
        <p:spPr/>
        <p:txBody>
          <a:bodyPr/>
          <a:lstStyle/>
          <a:p>
            <a:fld id="{280508ED-4FE2-4258-AC9E-074FF9C78A0D}"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974293867"/>
      </p:ext>
    </p:extLst>
  </p:cSld>
  <p:clrMapOvr>
    <a:masterClrMapping/>
  </p:clrMapOvr>
</p:sldLayout>
</file>

<file path=ppt/slideLayouts/slideLayout368.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tel 1"/>
          <p:cNvSpPr>
            <a:spLocks noGrp="1"/>
          </p:cNvSpPr>
          <p:nvPr>
            <p:ph type="title"/>
          </p:nvPr>
        </p:nvSpPr>
        <p:spPr>
          <a:xfrm>
            <a:off x="839788" y="365125"/>
            <a:ext cx="10515600" cy="1325563"/>
          </a:xfrm>
        </p:spPr>
        <p:txBody>
          <a:bodyPr/>
          <a:lstStyle/>
          <a:p>
            <a:r>
              <a:rPr lang="nb-NO"/>
              <a:t>Klikk for å redigere tittelstil</a:t>
            </a:r>
          </a:p>
        </p:txBody>
      </p:sp>
      <p:sp>
        <p:nvSpPr>
          <p:cNvPr id="3" name="Plassholder for teks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4" name="Plassholder for innhold 3"/>
          <p:cNvSpPr>
            <a:spLocks noGrp="1"/>
          </p:cNvSpPr>
          <p:nvPr>
            <p:ph sz="half" idx="2"/>
          </p:nvPr>
        </p:nvSpPr>
        <p:spPr>
          <a:xfrm>
            <a:off x="839788" y="2505075"/>
            <a:ext cx="5157787"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teks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6" name="Plassholder for innhold 5"/>
          <p:cNvSpPr>
            <a:spLocks noGrp="1"/>
          </p:cNvSpPr>
          <p:nvPr>
            <p:ph sz="quarter" idx="4"/>
          </p:nvPr>
        </p:nvSpPr>
        <p:spPr>
          <a:xfrm>
            <a:off x="6172200" y="2505075"/>
            <a:ext cx="5183188"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7" name="Plassholder for dato 6"/>
          <p:cNvSpPr>
            <a:spLocks noGrp="1"/>
          </p:cNvSpPr>
          <p:nvPr>
            <p:ph type="dt" sz="half" idx="10"/>
          </p:nvPr>
        </p:nvSpPr>
        <p:spPr/>
        <p:txBody>
          <a:bodyPr/>
          <a:lstStyle/>
          <a:p>
            <a:fld id="{19ECE153-B769-4E10-8123-2E9EBE82FBBE}" type="datetime1">
              <a:rPr lang="nb-NO" smtClean="0"/>
              <a:t>27.08.2024</a:t>
            </a:fld>
            <a:endParaRPr lang="nb-NO"/>
          </a:p>
        </p:txBody>
      </p:sp>
      <p:sp>
        <p:nvSpPr>
          <p:cNvPr id="8" name="Plassholder for bunntekst 7"/>
          <p:cNvSpPr>
            <a:spLocks noGrp="1"/>
          </p:cNvSpPr>
          <p:nvPr>
            <p:ph type="ftr" sz="quarter" idx="11"/>
          </p:nvPr>
        </p:nvSpPr>
        <p:spPr/>
        <p:txBody>
          <a:bodyPr/>
          <a:lstStyle/>
          <a:p>
            <a:r>
              <a:rPr lang="nb-NO"/>
              <a:t>Control Trafikkskole</a:t>
            </a:r>
          </a:p>
        </p:txBody>
      </p:sp>
      <p:sp>
        <p:nvSpPr>
          <p:cNvPr id="9" name="Plassholder for lysbildenummer 8"/>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295373632"/>
      </p:ext>
    </p:extLst>
  </p:cSld>
  <p:clrMapOvr>
    <a:masterClrMapping/>
  </p:clrMapOvr>
</p:sldLayout>
</file>

<file path=ppt/slideLayouts/slideLayout369.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dato 2"/>
          <p:cNvSpPr>
            <a:spLocks noGrp="1"/>
          </p:cNvSpPr>
          <p:nvPr>
            <p:ph type="dt" sz="half" idx="10"/>
          </p:nvPr>
        </p:nvSpPr>
        <p:spPr/>
        <p:txBody>
          <a:bodyPr/>
          <a:lstStyle/>
          <a:p>
            <a:fld id="{D1275FAA-E244-4EFE-A0C1-6E20E82BB5DA}" type="datetime1">
              <a:rPr lang="nb-NO" smtClean="0"/>
              <a:t>27.08.2024</a:t>
            </a:fld>
            <a:endParaRPr lang="nb-NO"/>
          </a:p>
        </p:txBody>
      </p:sp>
      <p:sp>
        <p:nvSpPr>
          <p:cNvPr id="4" name="Plassholder for bunntekst 3"/>
          <p:cNvSpPr>
            <a:spLocks noGrp="1"/>
          </p:cNvSpPr>
          <p:nvPr>
            <p:ph type="ftr" sz="quarter" idx="11"/>
          </p:nvPr>
        </p:nvSpPr>
        <p:spPr/>
        <p:txBody>
          <a:bodyPr/>
          <a:lstStyle/>
          <a:p>
            <a:r>
              <a:rPr lang="nb-NO"/>
              <a:t>Control Trafikkskole</a:t>
            </a:r>
          </a:p>
        </p:txBody>
      </p:sp>
      <p:sp>
        <p:nvSpPr>
          <p:cNvPr id="5" name="Plassholder for lysbildenummer 4"/>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428025327"/>
      </p:ext>
    </p:extLst>
  </p:cSld>
  <p:clrMapOvr>
    <a:masterClrMapping/>
  </p:clrMapOvr>
</p:sldLayout>
</file>

<file path=ppt/slideLayouts/slideLayout370.xml><?xml version="1.0" encoding="utf-8"?>
<p:sldLayout xmlns:a="http://schemas.openxmlformats.org/drawingml/2006/main" xmlns:r="http://schemas.openxmlformats.org/officeDocument/2006/relationships" xmlns:p="http://schemas.openxmlformats.org/presentationml/2006/main" type="blank" preserve="1">
  <p:cSld name="Tomt">
    <p:spTree>
      <p:nvGrpSpPr>
        <p:cNvPr id="1" name=""/>
        <p:cNvGrpSpPr/>
        <p:nvPr/>
      </p:nvGrpSpPr>
      <p:grpSpPr>
        <a:xfrm>
          <a:off x="0" y="0"/>
          <a:ext cx="0" cy="0"/>
          <a:chOff x="0" y="0"/>
          <a:chExt cx="0" cy="0"/>
        </a:xfrm>
      </p:grpSpPr>
      <p:sp>
        <p:nvSpPr>
          <p:cNvPr id="2" name="Plassholder for dato 1"/>
          <p:cNvSpPr>
            <a:spLocks noGrp="1"/>
          </p:cNvSpPr>
          <p:nvPr>
            <p:ph type="dt" sz="half" idx="10"/>
          </p:nvPr>
        </p:nvSpPr>
        <p:spPr/>
        <p:txBody>
          <a:bodyPr/>
          <a:lstStyle/>
          <a:p>
            <a:fld id="{28BD0DD4-AD97-43C6-BFF6-95E57A0E69D9}" type="datetime1">
              <a:rPr lang="nb-NO" smtClean="0"/>
              <a:t>27.08.2024</a:t>
            </a:fld>
            <a:endParaRPr lang="nb-NO"/>
          </a:p>
        </p:txBody>
      </p:sp>
      <p:sp>
        <p:nvSpPr>
          <p:cNvPr id="3" name="Plassholder for bunntekst 2"/>
          <p:cNvSpPr>
            <a:spLocks noGrp="1"/>
          </p:cNvSpPr>
          <p:nvPr>
            <p:ph type="ftr" sz="quarter" idx="11"/>
          </p:nvPr>
        </p:nvSpPr>
        <p:spPr/>
        <p:txBody>
          <a:bodyPr/>
          <a:lstStyle/>
          <a:p>
            <a:r>
              <a:rPr lang="nb-NO"/>
              <a:t>Control Trafikkskole</a:t>
            </a:r>
          </a:p>
        </p:txBody>
      </p:sp>
      <p:sp>
        <p:nvSpPr>
          <p:cNvPr id="4" name="Plassholder for lysbildenummer 3"/>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601350627"/>
      </p:ext>
    </p:extLst>
  </p:cSld>
  <p:clrMapOvr>
    <a:masterClrMapping/>
  </p:clrMapOvr>
</p:sldLayout>
</file>

<file path=ppt/slideLayouts/slideLayout371.xml><?xml version="1.0" encoding="utf-8"?>
<p:sldLayout xmlns:a="http://schemas.openxmlformats.org/drawingml/2006/main" xmlns:r="http://schemas.openxmlformats.org/officeDocument/2006/relationships" xmlns:p="http://schemas.openxmlformats.org/presentationml/2006/main" type="objTx" preserve="1">
  <p:cSld name="Innhold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innhold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36AD3192-D223-4D32-8F9D-22FB27634600}"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841007307"/>
      </p:ext>
    </p:extLst>
  </p:cSld>
  <p:clrMapOvr>
    <a:masterClrMapping/>
  </p:clrMapOvr>
</p:sldLayout>
</file>

<file path=ppt/slideLayouts/slideLayout372.xml><?xml version="1.0" encoding="utf-8"?>
<p:sldLayout xmlns:a="http://schemas.openxmlformats.org/drawingml/2006/main" xmlns:r="http://schemas.openxmlformats.org/officeDocument/2006/relationships" xmlns:p="http://schemas.openxmlformats.org/presentationml/2006/main" type="picTx" preserve="1">
  <p:cSld name="Bilde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bild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09EF3381-0336-40D2-B94D-6EBA05E7FCAB}"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675822202"/>
      </p:ext>
    </p:extLst>
  </p:cSld>
  <p:clrMapOvr>
    <a:masterClrMapping/>
  </p:clrMapOvr>
</p:sldLayout>
</file>

<file path=ppt/slideLayouts/slideLayout373.xml><?xml version="1.0" encoding="utf-8"?>
<p:sldLayout xmlns:a="http://schemas.openxmlformats.org/drawingml/2006/main" xmlns:r="http://schemas.openxmlformats.org/officeDocument/2006/relationships" xmlns:p="http://schemas.openxmlformats.org/presentationml/2006/main" type="vertTx" preserve="1">
  <p:cSld name="Loddrett tekst">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loddrett tekst 2"/>
          <p:cNvSpPr>
            <a:spLocks noGrp="1"/>
          </p:cNvSpPr>
          <p:nvPr>
            <p:ph type="body" orient="vert" idx="1"/>
          </p:nvPr>
        </p:nvSpPr>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F9E645BE-F241-4DF1-BA5E-6417DA6DE317}"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466484926"/>
      </p:ext>
    </p:extLst>
  </p:cSld>
  <p:clrMapOvr>
    <a:masterClrMapping/>
  </p:clrMapOvr>
</p:sldLayout>
</file>

<file path=ppt/slideLayouts/slideLayout374.xml><?xml version="1.0" encoding="utf-8"?>
<p:sldLayout xmlns:a="http://schemas.openxmlformats.org/drawingml/2006/main" xmlns:r="http://schemas.openxmlformats.org/officeDocument/2006/relationships" xmlns:p="http://schemas.openxmlformats.org/presentationml/2006/main" type="vertTitleAndTx" preserve="1">
  <p:cSld name="Loddrett tittel og tekst">
    <p:spTree>
      <p:nvGrpSpPr>
        <p:cNvPr id="1" name=""/>
        <p:cNvGrpSpPr/>
        <p:nvPr/>
      </p:nvGrpSpPr>
      <p:grpSpPr>
        <a:xfrm>
          <a:off x="0" y="0"/>
          <a:ext cx="0" cy="0"/>
          <a:chOff x="0" y="0"/>
          <a:chExt cx="0" cy="0"/>
        </a:xfrm>
      </p:grpSpPr>
      <p:sp>
        <p:nvSpPr>
          <p:cNvPr id="2" name="Loddrett tittel 1"/>
          <p:cNvSpPr>
            <a:spLocks noGrp="1"/>
          </p:cNvSpPr>
          <p:nvPr>
            <p:ph type="title" orient="vert"/>
          </p:nvPr>
        </p:nvSpPr>
        <p:spPr>
          <a:xfrm>
            <a:off x="8724900" y="365125"/>
            <a:ext cx="2628900" cy="5811838"/>
          </a:xfrm>
        </p:spPr>
        <p:txBody>
          <a:bodyPr vert="eaVert"/>
          <a:lstStyle/>
          <a:p>
            <a:r>
              <a:rPr lang="nb-NO"/>
              <a:t>Klikk for å redigere tittelstil</a:t>
            </a:r>
          </a:p>
        </p:txBody>
      </p:sp>
      <p:sp>
        <p:nvSpPr>
          <p:cNvPr id="3" name="Plassholder for loddrett tekst 2"/>
          <p:cNvSpPr>
            <a:spLocks noGrp="1"/>
          </p:cNvSpPr>
          <p:nvPr>
            <p:ph type="body" orient="vert" idx="1"/>
          </p:nvPr>
        </p:nvSpPr>
        <p:spPr>
          <a:xfrm>
            <a:off x="838200" y="365125"/>
            <a:ext cx="7734300" cy="5811838"/>
          </a:xfrm>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1D7C5144-5333-4CFA-83E2-B533634C3A26}"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185543576"/>
      </p:ext>
    </p:extLst>
  </p:cSld>
  <p:clrMapOvr>
    <a:masterClrMapping/>
  </p:clrMapOvr>
</p:sldLayout>
</file>

<file path=ppt/slideLayouts/slideLayout375.xml><?xml version="1.0" encoding="utf-8"?>
<p:sldLayout xmlns:a="http://schemas.openxmlformats.org/drawingml/2006/main" xmlns:r="http://schemas.openxmlformats.org/officeDocument/2006/relationships" xmlns:p="http://schemas.openxmlformats.org/presentationml/2006/main" type="title" preserve="1">
  <p:cSld name="Tittellysbilde">
    <p:spTree>
      <p:nvGrpSpPr>
        <p:cNvPr id="1" name=""/>
        <p:cNvGrpSpPr/>
        <p:nvPr/>
      </p:nvGrpSpPr>
      <p:grpSpPr>
        <a:xfrm>
          <a:off x="0" y="0"/>
          <a:ext cx="0" cy="0"/>
          <a:chOff x="0" y="0"/>
          <a:chExt cx="0" cy="0"/>
        </a:xfrm>
      </p:grpSpPr>
      <p:sp>
        <p:nvSpPr>
          <p:cNvPr id="2" name="Tittel 1"/>
          <p:cNvSpPr>
            <a:spLocks noGrp="1"/>
          </p:cNvSpPr>
          <p:nvPr>
            <p:ph type="ctrTitle"/>
          </p:nvPr>
        </p:nvSpPr>
        <p:spPr>
          <a:xfrm>
            <a:off x="1524000" y="1122363"/>
            <a:ext cx="9144000" cy="2387600"/>
          </a:xfrm>
        </p:spPr>
        <p:txBody>
          <a:bodyPr anchor="b"/>
          <a:lstStyle>
            <a:lvl1pPr algn="ctr">
              <a:defRPr sz="6000"/>
            </a:lvl1pPr>
          </a:lstStyle>
          <a:p>
            <a:r>
              <a:rPr lang="nb-NO"/>
              <a:t>Klikk for å redigere tittelstil</a:t>
            </a:r>
          </a:p>
        </p:txBody>
      </p:sp>
      <p:sp>
        <p:nvSpPr>
          <p:cNvPr id="3" name="Undertit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b-NO"/>
              <a:t>Klikk for å redigere undertittelstil i malen</a:t>
            </a:r>
          </a:p>
        </p:txBody>
      </p:sp>
      <p:sp>
        <p:nvSpPr>
          <p:cNvPr id="4" name="Plassholder for dato 3"/>
          <p:cNvSpPr>
            <a:spLocks noGrp="1"/>
          </p:cNvSpPr>
          <p:nvPr>
            <p:ph type="dt" sz="half" idx="10"/>
          </p:nvPr>
        </p:nvSpPr>
        <p:spPr/>
        <p:txBody>
          <a:bodyPr/>
          <a:lstStyle/>
          <a:p>
            <a:fld id="{38508416-EF77-4E52-993D-944DA6B14ECF}"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897373996"/>
      </p:ext>
    </p:extLst>
  </p:cSld>
  <p:clrMapOvr>
    <a:masterClrMapping/>
  </p:clrMapOvr>
</p:sldLayout>
</file>

<file path=ppt/slideLayouts/slideLayout376.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idx="1"/>
          </p:nvPr>
        </p:nvSpPr>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8A51B74D-A805-426E-B0AF-906C57D23D45}"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722210809"/>
      </p:ext>
    </p:extLst>
  </p:cSld>
  <p:clrMapOvr>
    <a:masterClrMapping/>
  </p:clrMapOvr>
</p:sldLayout>
</file>

<file path=ppt/slideLayouts/slideLayout377.xml><?xml version="1.0" encoding="utf-8"?>
<p:sldLayout xmlns:a="http://schemas.openxmlformats.org/drawingml/2006/main" xmlns:r="http://schemas.openxmlformats.org/officeDocument/2006/relationships" xmlns:p="http://schemas.openxmlformats.org/presentationml/2006/main" type="secHead" preserve="1">
  <p:cSld name="Deloverskrift">
    <p:spTree>
      <p:nvGrpSpPr>
        <p:cNvPr id="1" name=""/>
        <p:cNvGrpSpPr/>
        <p:nvPr/>
      </p:nvGrpSpPr>
      <p:grpSpPr>
        <a:xfrm>
          <a:off x="0" y="0"/>
          <a:ext cx="0" cy="0"/>
          <a:chOff x="0" y="0"/>
          <a:chExt cx="0" cy="0"/>
        </a:xfrm>
      </p:grpSpPr>
      <p:sp>
        <p:nvSpPr>
          <p:cNvPr id="2" name="Tittel 1"/>
          <p:cNvSpPr>
            <a:spLocks noGrp="1"/>
          </p:cNvSpPr>
          <p:nvPr>
            <p:ph type="title"/>
          </p:nvPr>
        </p:nvSpPr>
        <p:spPr>
          <a:xfrm>
            <a:off x="831850" y="1709738"/>
            <a:ext cx="10515600" cy="2852737"/>
          </a:xfrm>
        </p:spPr>
        <p:txBody>
          <a:bodyPr anchor="b"/>
          <a:lstStyle>
            <a:lvl1pPr>
              <a:defRPr sz="6000"/>
            </a:lvl1pPr>
          </a:lstStyle>
          <a:p>
            <a:r>
              <a:rPr lang="nb-NO"/>
              <a:t>Klikk for å redigere tittelstil</a:t>
            </a:r>
          </a:p>
        </p:txBody>
      </p:sp>
      <p:sp>
        <p:nvSpPr>
          <p:cNvPr id="3" name="Plassholder for teks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b-NO"/>
              <a:t>Rediger tekststiler i malen</a:t>
            </a:r>
          </a:p>
        </p:txBody>
      </p:sp>
      <p:sp>
        <p:nvSpPr>
          <p:cNvPr id="4" name="Plassholder for dato 3"/>
          <p:cNvSpPr>
            <a:spLocks noGrp="1"/>
          </p:cNvSpPr>
          <p:nvPr>
            <p:ph type="dt" sz="half" idx="10"/>
          </p:nvPr>
        </p:nvSpPr>
        <p:spPr/>
        <p:txBody>
          <a:bodyPr/>
          <a:lstStyle/>
          <a:p>
            <a:fld id="{F88D901B-004E-46A8-AC65-AF191C562618}"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520739208"/>
      </p:ext>
    </p:extLst>
  </p:cSld>
  <p:clrMapOvr>
    <a:masterClrMapping/>
  </p:clrMapOvr>
</p:sldLayout>
</file>

<file path=ppt/slideLayouts/slideLayout378.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sz="half" idx="1"/>
          </p:nvPr>
        </p:nvSpPr>
        <p:spPr>
          <a:xfrm>
            <a:off x="838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innhold 3"/>
          <p:cNvSpPr>
            <a:spLocks noGrp="1"/>
          </p:cNvSpPr>
          <p:nvPr>
            <p:ph sz="half" idx="2"/>
          </p:nvPr>
        </p:nvSpPr>
        <p:spPr>
          <a:xfrm>
            <a:off x="6172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dato 4"/>
          <p:cNvSpPr>
            <a:spLocks noGrp="1"/>
          </p:cNvSpPr>
          <p:nvPr>
            <p:ph type="dt" sz="half" idx="10"/>
          </p:nvPr>
        </p:nvSpPr>
        <p:spPr/>
        <p:txBody>
          <a:bodyPr/>
          <a:lstStyle/>
          <a:p>
            <a:fld id="{391B2B4E-CC7F-4E7E-9FED-528D1F0613F2}"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409211107"/>
      </p:ext>
    </p:extLst>
  </p:cSld>
  <p:clrMapOvr>
    <a:masterClrMapping/>
  </p:clrMapOvr>
</p:sldLayout>
</file>

<file path=ppt/slideLayouts/slideLayout379.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tel 1"/>
          <p:cNvSpPr>
            <a:spLocks noGrp="1"/>
          </p:cNvSpPr>
          <p:nvPr>
            <p:ph type="title"/>
          </p:nvPr>
        </p:nvSpPr>
        <p:spPr>
          <a:xfrm>
            <a:off x="839788" y="365125"/>
            <a:ext cx="10515600" cy="1325563"/>
          </a:xfrm>
        </p:spPr>
        <p:txBody>
          <a:bodyPr/>
          <a:lstStyle/>
          <a:p>
            <a:r>
              <a:rPr lang="nb-NO"/>
              <a:t>Klikk for å redigere tittelstil</a:t>
            </a:r>
          </a:p>
        </p:txBody>
      </p:sp>
      <p:sp>
        <p:nvSpPr>
          <p:cNvPr id="3" name="Plassholder for teks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4" name="Plassholder for innhold 3"/>
          <p:cNvSpPr>
            <a:spLocks noGrp="1"/>
          </p:cNvSpPr>
          <p:nvPr>
            <p:ph sz="half" idx="2"/>
          </p:nvPr>
        </p:nvSpPr>
        <p:spPr>
          <a:xfrm>
            <a:off x="839788" y="2505075"/>
            <a:ext cx="5157787"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teks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6" name="Plassholder for innhold 5"/>
          <p:cNvSpPr>
            <a:spLocks noGrp="1"/>
          </p:cNvSpPr>
          <p:nvPr>
            <p:ph sz="quarter" idx="4"/>
          </p:nvPr>
        </p:nvSpPr>
        <p:spPr>
          <a:xfrm>
            <a:off x="6172200" y="2505075"/>
            <a:ext cx="5183188"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7" name="Plassholder for dato 6"/>
          <p:cNvSpPr>
            <a:spLocks noGrp="1"/>
          </p:cNvSpPr>
          <p:nvPr>
            <p:ph type="dt" sz="half" idx="10"/>
          </p:nvPr>
        </p:nvSpPr>
        <p:spPr/>
        <p:txBody>
          <a:bodyPr/>
          <a:lstStyle/>
          <a:p>
            <a:fld id="{04A0D06F-FC79-401A-AB27-9A97A535A460}" type="datetime1">
              <a:rPr lang="nb-NO" smtClean="0"/>
              <a:t>27.08.2024</a:t>
            </a:fld>
            <a:endParaRPr lang="nb-NO"/>
          </a:p>
        </p:txBody>
      </p:sp>
      <p:sp>
        <p:nvSpPr>
          <p:cNvPr id="8" name="Plassholder for bunntekst 7"/>
          <p:cNvSpPr>
            <a:spLocks noGrp="1"/>
          </p:cNvSpPr>
          <p:nvPr>
            <p:ph type="ftr" sz="quarter" idx="11"/>
          </p:nvPr>
        </p:nvSpPr>
        <p:spPr/>
        <p:txBody>
          <a:bodyPr/>
          <a:lstStyle/>
          <a:p>
            <a:r>
              <a:rPr lang="nb-NO"/>
              <a:t>Control Trafikkskole</a:t>
            </a:r>
          </a:p>
        </p:txBody>
      </p:sp>
      <p:sp>
        <p:nvSpPr>
          <p:cNvPr id="9" name="Plassholder for lysbildenummer 8"/>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513632515"/>
      </p:ext>
    </p:extLst>
  </p:cSld>
  <p:clrMapOvr>
    <a:masterClrMapping/>
  </p:clrMapOvr>
</p:sldLayout>
</file>

<file path=ppt/slideLayouts/slideLayout380.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dato 2"/>
          <p:cNvSpPr>
            <a:spLocks noGrp="1"/>
          </p:cNvSpPr>
          <p:nvPr>
            <p:ph type="dt" sz="half" idx="10"/>
          </p:nvPr>
        </p:nvSpPr>
        <p:spPr/>
        <p:txBody>
          <a:bodyPr/>
          <a:lstStyle/>
          <a:p>
            <a:fld id="{52E1EC9F-A03E-45D8-BC48-1EB338BAA0E8}" type="datetime1">
              <a:rPr lang="nb-NO" smtClean="0"/>
              <a:t>27.08.2024</a:t>
            </a:fld>
            <a:endParaRPr lang="nb-NO"/>
          </a:p>
        </p:txBody>
      </p:sp>
      <p:sp>
        <p:nvSpPr>
          <p:cNvPr id="4" name="Plassholder for bunntekst 3"/>
          <p:cNvSpPr>
            <a:spLocks noGrp="1"/>
          </p:cNvSpPr>
          <p:nvPr>
            <p:ph type="ftr" sz="quarter" idx="11"/>
          </p:nvPr>
        </p:nvSpPr>
        <p:spPr/>
        <p:txBody>
          <a:bodyPr/>
          <a:lstStyle/>
          <a:p>
            <a:r>
              <a:rPr lang="nb-NO"/>
              <a:t>Control Trafikkskole</a:t>
            </a:r>
          </a:p>
        </p:txBody>
      </p:sp>
      <p:sp>
        <p:nvSpPr>
          <p:cNvPr id="5" name="Plassholder for lysbildenummer 4"/>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46909689"/>
      </p:ext>
    </p:extLst>
  </p:cSld>
  <p:clrMapOvr>
    <a:masterClrMapping/>
  </p:clrMapOvr>
</p:sldLayout>
</file>

<file path=ppt/slideLayouts/slideLayout381.xml><?xml version="1.0" encoding="utf-8"?>
<p:sldLayout xmlns:a="http://schemas.openxmlformats.org/drawingml/2006/main" xmlns:r="http://schemas.openxmlformats.org/officeDocument/2006/relationships" xmlns:p="http://schemas.openxmlformats.org/presentationml/2006/main" type="blank" preserve="1">
  <p:cSld name="Tomt">
    <p:spTree>
      <p:nvGrpSpPr>
        <p:cNvPr id="1" name=""/>
        <p:cNvGrpSpPr/>
        <p:nvPr/>
      </p:nvGrpSpPr>
      <p:grpSpPr>
        <a:xfrm>
          <a:off x="0" y="0"/>
          <a:ext cx="0" cy="0"/>
          <a:chOff x="0" y="0"/>
          <a:chExt cx="0" cy="0"/>
        </a:xfrm>
      </p:grpSpPr>
      <p:sp>
        <p:nvSpPr>
          <p:cNvPr id="2" name="Plassholder for dato 1"/>
          <p:cNvSpPr>
            <a:spLocks noGrp="1"/>
          </p:cNvSpPr>
          <p:nvPr>
            <p:ph type="dt" sz="half" idx="10"/>
          </p:nvPr>
        </p:nvSpPr>
        <p:spPr/>
        <p:txBody>
          <a:bodyPr/>
          <a:lstStyle/>
          <a:p>
            <a:fld id="{AB18D6D5-3252-4DF8-83E8-786A9B22C9C1}" type="datetime1">
              <a:rPr lang="nb-NO" smtClean="0"/>
              <a:t>27.08.2024</a:t>
            </a:fld>
            <a:endParaRPr lang="nb-NO"/>
          </a:p>
        </p:txBody>
      </p:sp>
      <p:sp>
        <p:nvSpPr>
          <p:cNvPr id="3" name="Plassholder for bunntekst 2"/>
          <p:cNvSpPr>
            <a:spLocks noGrp="1"/>
          </p:cNvSpPr>
          <p:nvPr>
            <p:ph type="ftr" sz="quarter" idx="11"/>
          </p:nvPr>
        </p:nvSpPr>
        <p:spPr/>
        <p:txBody>
          <a:bodyPr/>
          <a:lstStyle/>
          <a:p>
            <a:r>
              <a:rPr lang="nb-NO"/>
              <a:t>Control Trafikkskole</a:t>
            </a:r>
          </a:p>
        </p:txBody>
      </p:sp>
      <p:sp>
        <p:nvSpPr>
          <p:cNvPr id="4" name="Plassholder for lysbildenummer 3"/>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130998146"/>
      </p:ext>
    </p:extLst>
  </p:cSld>
  <p:clrMapOvr>
    <a:masterClrMapping/>
  </p:clrMapOvr>
</p:sldLayout>
</file>

<file path=ppt/slideLayouts/slideLayout382.xml><?xml version="1.0" encoding="utf-8"?>
<p:sldLayout xmlns:a="http://schemas.openxmlformats.org/drawingml/2006/main" xmlns:r="http://schemas.openxmlformats.org/officeDocument/2006/relationships" xmlns:p="http://schemas.openxmlformats.org/presentationml/2006/main" type="objTx" preserve="1">
  <p:cSld name="Innhold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innhold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0A1A3FA2-AC60-4673-959B-40276DD1531B}"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4073707812"/>
      </p:ext>
    </p:extLst>
  </p:cSld>
  <p:clrMapOvr>
    <a:masterClrMapping/>
  </p:clrMapOvr>
</p:sldLayout>
</file>

<file path=ppt/slideLayouts/slideLayout383.xml><?xml version="1.0" encoding="utf-8"?>
<p:sldLayout xmlns:a="http://schemas.openxmlformats.org/drawingml/2006/main" xmlns:r="http://schemas.openxmlformats.org/officeDocument/2006/relationships" xmlns:p="http://schemas.openxmlformats.org/presentationml/2006/main" type="picTx" preserve="1">
  <p:cSld name="Bilde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bild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5D7807F8-18E7-4611-B5AA-661E94ECC91C}"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681196694"/>
      </p:ext>
    </p:extLst>
  </p:cSld>
  <p:clrMapOvr>
    <a:masterClrMapping/>
  </p:clrMapOvr>
</p:sldLayout>
</file>

<file path=ppt/slideLayouts/slideLayout384.xml><?xml version="1.0" encoding="utf-8"?>
<p:sldLayout xmlns:a="http://schemas.openxmlformats.org/drawingml/2006/main" xmlns:r="http://schemas.openxmlformats.org/officeDocument/2006/relationships" xmlns:p="http://schemas.openxmlformats.org/presentationml/2006/main" type="vertTx" preserve="1">
  <p:cSld name="Loddrett tekst">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loddrett tekst 2"/>
          <p:cNvSpPr>
            <a:spLocks noGrp="1"/>
          </p:cNvSpPr>
          <p:nvPr>
            <p:ph type="body" orient="vert" idx="1"/>
          </p:nvPr>
        </p:nvSpPr>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9CD83169-8720-403D-A686-6CC4C8EF317E}"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006756182"/>
      </p:ext>
    </p:extLst>
  </p:cSld>
  <p:clrMapOvr>
    <a:masterClrMapping/>
  </p:clrMapOvr>
</p:sldLayout>
</file>

<file path=ppt/slideLayouts/slideLayout385.xml><?xml version="1.0" encoding="utf-8"?>
<p:sldLayout xmlns:a="http://schemas.openxmlformats.org/drawingml/2006/main" xmlns:r="http://schemas.openxmlformats.org/officeDocument/2006/relationships" xmlns:p="http://schemas.openxmlformats.org/presentationml/2006/main" type="vertTitleAndTx" preserve="1">
  <p:cSld name="Loddrett tittel og tekst">
    <p:spTree>
      <p:nvGrpSpPr>
        <p:cNvPr id="1" name=""/>
        <p:cNvGrpSpPr/>
        <p:nvPr/>
      </p:nvGrpSpPr>
      <p:grpSpPr>
        <a:xfrm>
          <a:off x="0" y="0"/>
          <a:ext cx="0" cy="0"/>
          <a:chOff x="0" y="0"/>
          <a:chExt cx="0" cy="0"/>
        </a:xfrm>
      </p:grpSpPr>
      <p:sp>
        <p:nvSpPr>
          <p:cNvPr id="2" name="Loddrett tittel 1"/>
          <p:cNvSpPr>
            <a:spLocks noGrp="1"/>
          </p:cNvSpPr>
          <p:nvPr>
            <p:ph type="title" orient="vert"/>
          </p:nvPr>
        </p:nvSpPr>
        <p:spPr>
          <a:xfrm>
            <a:off x="8724900" y="365125"/>
            <a:ext cx="2628900" cy="5811838"/>
          </a:xfrm>
        </p:spPr>
        <p:txBody>
          <a:bodyPr vert="eaVert"/>
          <a:lstStyle/>
          <a:p>
            <a:r>
              <a:rPr lang="nb-NO"/>
              <a:t>Klikk for å redigere tittelstil</a:t>
            </a:r>
          </a:p>
        </p:txBody>
      </p:sp>
      <p:sp>
        <p:nvSpPr>
          <p:cNvPr id="3" name="Plassholder for loddrett tekst 2"/>
          <p:cNvSpPr>
            <a:spLocks noGrp="1"/>
          </p:cNvSpPr>
          <p:nvPr>
            <p:ph type="body" orient="vert" idx="1"/>
          </p:nvPr>
        </p:nvSpPr>
        <p:spPr>
          <a:xfrm>
            <a:off x="838200" y="365125"/>
            <a:ext cx="7734300" cy="5811838"/>
          </a:xfrm>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1A291888-0A7E-4C6C-8D1F-58297CA8BD97}"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700526656"/>
      </p:ext>
    </p:extLst>
  </p:cSld>
  <p:clrMapOvr>
    <a:masterClrMapping/>
  </p:clrMapOvr>
</p:sldLayout>
</file>

<file path=ppt/slideLayouts/slideLayout386.xml><?xml version="1.0" encoding="utf-8"?>
<p:sldLayout xmlns:a="http://schemas.openxmlformats.org/drawingml/2006/main" xmlns:r="http://schemas.openxmlformats.org/officeDocument/2006/relationships" xmlns:p="http://schemas.openxmlformats.org/presentationml/2006/main" type="title" preserve="1">
  <p:cSld name="Tittellysbilde">
    <p:spTree>
      <p:nvGrpSpPr>
        <p:cNvPr id="1" name=""/>
        <p:cNvGrpSpPr/>
        <p:nvPr/>
      </p:nvGrpSpPr>
      <p:grpSpPr>
        <a:xfrm>
          <a:off x="0" y="0"/>
          <a:ext cx="0" cy="0"/>
          <a:chOff x="0" y="0"/>
          <a:chExt cx="0" cy="0"/>
        </a:xfrm>
      </p:grpSpPr>
      <p:sp>
        <p:nvSpPr>
          <p:cNvPr id="2" name="Tittel 1"/>
          <p:cNvSpPr>
            <a:spLocks noGrp="1"/>
          </p:cNvSpPr>
          <p:nvPr>
            <p:ph type="ctrTitle"/>
          </p:nvPr>
        </p:nvSpPr>
        <p:spPr>
          <a:xfrm>
            <a:off x="1524000" y="1122363"/>
            <a:ext cx="9144000" cy="2387600"/>
          </a:xfrm>
        </p:spPr>
        <p:txBody>
          <a:bodyPr anchor="b"/>
          <a:lstStyle>
            <a:lvl1pPr algn="ctr">
              <a:defRPr sz="6000"/>
            </a:lvl1pPr>
          </a:lstStyle>
          <a:p>
            <a:r>
              <a:rPr lang="nb-NO"/>
              <a:t>Klikk for å redigere tittelstil</a:t>
            </a:r>
          </a:p>
        </p:txBody>
      </p:sp>
      <p:sp>
        <p:nvSpPr>
          <p:cNvPr id="3" name="Undertit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b-NO"/>
              <a:t>Klikk for å redigere undertittelstil i malen</a:t>
            </a:r>
          </a:p>
        </p:txBody>
      </p:sp>
      <p:sp>
        <p:nvSpPr>
          <p:cNvPr id="4" name="Plassholder for dato 3"/>
          <p:cNvSpPr>
            <a:spLocks noGrp="1"/>
          </p:cNvSpPr>
          <p:nvPr>
            <p:ph type="dt" sz="half" idx="10"/>
          </p:nvPr>
        </p:nvSpPr>
        <p:spPr/>
        <p:txBody>
          <a:bodyPr/>
          <a:lstStyle/>
          <a:p>
            <a:fld id="{53887019-A8AF-4508-99A6-ABDAD862032A}"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62481455"/>
      </p:ext>
    </p:extLst>
  </p:cSld>
  <p:clrMapOvr>
    <a:masterClrMapping/>
  </p:clrMapOvr>
</p:sldLayout>
</file>

<file path=ppt/slideLayouts/slideLayout387.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idx="1"/>
          </p:nvPr>
        </p:nvSpPr>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2640F399-F731-467D-A04E-4CA9C3116F68}"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201758346"/>
      </p:ext>
    </p:extLst>
  </p:cSld>
  <p:clrMapOvr>
    <a:masterClrMapping/>
  </p:clrMapOvr>
</p:sldLayout>
</file>

<file path=ppt/slideLayouts/slideLayout388.xml><?xml version="1.0" encoding="utf-8"?>
<p:sldLayout xmlns:a="http://schemas.openxmlformats.org/drawingml/2006/main" xmlns:r="http://schemas.openxmlformats.org/officeDocument/2006/relationships" xmlns:p="http://schemas.openxmlformats.org/presentationml/2006/main" type="secHead" preserve="1">
  <p:cSld name="Deloverskrift">
    <p:spTree>
      <p:nvGrpSpPr>
        <p:cNvPr id="1" name=""/>
        <p:cNvGrpSpPr/>
        <p:nvPr/>
      </p:nvGrpSpPr>
      <p:grpSpPr>
        <a:xfrm>
          <a:off x="0" y="0"/>
          <a:ext cx="0" cy="0"/>
          <a:chOff x="0" y="0"/>
          <a:chExt cx="0" cy="0"/>
        </a:xfrm>
      </p:grpSpPr>
      <p:sp>
        <p:nvSpPr>
          <p:cNvPr id="2" name="Tittel 1"/>
          <p:cNvSpPr>
            <a:spLocks noGrp="1"/>
          </p:cNvSpPr>
          <p:nvPr>
            <p:ph type="title"/>
          </p:nvPr>
        </p:nvSpPr>
        <p:spPr>
          <a:xfrm>
            <a:off x="831850" y="1709738"/>
            <a:ext cx="10515600" cy="2852737"/>
          </a:xfrm>
        </p:spPr>
        <p:txBody>
          <a:bodyPr anchor="b"/>
          <a:lstStyle>
            <a:lvl1pPr>
              <a:defRPr sz="6000"/>
            </a:lvl1pPr>
          </a:lstStyle>
          <a:p>
            <a:r>
              <a:rPr lang="nb-NO"/>
              <a:t>Klikk for å redigere tittelstil</a:t>
            </a:r>
          </a:p>
        </p:txBody>
      </p:sp>
      <p:sp>
        <p:nvSpPr>
          <p:cNvPr id="3" name="Plassholder for teks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b-NO"/>
              <a:t>Rediger tekststiler i malen</a:t>
            </a:r>
          </a:p>
        </p:txBody>
      </p:sp>
      <p:sp>
        <p:nvSpPr>
          <p:cNvPr id="4" name="Plassholder for dato 3"/>
          <p:cNvSpPr>
            <a:spLocks noGrp="1"/>
          </p:cNvSpPr>
          <p:nvPr>
            <p:ph type="dt" sz="half" idx="10"/>
          </p:nvPr>
        </p:nvSpPr>
        <p:spPr/>
        <p:txBody>
          <a:bodyPr/>
          <a:lstStyle/>
          <a:p>
            <a:fld id="{4C93E850-830F-4130-9791-C5B591C96E1E}"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1554221312"/>
      </p:ext>
    </p:extLst>
  </p:cSld>
  <p:clrMapOvr>
    <a:masterClrMapping/>
  </p:clrMapOvr>
</p:sldLayout>
</file>

<file path=ppt/slideLayouts/slideLayout389.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sz="half" idx="1"/>
          </p:nvPr>
        </p:nvSpPr>
        <p:spPr>
          <a:xfrm>
            <a:off x="838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innhold 3"/>
          <p:cNvSpPr>
            <a:spLocks noGrp="1"/>
          </p:cNvSpPr>
          <p:nvPr>
            <p:ph sz="half" idx="2"/>
          </p:nvPr>
        </p:nvSpPr>
        <p:spPr>
          <a:xfrm>
            <a:off x="6172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dato 4"/>
          <p:cNvSpPr>
            <a:spLocks noGrp="1"/>
          </p:cNvSpPr>
          <p:nvPr>
            <p:ph type="dt" sz="half" idx="10"/>
          </p:nvPr>
        </p:nvSpPr>
        <p:spPr/>
        <p:txBody>
          <a:bodyPr/>
          <a:lstStyle/>
          <a:p>
            <a:fld id="{102A3866-4A15-48EC-A98B-F54D8A269BC4}"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2156714834"/>
      </p:ext>
    </p:extLst>
  </p:cSld>
  <p:clrMapOvr>
    <a:masterClrMapping/>
  </p:clrMapOvr>
</p:sldLayout>
</file>

<file path=ppt/slideLayouts/slideLayout390.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tel 1"/>
          <p:cNvSpPr>
            <a:spLocks noGrp="1"/>
          </p:cNvSpPr>
          <p:nvPr>
            <p:ph type="title"/>
          </p:nvPr>
        </p:nvSpPr>
        <p:spPr>
          <a:xfrm>
            <a:off x="839788" y="365125"/>
            <a:ext cx="10515600" cy="1325563"/>
          </a:xfrm>
        </p:spPr>
        <p:txBody>
          <a:bodyPr/>
          <a:lstStyle/>
          <a:p>
            <a:r>
              <a:rPr lang="nb-NO"/>
              <a:t>Klikk for å redigere tittelstil</a:t>
            </a:r>
          </a:p>
        </p:txBody>
      </p:sp>
      <p:sp>
        <p:nvSpPr>
          <p:cNvPr id="3" name="Plassholder for teks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4" name="Plassholder for innhold 3"/>
          <p:cNvSpPr>
            <a:spLocks noGrp="1"/>
          </p:cNvSpPr>
          <p:nvPr>
            <p:ph sz="half" idx="2"/>
          </p:nvPr>
        </p:nvSpPr>
        <p:spPr>
          <a:xfrm>
            <a:off x="839788" y="2505075"/>
            <a:ext cx="5157787"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teks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6" name="Plassholder for innhold 5"/>
          <p:cNvSpPr>
            <a:spLocks noGrp="1"/>
          </p:cNvSpPr>
          <p:nvPr>
            <p:ph sz="quarter" idx="4"/>
          </p:nvPr>
        </p:nvSpPr>
        <p:spPr>
          <a:xfrm>
            <a:off x="6172200" y="2505075"/>
            <a:ext cx="5183188"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7" name="Plassholder for dato 6"/>
          <p:cNvSpPr>
            <a:spLocks noGrp="1"/>
          </p:cNvSpPr>
          <p:nvPr>
            <p:ph type="dt" sz="half" idx="10"/>
          </p:nvPr>
        </p:nvSpPr>
        <p:spPr/>
        <p:txBody>
          <a:bodyPr/>
          <a:lstStyle/>
          <a:p>
            <a:fld id="{51F091EF-06CC-48A9-A247-DA473F54BEAF}" type="datetime1">
              <a:rPr lang="nb-NO" smtClean="0"/>
              <a:t>27.08.2024</a:t>
            </a:fld>
            <a:endParaRPr lang="nb-NO"/>
          </a:p>
        </p:txBody>
      </p:sp>
      <p:sp>
        <p:nvSpPr>
          <p:cNvPr id="8" name="Plassholder for bunntekst 7"/>
          <p:cNvSpPr>
            <a:spLocks noGrp="1"/>
          </p:cNvSpPr>
          <p:nvPr>
            <p:ph type="ftr" sz="quarter" idx="11"/>
          </p:nvPr>
        </p:nvSpPr>
        <p:spPr/>
        <p:txBody>
          <a:bodyPr/>
          <a:lstStyle/>
          <a:p>
            <a:r>
              <a:rPr lang="nb-NO"/>
              <a:t>Control Trafikkskole</a:t>
            </a:r>
          </a:p>
        </p:txBody>
      </p:sp>
      <p:sp>
        <p:nvSpPr>
          <p:cNvPr id="9" name="Plassholder for lysbildenummer 8"/>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1594367640"/>
      </p:ext>
    </p:extLst>
  </p:cSld>
  <p:clrMapOvr>
    <a:masterClrMapping/>
  </p:clrMapOvr>
</p:sldLayout>
</file>

<file path=ppt/slideLayouts/slideLayout391.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dato 2"/>
          <p:cNvSpPr>
            <a:spLocks noGrp="1"/>
          </p:cNvSpPr>
          <p:nvPr>
            <p:ph type="dt" sz="half" idx="10"/>
          </p:nvPr>
        </p:nvSpPr>
        <p:spPr/>
        <p:txBody>
          <a:bodyPr/>
          <a:lstStyle/>
          <a:p>
            <a:fld id="{4DC2A863-D151-4982-A97E-03507EB2A6AE}" type="datetime1">
              <a:rPr lang="nb-NO" smtClean="0"/>
              <a:t>27.08.2024</a:t>
            </a:fld>
            <a:endParaRPr lang="nb-NO"/>
          </a:p>
        </p:txBody>
      </p:sp>
      <p:sp>
        <p:nvSpPr>
          <p:cNvPr id="4" name="Plassholder for bunntekst 3"/>
          <p:cNvSpPr>
            <a:spLocks noGrp="1"/>
          </p:cNvSpPr>
          <p:nvPr>
            <p:ph type="ftr" sz="quarter" idx="11"/>
          </p:nvPr>
        </p:nvSpPr>
        <p:spPr/>
        <p:txBody>
          <a:bodyPr/>
          <a:lstStyle/>
          <a:p>
            <a:r>
              <a:rPr lang="nb-NO"/>
              <a:t>Control Trafikkskole</a:t>
            </a:r>
          </a:p>
        </p:txBody>
      </p:sp>
      <p:sp>
        <p:nvSpPr>
          <p:cNvPr id="5" name="Plassholder for lysbildenummer 4"/>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3218074340"/>
      </p:ext>
    </p:extLst>
  </p:cSld>
  <p:clrMapOvr>
    <a:masterClrMapping/>
  </p:clrMapOvr>
</p:sldLayout>
</file>

<file path=ppt/slideLayouts/slideLayout392.xml><?xml version="1.0" encoding="utf-8"?>
<p:sldLayout xmlns:a="http://schemas.openxmlformats.org/drawingml/2006/main" xmlns:r="http://schemas.openxmlformats.org/officeDocument/2006/relationships" xmlns:p="http://schemas.openxmlformats.org/presentationml/2006/main" type="blank" preserve="1">
  <p:cSld name="Tomt">
    <p:spTree>
      <p:nvGrpSpPr>
        <p:cNvPr id="1" name=""/>
        <p:cNvGrpSpPr/>
        <p:nvPr/>
      </p:nvGrpSpPr>
      <p:grpSpPr>
        <a:xfrm>
          <a:off x="0" y="0"/>
          <a:ext cx="0" cy="0"/>
          <a:chOff x="0" y="0"/>
          <a:chExt cx="0" cy="0"/>
        </a:xfrm>
      </p:grpSpPr>
      <p:sp>
        <p:nvSpPr>
          <p:cNvPr id="2" name="Plassholder for dato 1"/>
          <p:cNvSpPr>
            <a:spLocks noGrp="1"/>
          </p:cNvSpPr>
          <p:nvPr>
            <p:ph type="dt" sz="half" idx="10"/>
          </p:nvPr>
        </p:nvSpPr>
        <p:spPr/>
        <p:txBody>
          <a:bodyPr/>
          <a:lstStyle/>
          <a:p>
            <a:fld id="{6905A3D2-201E-4FEB-BBC8-853AF41183C4}" type="datetime1">
              <a:rPr lang="nb-NO" smtClean="0"/>
              <a:t>27.08.2024</a:t>
            </a:fld>
            <a:endParaRPr lang="nb-NO"/>
          </a:p>
        </p:txBody>
      </p:sp>
      <p:sp>
        <p:nvSpPr>
          <p:cNvPr id="3" name="Plassholder for bunntekst 2"/>
          <p:cNvSpPr>
            <a:spLocks noGrp="1"/>
          </p:cNvSpPr>
          <p:nvPr>
            <p:ph type="ftr" sz="quarter" idx="11"/>
          </p:nvPr>
        </p:nvSpPr>
        <p:spPr/>
        <p:txBody>
          <a:bodyPr/>
          <a:lstStyle/>
          <a:p>
            <a:r>
              <a:rPr lang="nb-NO"/>
              <a:t>Control Trafikkskole</a:t>
            </a:r>
          </a:p>
        </p:txBody>
      </p:sp>
      <p:sp>
        <p:nvSpPr>
          <p:cNvPr id="4" name="Plassholder for lysbildenummer 3"/>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227417268"/>
      </p:ext>
    </p:extLst>
  </p:cSld>
  <p:clrMapOvr>
    <a:masterClrMapping/>
  </p:clrMapOvr>
</p:sldLayout>
</file>

<file path=ppt/slideLayouts/slideLayout393.xml><?xml version="1.0" encoding="utf-8"?>
<p:sldLayout xmlns:a="http://schemas.openxmlformats.org/drawingml/2006/main" xmlns:r="http://schemas.openxmlformats.org/officeDocument/2006/relationships" xmlns:p="http://schemas.openxmlformats.org/presentationml/2006/main" type="objTx" preserve="1">
  <p:cSld name="Innhold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innhold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0B8C4298-56A7-4F3F-992F-20B169E8F1E0}"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2755996422"/>
      </p:ext>
    </p:extLst>
  </p:cSld>
  <p:clrMapOvr>
    <a:masterClrMapping/>
  </p:clrMapOvr>
</p:sldLayout>
</file>

<file path=ppt/slideLayouts/slideLayout394.xml><?xml version="1.0" encoding="utf-8"?>
<p:sldLayout xmlns:a="http://schemas.openxmlformats.org/drawingml/2006/main" xmlns:r="http://schemas.openxmlformats.org/officeDocument/2006/relationships" xmlns:p="http://schemas.openxmlformats.org/presentationml/2006/main" type="picTx" preserve="1">
  <p:cSld name="Bilde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bild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1F47AC13-DA68-4D41-9F2A-C71941F7A2AF}"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696039224"/>
      </p:ext>
    </p:extLst>
  </p:cSld>
  <p:clrMapOvr>
    <a:masterClrMapping/>
  </p:clrMapOvr>
</p:sldLayout>
</file>

<file path=ppt/slideLayouts/slideLayout395.xml><?xml version="1.0" encoding="utf-8"?>
<p:sldLayout xmlns:a="http://schemas.openxmlformats.org/drawingml/2006/main" xmlns:r="http://schemas.openxmlformats.org/officeDocument/2006/relationships" xmlns:p="http://schemas.openxmlformats.org/presentationml/2006/main" type="vertTx" preserve="1">
  <p:cSld name="Loddrett tekst">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loddrett tekst 2"/>
          <p:cNvSpPr>
            <a:spLocks noGrp="1"/>
          </p:cNvSpPr>
          <p:nvPr>
            <p:ph type="body" orient="vert" idx="1"/>
          </p:nvPr>
        </p:nvSpPr>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59B57B94-20E2-478F-9037-92254FFE0DFE}"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568453976"/>
      </p:ext>
    </p:extLst>
  </p:cSld>
  <p:clrMapOvr>
    <a:masterClrMapping/>
  </p:clrMapOvr>
</p:sldLayout>
</file>

<file path=ppt/slideLayouts/slideLayout396.xml><?xml version="1.0" encoding="utf-8"?>
<p:sldLayout xmlns:a="http://schemas.openxmlformats.org/drawingml/2006/main" xmlns:r="http://schemas.openxmlformats.org/officeDocument/2006/relationships" xmlns:p="http://schemas.openxmlformats.org/presentationml/2006/main" type="vertTitleAndTx" preserve="1">
  <p:cSld name="Loddrett tittel og tekst">
    <p:spTree>
      <p:nvGrpSpPr>
        <p:cNvPr id="1" name=""/>
        <p:cNvGrpSpPr/>
        <p:nvPr/>
      </p:nvGrpSpPr>
      <p:grpSpPr>
        <a:xfrm>
          <a:off x="0" y="0"/>
          <a:ext cx="0" cy="0"/>
          <a:chOff x="0" y="0"/>
          <a:chExt cx="0" cy="0"/>
        </a:xfrm>
      </p:grpSpPr>
      <p:sp>
        <p:nvSpPr>
          <p:cNvPr id="2" name="Loddrett tittel 1"/>
          <p:cNvSpPr>
            <a:spLocks noGrp="1"/>
          </p:cNvSpPr>
          <p:nvPr>
            <p:ph type="title" orient="vert"/>
          </p:nvPr>
        </p:nvSpPr>
        <p:spPr>
          <a:xfrm>
            <a:off x="8724900" y="365125"/>
            <a:ext cx="2628900" cy="5811838"/>
          </a:xfrm>
        </p:spPr>
        <p:txBody>
          <a:bodyPr vert="eaVert"/>
          <a:lstStyle/>
          <a:p>
            <a:r>
              <a:rPr lang="nb-NO"/>
              <a:t>Klikk for å redigere tittelstil</a:t>
            </a:r>
          </a:p>
        </p:txBody>
      </p:sp>
      <p:sp>
        <p:nvSpPr>
          <p:cNvPr id="3" name="Plassholder for loddrett tekst 2"/>
          <p:cNvSpPr>
            <a:spLocks noGrp="1"/>
          </p:cNvSpPr>
          <p:nvPr>
            <p:ph type="body" orient="vert" idx="1"/>
          </p:nvPr>
        </p:nvSpPr>
        <p:spPr>
          <a:xfrm>
            <a:off x="838200" y="365125"/>
            <a:ext cx="7734300" cy="5811838"/>
          </a:xfrm>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02CF9190-8FFB-4E0B-BFC8-A052E1A5D763}"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4419690"/>
      </p:ext>
    </p:extLst>
  </p:cSld>
  <p:clrMapOvr>
    <a:masterClrMapping/>
  </p:clrMapOvr>
</p:sldLayout>
</file>

<file path=ppt/slideLayouts/slideLayout397.xml><?xml version="1.0" encoding="utf-8"?>
<p:sldLayout xmlns:a="http://schemas.openxmlformats.org/drawingml/2006/main" xmlns:r="http://schemas.openxmlformats.org/officeDocument/2006/relationships" xmlns:p="http://schemas.openxmlformats.org/presentationml/2006/main" userDrawn="1">
  <p:cSld name="Mål">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426949"/>
      </p:ext>
    </p:extLst>
  </p:cSld>
  <p:clrMapOvr>
    <a:masterClrMapping/>
  </p:clrMapOvr>
</p:sldLayout>
</file>

<file path=ppt/slideLayouts/slideLayout398.xml><?xml version="1.0" encoding="utf-8"?>
<p:sldLayout xmlns:a="http://schemas.openxmlformats.org/drawingml/2006/main" xmlns:r="http://schemas.openxmlformats.org/officeDocument/2006/relationships" xmlns:p="http://schemas.openxmlformats.org/presentationml/2006/main" userDrawn="1">
  <p:cSld name="2.4. Innhold">
    <p:spTree>
      <p:nvGrpSpPr>
        <p:cNvPr id="1" name=""/>
        <p:cNvGrpSpPr/>
        <p:nvPr/>
      </p:nvGrpSpPr>
      <p:grpSpPr>
        <a:xfrm>
          <a:off x="0" y="0"/>
          <a:ext cx="0" cy="0"/>
          <a:chOff x="0" y="0"/>
          <a:chExt cx="0" cy="0"/>
        </a:xfrm>
      </p:grpSpPr>
      <p:sp>
        <p:nvSpPr>
          <p:cNvPr id="8" name="Parallellogram 7">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9" name="Parallellogram 8">
            <a:hlinkClick r:id="rId3" action="ppaction://hlinksldjump"/>
          </p:cNvPr>
          <p:cNvSpPr/>
          <p:nvPr userDrawn="1"/>
        </p:nvSpPr>
        <p:spPr>
          <a:xfrm>
            <a:off x="2938557"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0" name="Parallellogram 9">
            <a:hlinkClick r:id="rId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1" name="Parallellogram 10">
            <a:hlinkClick r:id="rId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2" name="Parallellogram 11">
            <a:hlinkClick r:id="rId6" action="ppaction://hlinksldjump"/>
          </p:cNvPr>
          <p:cNvSpPr/>
          <p:nvPr userDrawn="1"/>
        </p:nvSpPr>
        <p:spPr>
          <a:xfrm>
            <a:off x="7469491"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3" name="Parallellogram 12">
            <a:hlinkClick r:id="rId7" action="ppaction://hlinksldjump"/>
          </p:cNvPr>
          <p:cNvSpPr/>
          <p:nvPr userDrawn="1"/>
        </p:nvSpPr>
        <p:spPr>
          <a:xfrm>
            <a:off x="897930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15" name="Parallellogram 14">
            <a:hlinkClick r:id="rId8" action="ppaction://hlinksldjump"/>
            <a:extLst>
              <a:ext uri="{FF2B5EF4-FFF2-40B4-BE49-F238E27FC236}">
                <a16:creationId xmlns:a16="http://schemas.microsoft.com/office/drawing/2014/main" id="{3D13DCD1-8F92-4999-A64F-152E4084F1B0}"/>
              </a:ext>
            </a:extLst>
          </p:cNvPr>
          <p:cNvSpPr/>
          <p:nvPr userDrawn="1"/>
        </p:nvSpPr>
        <p:spPr>
          <a:xfrm>
            <a:off x="10489865"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2142459821"/>
      </p:ext>
    </p:extLst>
  </p:cSld>
  <p:clrMapOvr>
    <a:masterClrMapping/>
  </p:clrMapOvr>
</p:sldLayout>
</file>

<file path=ppt/slideLayouts/slideLayout399.xml><?xml version="1.0" encoding="utf-8"?>
<p:sldLayout xmlns:a="http://schemas.openxmlformats.org/drawingml/2006/main" xmlns:r="http://schemas.openxmlformats.org/officeDocument/2006/relationships" xmlns:p="http://schemas.openxmlformats.org/presentationml/2006/main" userDrawn="1">
  <p:cSld name="2.4 Elev">
    <p:spTree>
      <p:nvGrpSpPr>
        <p:cNvPr id="1" name=""/>
        <p:cNvGrpSpPr/>
        <p:nvPr/>
      </p:nvGrpSpPr>
      <p:grpSpPr>
        <a:xfrm>
          <a:off x="0" y="0"/>
          <a:ext cx="0" cy="0"/>
          <a:chOff x="0" y="0"/>
          <a:chExt cx="0" cy="0"/>
        </a:xfrm>
      </p:grpSpPr>
      <p:sp>
        <p:nvSpPr>
          <p:cNvPr id="7" name="Parallellogram 6">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8" name="Parallellogram 7">
            <a:hlinkClick r:id="rId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9" name="Parallellogram 8">
            <a:hlinkClick r:id="rId4" action="ppaction://hlinksldjump"/>
          </p:cNvPr>
          <p:cNvSpPr/>
          <p:nvPr userDrawn="1"/>
        </p:nvSpPr>
        <p:spPr>
          <a:xfrm>
            <a:off x="4449118"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0" name="Parallellogram 9">
            <a:hlinkClick r:id="rId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1" name="Parallellogram 10">
            <a:hlinkClick r:id="rId6" action="ppaction://hlinksldjump"/>
          </p:cNvPr>
          <p:cNvSpPr/>
          <p:nvPr userDrawn="1"/>
        </p:nvSpPr>
        <p:spPr>
          <a:xfrm>
            <a:off x="7469491"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2" name="Parallellogram 11">
            <a:hlinkClick r:id="rId7" action="ppaction://hlinksldjump"/>
          </p:cNvPr>
          <p:cNvSpPr/>
          <p:nvPr userDrawn="1"/>
        </p:nvSpPr>
        <p:spPr>
          <a:xfrm>
            <a:off x="897930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14" name="Parallellogram 13">
            <a:hlinkClick r:id="rId8" action="ppaction://hlinksldjump"/>
            <a:extLst>
              <a:ext uri="{FF2B5EF4-FFF2-40B4-BE49-F238E27FC236}">
                <a16:creationId xmlns:a16="http://schemas.microsoft.com/office/drawing/2014/main" id="{AE705B21-8C3A-4B6D-AD1E-154047012662}"/>
              </a:ext>
            </a:extLst>
          </p:cNvPr>
          <p:cNvSpPr/>
          <p:nvPr userDrawn="1"/>
        </p:nvSpPr>
        <p:spPr>
          <a:xfrm>
            <a:off x="10489865"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3891739328"/>
      </p:ext>
    </p:extLst>
  </p:cSld>
  <p:clrMapOvr>
    <a:masterClrMapping/>
  </p:clrMapOvr>
</p:sldLayout>
</file>

<file path=ppt/slideLayouts/slideLayout400.xml><?xml version="1.0" encoding="utf-8"?>
<p:sldLayout xmlns:a="http://schemas.openxmlformats.org/drawingml/2006/main" xmlns:r="http://schemas.openxmlformats.org/officeDocument/2006/relationships" xmlns:p="http://schemas.openxmlformats.org/presentationml/2006/main" userDrawn="1">
  <p:cSld name="2.4 Lærer">
    <p:spTree>
      <p:nvGrpSpPr>
        <p:cNvPr id="1" name=""/>
        <p:cNvGrpSpPr/>
        <p:nvPr/>
      </p:nvGrpSpPr>
      <p:grpSpPr>
        <a:xfrm>
          <a:off x="0" y="0"/>
          <a:ext cx="0" cy="0"/>
          <a:chOff x="0" y="0"/>
          <a:chExt cx="0" cy="0"/>
        </a:xfrm>
      </p:grpSpPr>
      <p:sp>
        <p:nvSpPr>
          <p:cNvPr id="8" name="Parallellogram 7">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9" name="Parallellogram 8">
            <a:hlinkClick r:id="rId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0" name="Parallellogram 9">
            <a:hlinkClick r:id="rId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1" name="Parallellogram 10">
            <a:hlinkClick r:id="rId5" action="ppaction://hlinksldjump"/>
          </p:cNvPr>
          <p:cNvSpPr/>
          <p:nvPr userDrawn="1"/>
        </p:nvSpPr>
        <p:spPr>
          <a:xfrm>
            <a:off x="5959678"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2" name="Parallellogram 11">
            <a:hlinkClick r:id="rId6" action="ppaction://hlinksldjump"/>
          </p:cNvPr>
          <p:cNvSpPr/>
          <p:nvPr userDrawn="1"/>
        </p:nvSpPr>
        <p:spPr>
          <a:xfrm>
            <a:off x="7469491"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3" name="Parallellogram 12">
            <a:hlinkClick r:id="rId7" action="ppaction://hlinksldjump"/>
          </p:cNvPr>
          <p:cNvSpPr/>
          <p:nvPr userDrawn="1"/>
        </p:nvSpPr>
        <p:spPr>
          <a:xfrm>
            <a:off x="897930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Tree>
    <p:extLst>
      <p:ext uri="{BB962C8B-B14F-4D97-AF65-F5344CB8AC3E}">
        <p14:creationId xmlns:p14="http://schemas.microsoft.com/office/powerpoint/2010/main" val="1490822318"/>
      </p:ext>
    </p:extLst>
  </p:cSld>
  <p:clrMapOvr>
    <a:masterClrMapping/>
  </p:clrMapOvr>
</p:sldLayout>
</file>

<file path=ppt/slideLayouts/slideLayout401.xml><?xml version="1.0" encoding="utf-8"?>
<p:sldLayout xmlns:a="http://schemas.openxmlformats.org/drawingml/2006/main" xmlns:r="http://schemas.openxmlformats.org/officeDocument/2006/relationships" xmlns:p="http://schemas.openxmlformats.org/presentationml/2006/main" userDrawn="1">
  <p:cSld name="2.4 Metode">
    <p:spTree>
      <p:nvGrpSpPr>
        <p:cNvPr id="1" name=""/>
        <p:cNvGrpSpPr/>
        <p:nvPr/>
      </p:nvGrpSpPr>
      <p:grpSpPr>
        <a:xfrm>
          <a:off x="0" y="0"/>
          <a:ext cx="0" cy="0"/>
          <a:chOff x="0" y="0"/>
          <a:chExt cx="0" cy="0"/>
        </a:xfrm>
      </p:grpSpPr>
      <p:sp>
        <p:nvSpPr>
          <p:cNvPr id="10" name="Parallellogram 9">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1" name="Parallellogram 10">
            <a:hlinkClick r:id="rId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2" name="Parallellogram 11">
            <a:hlinkClick r:id="rId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3" name="Parallellogram 12">
            <a:hlinkClick r:id="rId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4" name="Parallellogram 13">
            <a:hlinkClick r:id="rId6" action="ppaction://hlinksldjump"/>
          </p:cNvPr>
          <p:cNvSpPr/>
          <p:nvPr userDrawn="1"/>
        </p:nvSpPr>
        <p:spPr>
          <a:xfrm>
            <a:off x="7469491"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5" name="Parallellogram 14">
            <a:hlinkClick r:id="rId7" action="ppaction://hlinksldjump"/>
          </p:cNvPr>
          <p:cNvSpPr/>
          <p:nvPr userDrawn="1"/>
        </p:nvSpPr>
        <p:spPr>
          <a:xfrm>
            <a:off x="897930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9" name="Parallellogram 8">
            <a:hlinkClick r:id="rId8" action="ppaction://hlinksldjump"/>
            <a:extLst>
              <a:ext uri="{FF2B5EF4-FFF2-40B4-BE49-F238E27FC236}">
                <a16:creationId xmlns:a16="http://schemas.microsoft.com/office/drawing/2014/main" id="{11C654F4-CECB-4918-8035-9DBD384F6CF7}"/>
              </a:ext>
            </a:extLst>
          </p:cNvPr>
          <p:cNvSpPr/>
          <p:nvPr userDrawn="1"/>
        </p:nvSpPr>
        <p:spPr>
          <a:xfrm>
            <a:off x="10489865"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776368446"/>
      </p:ext>
    </p:extLst>
  </p:cSld>
  <p:clrMapOvr>
    <a:masterClrMapping/>
  </p:clrMapOvr>
</p:sldLayout>
</file>

<file path=ppt/slideLayouts/slideLayout402.xml><?xml version="1.0" encoding="utf-8"?>
<p:sldLayout xmlns:a="http://schemas.openxmlformats.org/drawingml/2006/main" xmlns:r="http://schemas.openxmlformats.org/officeDocument/2006/relationships" xmlns:p="http://schemas.openxmlformats.org/presentationml/2006/main" userDrawn="1">
  <p:cSld name="2.4 Rutevalg">
    <p:spTree>
      <p:nvGrpSpPr>
        <p:cNvPr id="1" name=""/>
        <p:cNvGrpSpPr/>
        <p:nvPr/>
      </p:nvGrpSpPr>
      <p:grpSpPr>
        <a:xfrm>
          <a:off x="0" y="0"/>
          <a:ext cx="0" cy="0"/>
          <a:chOff x="0" y="0"/>
          <a:chExt cx="0" cy="0"/>
        </a:xfrm>
      </p:grpSpPr>
      <p:sp>
        <p:nvSpPr>
          <p:cNvPr id="6" name="Parallellogram 5">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7" name="Parallellogram 6">
            <a:hlinkClick r:id="rId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8" name="Parallellogram 7">
            <a:hlinkClick r:id="rId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9" name="Parallellogram 8">
            <a:hlinkClick r:id="rId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0" name="Parallellogram 9">
            <a:hlinkClick r:id="rId6" action="ppaction://hlinksldjump"/>
          </p:cNvPr>
          <p:cNvSpPr/>
          <p:nvPr userDrawn="1"/>
        </p:nvSpPr>
        <p:spPr>
          <a:xfrm>
            <a:off x="7469491"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1" name="Parallellogram 10">
            <a:hlinkClick r:id="rId7" action="ppaction://hlinksldjump"/>
          </p:cNvPr>
          <p:cNvSpPr/>
          <p:nvPr userDrawn="1"/>
        </p:nvSpPr>
        <p:spPr>
          <a:xfrm>
            <a:off x="8979304"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Tree>
    <p:extLst>
      <p:ext uri="{BB962C8B-B14F-4D97-AF65-F5344CB8AC3E}">
        <p14:creationId xmlns:p14="http://schemas.microsoft.com/office/powerpoint/2010/main" val="1474474162"/>
      </p:ext>
    </p:extLst>
  </p:cSld>
  <p:clrMapOvr>
    <a:masterClrMapping/>
  </p:clrMapOvr>
</p:sldLayout>
</file>

<file path=ppt/slideLayouts/slideLayout403.xml><?xml version="1.0" encoding="utf-8"?>
<p:sldLayout xmlns:a="http://schemas.openxmlformats.org/drawingml/2006/main" xmlns:r="http://schemas.openxmlformats.org/officeDocument/2006/relationships" xmlns:p="http://schemas.openxmlformats.org/presentationml/2006/main" preserve="1" userDrawn="1">
  <p:cSld name="2.4 Vurdering">
    <p:spTree>
      <p:nvGrpSpPr>
        <p:cNvPr id="1" name=""/>
        <p:cNvGrpSpPr/>
        <p:nvPr/>
      </p:nvGrpSpPr>
      <p:grpSpPr>
        <a:xfrm>
          <a:off x="0" y="0"/>
          <a:ext cx="0" cy="0"/>
          <a:chOff x="0" y="0"/>
          <a:chExt cx="0" cy="0"/>
        </a:xfrm>
      </p:grpSpPr>
      <p:sp>
        <p:nvSpPr>
          <p:cNvPr id="6" name="Parallellogram 5">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7" name="Parallellogram 6">
            <a:hlinkClick r:id="rId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8" name="Parallellogram 7">
            <a:hlinkClick r:id="rId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9" name="Parallellogram 8">
            <a:hlinkClick r:id="rId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0" name="Parallellogram 9">
            <a:hlinkClick r:id="rId6" action="ppaction://hlinksldjump"/>
          </p:cNvPr>
          <p:cNvSpPr/>
          <p:nvPr userDrawn="1"/>
        </p:nvSpPr>
        <p:spPr>
          <a:xfrm>
            <a:off x="7469491"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1" name="Parallellogram 10">
            <a:hlinkClick r:id="rId7" action="ppaction://hlinksldjump"/>
          </p:cNvPr>
          <p:cNvSpPr/>
          <p:nvPr userDrawn="1"/>
        </p:nvSpPr>
        <p:spPr>
          <a:xfrm>
            <a:off x="8979304" y="991186"/>
            <a:ext cx="1511308" cy="518400"/>
          </a:xfrm>
          <a:prstGeom prst="parallelogram">
            <a:avLst/>
          </a:prstGeom>
          <a:solidFill>
            <a:srgbClr val="E7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12" name="Parallellogram 11">
            <a:hlinkClick r:id="rId8" action="ppaction://hlinksldjump"/>
          </p:cNvPr>
          <p:cNvSpPr/>
          <p:nvPr userDrawn="1"/>
        </p:nvSpPr>
        <p:spPr>
          <a:xfrm>
            <a:off x="10489865"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3992547460"/>
      </p:ext>
    </p:extLst>
  </p:cSld>
  <p:clrMapOvr>
    <a:masterClrMapping/>
  </p:clrMapOvr>
</p:sldLayout>
</file>

<file path=ppt/slideLayouts/slideLayout404.xml><?xml version="1.0" encoding="utf-8"?>
<p:sldLayout xmlns:a="http://schemas.openxmlformats.org/drawingml/2006/main" xmlns:r="http://schemas.openxmlformats.org/officeDocument/2006/relationships" xmlns:p="http://schemas.openxmlformats.org/presentationml/2006/main" type="title" preserve="1">
  <p:cSld name="Tittellysbilde">
    <p:spTree>
      <p:nvGrpSpPr>
        <p:cNvPr id="1" name=""/>
        <p:cNvGrpSpPr/>
        <p:nvPr/>
      </p:nvGrpSpPr>
      <p:grpSpPr>
        <a:xfrm>
          <a:off x="0" y="0"/>
          <a:ext cx="0" cy="0"/>
          <a:chOff x="0" y="0"/>
          <a:chExt cx="0" cy="0"/>
        </a:xfrm>
      </p:grpSpPr>
      <p:sp>
        <p:nvSpPr>
          <p:cNvPr id="2" name="Tittel 1"/>
          <p:cNvSpPr>
            <a:spLocks noGrp="1"/>
          </p:cNvSpPr>
          <p:nvPr>
            <p:ph type="ctrTitle"/>
          </p:nvPr>
        </p:nvSpPr>
        <p:spPr>
          <a:xfrm>
            <a:off x="1524000" y="1122363"/>
            <a:ext cx="9144000" cy="2387600"/>
          </a:xfrm>
        </p:spPr>
        <p:txBody>
          <a:bodyPr anchor="b"/>
          <a:lstStyle>
            <a:lvl1pPr algn="ctr">
              <a:defRPr sz="6000"/>
            </a:lvl1pPr>
          </a:lstStyle>
          <a:p>
            <a:r>
              <a:rPr lang="nb-NO"/>
              <a:t>Klikk for å redigere tittelstil</a:t>
            </a:r>
          </a:p>
        </p:txBody>
      </p:sp>
      <p:sp>
        <p:nvSpPr>
          <p:cNvPr id="3" name="Undertit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b-NO"/>
              <a:t>Klikk for å redigere undertittelstil i malen</a:t>
            </a:r>
          </a:p>
        </p:txBody>
      </p:sp>
      <p:sp>
        <p:nvSpPr>
          <p:cNvPr id="4" name="Plassholder for dato 3"/>
          <p:cNvSpPr>
            <a:spLocks noGrp="1"/>
          </p:cNvSpPr>
          <p:nvPr>
            <p:ph type="dt" sz="half" idx="10"/>
          </p:nvPr>
        </p:nvSpPr>
        <p:spPr/>
        <p:txBody>
          <a:bodyPr/>
          <a:lstStyle/>
          <a:p>
            <a:fld id="{8697B2CB-A438-4F60-8841-3D899D7DB7FB}"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684391288"/>
      </p:ext>
    </p:extLst>
  </p:cSld>
  <p:clrMapOvr>
    <a:masterClrMapping/>
  </p:clrMapOvr>
</p:sldLayout>
</file>

<file path=ppt/slideLayouts/slideLayout405.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idx="1"/>
          </p:nvPr>
        </p:nvSpPr>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E1086F8E-3D39-4DD8-ABCD-BBFA44A6506E}"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842531184"/>
      </p:ext>
    </p:extLst>
  </p:cSld>
  <p:clrMapOvr>
    <a:masterClrMapping/>
  </p:clrMapOvr>
</p:sldLayout>
</file>

<file path=ppt/slideLayouts/slideLayout406.xml><?xml version="1.0" encoding="utf-8"?>
<p:sldLayout xmlns:a="http://schemas.openxmlformats.org/drawingml/2006/main" xmlns:r="http://schemas.openxmlformats.org/officeDocument/2006/relationships" xmlns:p="http://schemas.openxmlformats.org/presentationml/2006/main" type="secHead" preserve="1">
  <p:cSld name="Deloverskrift">
    <p:spTree>
      <p:nvGrpSpPr>
        <p:cNvPr id="1" name=""/>
        <p:cNvGrpSpPr/>
        <p:nvPr/>
      </p:nvGrpSpPr>
      <p:grpSpPr>
        <a:xfrm>
          <a:off x="0" y="0"/>
          <a:ext cx="0" cy="0"/>
          <a:chOff x="0" y="0"/>
          <a:chExt cx="0" cy="0"/>
        </a:xfrm>
      </p:grpSpPr>
      <p:sp>
        <p:nvSpPr>
          <p:cNvPr id="2" name="Tittel 1"/>
          <p:cNvSpPr>
            <a:spLocks noGrp="1"/>
          </p:cNvSpPr>
          <p:nvPr>
            <p:ph type="title"/>
          </p:nvPr>
        </p:nvSpPr>
        <p:spPr>
          <a:xfrm>
            <a:off x="831850" y="1709738"/>
            <a:ext cx="10515600" cy="2852737"/>
          </a:xfrm>
        </p:spPr>
        <p:txBody>
          <a:bodyPr anchor="b"/>
          <a:lstStyle>
            <a:lvl1pPr>
              <a:defRPr sz="6000"/>
            </a:lvl1pPr>
          </a:lstStyle>
          <a:p>
            <a:r>
              <a:rPr lang="nb-NO"/>
              <a:t>Klikk for å redigere tittelstil</a:t>
            </a:r>
          </a:p>
        </p:txBody>
      </p:sp>
      <p:sp>
        <p:nvSpPr>
          <p:cNvPr id="3" name="Plassholder for teks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b-NO"/>
              <a:t>Rediger tekststiler i malen</a:t>
            </a:r>
          </a:p>
        </p:txBody>
      </p:sp>
      <p:sp>
        <p:nvSpPr>
          <p:cNvPr id="4" name="Plassholder for dato 3"/>
          <p:cNvSpPr>
            <a:spLocks noGrp="1"/>
          </p:cNvSpPr>
          <p:nvPr>
            <p:ph type="dt" sz="half" idx="10"/>
          </p:nvPr>
        </p:nvSpPr>
        <p:spPr/>
        <p:txBody>
          <a:bodyPr/>
          <a:lstStyle/>
          <a:p>
            <a:fld id="{1401FFDD-F863-4EE7-8D74-1EBAC8F0C9AF}"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2077724267"/>
      </p:ext>
    </p:extLst>
  </p:cSld>
  <p:clrMapOvr>
    <a:masterClrMapping/>
  </p:clrMapOvr>
</p:sldLayout>
</file>

<file path=ppt/slideLayouts/slideLayout407.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sz="half" idx="1"/>
          </p:nvPr>
        </p:nvSpPr>
        <p:spPr>
          <a:xfrm>
            <a:off x="838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innhold 3"/>
          <p:cNvSpPr>
            <a:spLocks noGrp="1"/>
          </p:cNvSpPr>
          <p:nvPr>
            <p:ph sz="half" idx="2"/>
          </p:nvPr>
        </p:nvSpPr>
        <p:spPr>
          <a:xfrm>
            <a:off x="6172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dato 4"/>
          <p:cNvSpPr>
            <a:spLocks noGrp="1"/>
          </p:cNvSpPr>
          <p:nvPr>
            <p:ph type="dt" sz="half" idx="10"/>
          </p:nvPr>
        </p:nvSpPr>
        <p:spPr/>
        <p:txBody>
          <a:bodyPr/>
          <a:lstStyle/>
          <a:p>
            <a:fld id="{56520619-8868-47D6-88CA-5EA3CAC99305}"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3643232577"/>
      </p:ext>
    </p:extLst>
  </p:cSld>
  <p:clrMapOvr>
    <a:masterClrMapping/>
  </p:clrMapOvr>
</p:sldLayout>
</file>

<file path=ppt/slideLayouts/slideLayout408.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tel 1"/>
          <p:cNvSpPr>
            <a:spLocks noGrp="1"/>
          </p:cNvSpPr>
          <p:nvPr>
            <p:ph type="title"/>
          </p:nvPr>
        </p:nvSpPr>
        <p:spPr>
          <a:xfrm>
            <a:off x="839788" y="365125"/>
            <a:ext cx="10515600" cy="1325563"/>
          </a:xfrm>
        </p:spPr>
        <p:txBody>
          <a:bodyPr/>
          <a:lstStyle/>
          <a:p>
            <a:r>
              <a:rPr lang="nb-NO"/>
              <a:t>Klikk for å redigere tittelstil</a:t>
            </a:r>
          </a:p>
        </p:txBody>
      </p:sp>
      <p:sp>
        <p:nvSpPr>
          <p:cNvPr id="3" name="Plassholder for teks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4" name="Plassholder for innhold 3"/>
          <p:cNvSpPr>
            <a:spLocks noGrp="1"/>
          </p:cNvSpPr>
          <p:nvPr>
            <p:ph sz="half" idx="2"/>
          </p:nvPr>
        </p:nvSpPr>
        <p:spPr>
          <a:xfrm>
            <a:off x="839788" y="2505075"/>
            <a:ext cx="5157787"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teks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6" name="Plassholder for innhold 5"/>
          <p:cNvSpPr>
            <a:spLocks noGrp="1"/>
          </p:cNvSpPr>
          <p:nvPr>
            <p:ph sz="quarter" idx="4"/>
          </p:nvPr>
        </p:nvSpPr>
        <p:spPr>
          <a:xfrm>
            <a:off x="6172200" y="2505075"/>
            <a:ext cx="5183188"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7" name="Plassholder for dato 6"/>
          <p:cNvSpPr>
            <a:spLocks noGrp="1"/>
          </p:cNvSpPr>
          <p:nvPr>
            <p:ph type="dt" sz="half" idx="10"/>
          </p:nvPr>
        </p:nvSpPr>
        <p:spPr/>
        <p:txBody>
          <a:bodyPr/>
          <a:lstStyle/>
          <a:p>
            <a:fld id="{90FFFAAC-B0F9-47A8-9220-E2BD0B1D2380}" type="datetime1">
              <a:rPr lang="nb-NO" smtClean="0"/>
              <a:t>27.08.2024</a:t>
            </a:fld>
            <a:endParaRPr lang="nb-NO"/>
          </a:p>
        </p:txBody>
      </p:sp>
      <p:sp>
        <p:nvSpPr>
          <p:cNvPr id="8" name="Plassholder for bunntekst 7"/>
          <p:cNvSpPr>
            <a:spLocks noGrp="1"/>
          </p:cNvSpPr>
          <p:nvPr>
            <p:ph type="ftr" sz="quarter" idx="11"/>
          </p:nvPr>
        </p:nvSpPr>
        <p:spPr/>
        <p:txBody>
          <a:bodyPr/>
          <a:lstStyle/>
          <a:p>
            <a:r>
              <a:rPr lang="nb-NO"/>
              <a:t>Control Trafikkskole</a:t>
            </a:r>
          </a:p>
        </p:txBody>
      </p:sp>
      <p:sp>
        <p:nvSpPr>
          <p:cNvPr id="9" name="Plassholder for lysbildenummer 8"/>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2990910490"/>
      </p:ext>
    </p:extLst>
  </p:cSld>
  <p:clrMapOvr>
    <a:masterClrMapping/>
  </p:clrMapOvr>
</p:sldLayout>
</file>

<file path=ppt/slideLayouts/slideLayout409.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dato 2"/>
          <p:cNvSpPr>
            <a:spLocks noGrp="1"/>
          </p:cNvSpPr>
          <p:nvPr>
            <p:ph type="dt" sz="half" idx="10"/>
          </p:nvPr>
        </p:nvSpPr>
        <p:spPr/>
        <p:txBody>
          <a:bodyPr/>
          <a:lstStyle/>
          <a:p>
            <a:fld id="{42462CD8-76AA-48A6-8D35-4F86451B7A06}" type="datetime1">
              <a:rPr lang="nb-NO" smtClean="0"/>
              <a:t>27.08.2024</a:t>
            </a:fld>
            <a:endParaRPr lang="nb-NO"/>
          </a:p>
        </p:txBody>
      </p:sp>
      <p:sp>
        <p:nvSpPr>
          <p:cNvPr id="4" name="Plassholder for bunntekst 3"/>
          <p:cNvSpPr>
            <a:spLocks noGrp="1"/>
          </p:cNvSpPr>
          <p:nvPr>
            <p:ph type="ftr" sz="quarter" idx="11"/>
          </p:nvPr>
        </p:nvSpPr>
        <p:spPr/>
        <p:txBody>
          <a:bodyPr/>
          <a:lstStyle/>
          <a:p>
            <a:r>
              <a:rPr lang="nb-NO"/>
              <a:t>Control Trafikkskole</a:t>
            </a:r>
          </a:p>
        </p:txBody>
      </p:sp>
      <p:sp>
        <p:nvSpPr>
          <p:cNvPr id="5" name="Plassholder for lysbildenummer 4"/>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3995960823"/>
      </p:ext>
    </p:extLst>
  </p:cSld>
  <p:clrMapOvr>
    <a:masterClrMapping/>
  </p:clrMapOvr>
</p:sldLayout>
</file>

<file path=ppt/slideLayouts/slideLayout410.xml><?xml version="1.0" encoding="utf-8"?>
<p:sldLayout xmlns:a="http://schemas.openxmlformats.org/drawingml/2006/main" xmlns:r="http://schemas.openxmlformats.org/officeDocument/2006/relationships" xmlns:p="http://schemas.openxmlformats.org/presentationml/2006/main" type="blank" preserve="1">
  <p:cSld name="Tutevalg">
    <p:spTree>
      <p:nvGrpSpPr>
        <p:cNvPr id="1" name=""/>
        <p:cNvGrpSpPr/>
        <p:nvPr/>
      </p:nvGrpSpPr>
      <p:grpSpPr>
        <a:xfrm>
          <a:off x="0" y="0"/>
          <a:ext cx="0" cy="0"/>
          <a:chOff x="0" y="0"/>
          <a:chExt cx="0" cy="0"/>
        </a:xfrm>
      </p:grpSpPr>
      <p:sp>
        <p:nvSpPr>
          <p:cNvPr id="2" name="Plassholder for dato 1"/>
          <p:cNvSpPr>
            <a:spLocks noGrp="1"/>
          </p:cNvSpPr>
          <p:nvPr>
            <p:ph type="dt" sz="half" idx="10"/>
          </p:nvPr>
        </p:nvSpPr>
        <p:spPr/>
        <p:txBody>
          <a:bodyPr/>
          <a:lstStyle/>
          <a:p>
            <a:fld id="{BC3B0A9C-5B2E-400A-98DC-7F241C65F42A}" type="datetime1">
              <a:rPr lang="nb-NO" smtClean="0"/>
              <a:t>27.08.2024</a:t>
            </a:fld>
            <a:endParaRPr lang="nb-NO"/>
          </a:p>
        </p:txBody>
      </p:sp>
      <p:sp>
        <p:nvSpPr>
          <p:cNvPr id="3" name="Plassholder for bunntekst 2"/>
          <p:cNvSpPr>
            <a:spLocks noGrp="1"/>
          </p:cNvSpPr>
          <p:nvPr>
            <p:ph type="ftr" sz="quarter" idx="11"/>
          </p:nvPr>
        </p:nvSpPr>
        <p:spPr/>
        <p:txBody>
          <a:bodyPr/>
          <a:lstStyle/>
          <a:p>
            <a:r>
              <a:rPr lang="nb-NO"/>
              <a:t>Control Trafikkskole</a:t>
            </a:r>
          </a:p>
        </p:txBody>
      </p:sp>
      <p:sp>
        <p:nvSpPr>
          <p:cNvPr id="4" name="Plassholder for lysbildenummer 3"/>
          <p:cNvSpPr>
            <a:spLocks noGrp="1"/>
          </p:cNvSpPr>
          <p:nvPr>
            <p:ph type="sldNum" sz="quarter" idx="12"/>
          </p:nvPr>
        </p:nvSpPr>
        <p:spPr/>
        <p:txBody>
          <a:bodyPr/>
          <a:lstStyle/>
          <a:p>
            <a:fld id="{2EEBBCFE-599B-47F9-B84D-4259C5E2055D}" type="slidenum">
              <a:rPr lang="nb-NO" smtClean="0"/>
              <a:t>‹#›</a:t>
            </a:fld>
            <a:endParaRPr lang="nb-NO"/>
          </a:p>
        </p:txBody>
      </p:sp>
      <p:sp>
        <p:nvSpPr>
          <p:cNvPr id="5" name="Parallellogram 4">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6" name="Parallellogram 5">
            <a:hlinkClick r:id="rId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7" name="Parallellogram 6">
            <a:hlinkClick r:id="rId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8" name="Parallellogram 7">
            <a:hlinkClick r:id="rId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9" name="Parallellogram 8">
            <a:hlinkClick r:id="rId6" action="ppaction://hlinksldjump"/>
          </p:cNvPr>
          <p:cNvSpPr/>
          <p:nvPr userDrawn="1"/>
        </p:nvSpPr>
        <p:spPr>
          <a:xfrm>
            <a:off x="7469491"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0" name="Parallellogram 9">
            <a:hlinkClick r:id="rId7" action="ppaction://hlinksldjump"/>
          </p:cNvPr>
          <p:cNvSpPr/>
          <p:nvPr userDrawn="1"/>
        </p:nvSpPr>
        <p:spPr>
          <a:xfrm>
            <a:off x="8979304"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11" name="Parallellogram 10">
            <a:hlinkClick r:id="rId8" action="ppaction://hlinksldjump"/>
          </p:cNvPr>
          <p:cNvSpPr/>
          <p:nvPr userDrawn="1"/>
        </p:nvSpPr>
        <p:spPr>
          <a:xfrm>
            <a:off x="10489865"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2770019811"/>
      </p:ext>
    </p:extLst>
  </p:cSld>
  <p:clrMapOvr>
    <a:masterClrMapping/>
  </p:clrMapOvr>
</p:sldLayout>
</file>

<file path=ppt/slideLayouts/slideLayout411.xml><?xml version="1.0" encoding="utf-8"?>
<p:sldLayout xmlns:a="http://schemas.openxmlformats.org/drawingml/2006/main" xmlns:r="http://schemas.openxmlformats.org/officeDocument/2006/relationships" xmlns:p="http://schemas.openxmlformats.org/presentationml/2006/main" type="objTx" preserve="1">
  <p:cSld name="Innhold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innhold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19E200AA-F328-4000-938E-05E7A2D593C1}"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3810069177"/>
      </p:ext>
    </p:extLst>
  </p:cSld>
  <p:clrMapOvr>
    <a:masterClrMapping/>
  </p:clrMapOvr>
</p:sldLayout>
</file>

<file path=ppt/slideLayouts/slideLayout412.xml><?xml version="1.0" encoding="utf-8"?>
<p:sldLayout xmlns:a="http://schemas.openxmlformats.org/drawingml/2006/main" xmlns:r="http://schemas.openxmlformats.org/officeDocument/2006/relationships" xmlns:p="http://schemas.openxmlformats.org/presentationml/2006/main" type="picTx" preserve="1">
  <p:cSld name="Bilde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bild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3F3A9247-B701-4DF8-AEC3-666EA1D3E748}"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240653759"/>
      </p:ext>
    </p:extLst>
  </p:cSld>
  <p:clrMapOvr>
    <a:masterClrMapping/>
  </p:clrMapOvr>
</p:sldLayout>
</file>

<file path=ppt/slideLayouts/slideLayout413.xml><?xml version="1.0" encoding="utf-8"?>
<p:sldLayout xmlns:a="http://schemas.openxmlformats.org/drawingml/2006/main" xmlns:r="http://schemas.openxmlformats.org/officeDocument/2006/relationships" xmlns:p="http://schemas.openxmlformats.org/presentationml/2006/main" type="vertTx" preserve="1">
  <p:cSld name="Loddrett tekst">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loddrett tekst 2"/>
          <p:cNvSpPr>
            <a:spLocks noGrp="1"/>
          </p:cNvSpPr>
          <p:nvPr>
            <p:ph type="body" orient="vert" idx="1"/>
          </p:nvPr>
        </p:nvSpPr>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7D7628A4-2DE5-45F8-B8EB-BD1B2B64FA66}"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718870709"/>
      </p:ext>
    </p:extLst>
  </p:cSld>
  <p:clrMapOvr>
    <a:masterClrMapping/>
  </p:clrMapOvr>
</p:sldLayout>
</file>

<file path=ppt/slideLayouts/slideLayout414.xml><?xml version="1.0" encoding="utf-8"?>
<p:sldLayout xmlns:a="http://schemas.openxmlformats.org/drawingml/2006/main" xmlns:r="http://schemas.openxmlformats.org/officeDocument/2006/relationships" xmlns:p="http://schemas.openxmlformats.org/presentationml/2006/main" type="vertTitleAndTx" preserve="1">
  <p:cSld name="Loddrett tittel og tekst">
    <p:spTree>
      <p:nvGrpSpPr>
        <p:cNvPr id="1" name=""/>
        <p:cNvGrpSpPr/>
        <p:nvPr/>
      </p:nvGrpSpPr>
      <p:grpSpPr>
        <a:xfrm>
          <a:off x="0" y="0"/>
          <a:ext cx="0" cy="0"/>
          <a:chOff x="0" y="0"/>
          <a:chExt cx="0" cy="0"/>
        </a:xfrm>
      </p:grpSpPr>
      <p:sp>
        <p:nvSpPr>
          <p:cNvPr id="2" name="Loddrett tittel 1"/>
          <p:cNvSpPr>
            <a:spLocks noGrp="1"/>
          </p:cNvSpPr>
          <p:nvPr>
            <p:ph type="title" orient="vert"/>
          </p:nvPr>
        </p:nvSpPr>
        <p:spPr>
          <a:xfrm>
            <a:off x="8724900" y="365125"/>
            <a:ext cx="2628900" cy="5811838"/>
          </a:xfrm>
        </p:spPr>
        <p:txBody>
          <a:bodyPr vert="eaVert"/>
          <a:lstStyle/>
          <a:p>
            <a:r>
              <a:rPr lang="nb-NO"/>
              <a:t>Klikk for å redigere tittelstil</a:t>
            </a:r>
          </a:p>
        </p:txBody>
      </p:sp>
      <p:sp>
        <p:nvSpPr>
          <p:cNvPr id="3" name="Plassholder for loddrett tekst 2"/>
          <p:cNvSpPr>
            <a:spLocks noGrp="1"/>
          </p:cNvSpPr>
          <p:nvPr>
            <p:ph type="body" orient="vert" idx="1"/>
          </p:nvPr>
        </p:nvSpPr>
        <p:spPr>
          <a:xfrm>
            <a:off x="838200" y="365125"/>
            <a:ext cx="7734300" cy="5811838"/>
          </a:xfrm>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91F71EC5-A3CC-418E-AE26-17045EFC1D15}"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652623525"/>
      </p:ext>
    </p:extLst>
  </p:cSld>
  <p:clrMapOvr>
    <a:masterClrMapping/>
  </p:clrMapOvr>
</p:sldLayout>
</file>

<file path=ppt/slideLayouts/slideLayout415.xml><?xml version="1.0" encoding="utf-8"?>
<p:sldLayout xmlns:a="http://schemas.openxmlformats.org/drawingml/2006/main" xmlns:r="http://schemas.openxmlformats.org/officeDocument/2006/relationships" xmlns:p="http://schemas.openxmlformats.org/presentationml/2006/main" userDrawn="1">
  <p:cSld name="Mål">
    <p:spTree>
      <p:nvGrpSpPr>
        <p:cNvPr id="1" name=""/>
        <p:cNvGrpSpPr/>
        <p:nvPr/>
      </p:nvGrpSpPr>
      <p:grpSpPr>
        <a:xfrm>
          <a:off x="0" y="0"/>
          <a:ext cx="0" cy="0"/>
          <a:chOff x="0" y="0"/>
          <a:chExt cx="0" cy="0"/>
        </a:xfrm>
      </p:grpSpPr>
      <p:sp>
        <p:nvSpPr>
          <p:cNvPr id="7" name="Parallellogram 6">
            <a:hlinkClick r:id="rId2" action="ppaction://hlinksldjump"/>
          </p:cNvPr>
          <p:cNvSpPr/>
          <p:nvPr userDrawn="1"/>
        </p:nvSpPr>
        <p:spPr>
          <a:xfrm>
            <a:off x="1428744"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8" name="Parallellogram 7">
            <a:hlinkClick r:id="rId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9" name="Parallellogram 8">
            <a:hlinkClick r:id="rId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0" name="Parallellogram 9">
            <a:hlinkClick r:id="rId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1" name="Parallellogram 10">
            <a:hlinkClick r:id="rId6" action="ppaction://hlinksldjump"/>
          </p:cNvPr>
          <p:cNvSpPr/>
          <p:nvPr userDrawn="1"/>
        </p:nvSpPr>
        <p:spPr>
          <a:xfrm>
            <a:off x="7469491"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2" name="Parallellogram 11">
            <a:hlinkClick r:id="rId7" action="ppaction://hlinksldjump"/>
          </p:cNvPr>
          <p:cNvSpPr/>
          <p:nvPr userDrawn="1"/>
        </p:nvSpPr>
        <p:spPr>
          <a:xfrm>
            <a:off x="897930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13" name="Parallellogram 12">
            <a:hlinkClick r:id="rId8" action="ppaction://hlinksldjump"/>
          </p:cNvPr>
          <p:cNvSpPr/>
          <p:nvPr userDrawn="1"/>
        </p:nvSpPr>
        <p:spPr>
          <a:xfrm>
            <a:off x="10489865"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1296273587"/>
      </p:ext>
    </p:extLst>
  </p:cSld>
  <p:clrMapOvr>
    <a:masterClrMapping/>
  </p:clrMapOvr>
</p:sldLayout>
</file>

<file path=ppt/slideLayouts/slideLayout416.xml><?xml version="1.0" encoding="utf-8"?>
<p:sldLayout xmlns:a="http://schemas.openxmlformats.org/drawingml/2006/main" xmlns:r="http://schemas.openxmlformats.org/officeDocument/2006/relationships" xmlns:p="http://schemas.openxmlformats.org/presentationml/2006/main" userDrawn="1">
  <p:cSld name="Innhold">
    <p:spTree>
      <p:nvGrpSpPr>
        <p:cNvPr id="1" name=""/>
        <p:cNvGrpSpPr/>
        <p:nvPr/>
      </p:nvGrpSpPr>
      <p:grpSpPr>
        <a:xfrm>
          <a:off x="0" y="0"/>
          <a:ext cx="0" cy="0"/>
          <a:chOff x="0" y="0"/>
          <a:chExt cx="0" cy="0"/>
        </a:xfrm>
      </p:grpSpPr>
      <p:sp>
        <p:nvSpPr>
          <p:cNvPr id="7" name="Parallellogram 6">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8" name="Parallellogram 7">
            <a:hlinkClick r:id="rId3" action="ppaction://hlinksldjump"/>
          </p:cNvPr>
          <p:cNvSpPr/>
          <p:nvPr userDrawn="1"/>
        </p:nvSpPr>
        <p:spPr>
          <a:xfrm>
            <a:off x="2938557"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9" name="Parallellogram 8">
            <a:hlinkClick r:id="rId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0" name="Parallellogram 9">
            <a:hlinkClick r:id="rId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1" name="Parallellogram 10">
            <a:hlinkClick r:id="rId6" action="ppaction://hlinksldjump"/>
          </p:cNvPr>
          <p:cNvSpPr/>
          <p:nvPr userDrawn="1"/>
        </p:nvSpPr>
        <p:spPr>
          <a:xfrm>
            <a:off x="7469491"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2" name="Parallellogram 11">
            <a:hlinkClick r:id="rId7" action="ppaction://hlinksldjump"/>
          </p:cNvPr>
          <p:cNvSpPr/>
          <p:nvPr userDrawn="1"/>
        </p:nvSpPr>
        <p:spPr>
          <a:xfrm>
            <a:off x="897930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13" name="Parallellogram 12">
            <a:hlinkClick r:id="rId8" action="ppaction://hlinksldjump"/>
          </p:cNvPr>
          <p:cNvSpPr/>
          <p:nvPr userDrawn="1"/>
        </p:nvSpPr>
        <p:spPr>
          <a:xfrm>
            <a:off x="10489865"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3587221102"/>
      </p:ext>
    </p:extLst>
  </p:cSld>
  <p:clrMapOvr>
    <a:masterClrMapping/>
  </p:clrMapOvr>
</p:sldLayout>
</file>

<file path=ppt/slideLayouts/slideLayout417.xml><?xml version="1.0" encoding="utf-8"?>
<p:sldLayout xmlns:a="http://schemas.openxmlformats.org/drawingml/2006/main" xmlns:r="http://schemas.openxmlformats.org/officeDocument/2006/relationships" xmlns:p="http://schemas.openxmlformats.org/presentationml/2006/main" userDrawn="1">
  <p:cSld name="Elev">
    <p:spTree>
      <p:nvGrpSpPr>
        <p:cNvPr id="1" name=""/>
        <p:cNvGrpSpPr/>
        <p:nvPr/>
      </p:nvGrpSpPr>
      <p:grpSpPr>
        <a:xfrm>
          <a:off x="0" y="0"/>
          <a:ext cx="0" cy="0"/>
          <a:chOff x="0" y="0"/>
          <a:chExt cx="0" cy="0"/>
        </a:xfrm>
      </p:grpSpPr>
      <p:sp>
        <p:nvSpPr>
          <p:cNvPr id="8" name="Parallellogram 7">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9" name="Parallellogram 8">
            <a:hlinkClick r:id="rId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0" name="Parallellogram 9">
            <a:hlinkClick r:id="rId4" action="ppaction://hlinksldjump"/>
          </p:cNvPr>
          <p:cNvSpPr/>
          <p:nvPr userDrawn="1"/>
        </p:nvSpPr>
        <p:spPr>
          <a:xfrm>
            <a:off x="4449118"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1" name="Parallellogram 10">
            <a:hlinkClick r:id="rId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2" name="Parallellogram 11">
            <a:hlinkClick r:id="rId6" action="ppaction://hlinksldjump"/>
          </p:cNvPr>
          <p:cNvSpPr/>
          <p:nvPr userDrawn="1"/>
        </p:nvSpPr>
        <p:spPr>
          <a:xfrm>
            <a:off x="7469491"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3" name="Parallellogram 12">
            <a:hlinkClick r:id="rId7" action="ppaction://hlinksldjump"/>
          </p:cNvPr>
          <p:cNvSpPr/>
          <p:nvPr userDrawn="1"/>
        </p:nvSpPr>
        <p:spPr>
          <a:xfrm>
            <a:off x="897930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14" name="Parallellogram 13">
            <a:hlinkClick r:id="rId8" action="ppaction://hlinksldjump"/>
          </p:cNvPr>
          <p:cNvSpPr/>
          <p:nvPr userDrawn="1"/>
        </p:nvSpPr>
        <p:spPr>
          <a:xfrm>
            <a:off x="10489865"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247651890"/>
      </p:ext>
    </p:extLst>
  </p:cSld>
  <p:clrMapOvr>
    <a:masterClrMapping/>
  </p:clrMapOvr>
</p:sldLayout>
</file>

<file path=ppt/slideLayouts/slideLayout418.xml><?xml version="1.0" encoding="utf-8"?>
<p:sldLayout xmlns:a="http://schemas.openxmlformats.org/drawingml/2006/main" xmlns:r="http://schemas.openxmlformats.org/officeDocument/2006/relationships" xmlns:p="http://schemas.openxmlformats.org/presentationml/2006/main" userDrawn="1">
  <p:cSld name="Lærer">
    <p:spTree>
      <p:nvGrpSpPr>
        <p:cNvPr id="1" name=""/>
        <p:cNvGrpSpPr/>
        <p:nvPr/>
      </p:nvGrpSpPr>
      <p:grpSpPr>
        <a:xfrm>
          <a:off x="0" y="0"/>
          <a:ext cx="0" cy="0"/>
          <a:chOff x="0" y="0"/>
          <a:chExt cx="0" cy="0"/>
        </a:xfrm>
      </p:grpSpPr>
      <p:sp>
        <p:nvSpPr>
          <p:cNvPr id="10" name="Parallellogram 9">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1" name="Parallellogram 10">
            <a:hlinkClick r:id="rId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2" name="Parallellogram 11">
            <a:hlinkClick r:id="rId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3" name="Parallellogram 12">
            <a:hlinkClick r:id="rId5" action="ppaction://hlinksldjump"/>
          </p:cNvPr>
          <p:cNvSpPr/>
          <p:nvPr userDrawn="1"/>
        </p:nvSpPr>
        <p:spPr>
          <a:xfrm>
            <a:off x="5959678"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4" name="Parallellogram 13">
            <a:hlinkClick r:id="rId6" action="ppaction://hlinksldjump"/>
          </p:cNvPr>
          <p:cNvSpPr/>
          <p:nvPr userDrawn="1"/>
        </p:nvSpPr>
        <p:spPr>
          <a:xfrm>
            <a:off x="7469491"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5" name="Parallellogram 14">
            <a:hlinkClick r:id="rId7" action="ppaction://hlinksldjump"/>
          </p:cNvPr>
          <p:cNvSpPr/>
          <p:nvPr userDrawn="1"/>
        </p:nvSpPr>
        <p:spPr>
          <a:xfrm>
            <a:off x="897930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16" name="Parallellogram 15">
            <a:hlinkClick r:id="rId8" action="ppaction://hlinksldjump"/>
          </p:cNvPr>
          <p:cNvSpPr/>
          <p:nvPr userDrawn="1"/>
        </p:nvSpPr>
        <p:spPr>
          <a:xfrm>
            <a:off x="10489865"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645866958"/>
      </p:ext>
    </p:extLst>
  </p:cSld>
  <p:clrMapOvr>
    <a:masterClrMapping/>
  </p:clrMapOvr>
</p:sldLayout>
</file>

<file path=ppt/slideLayouts/slideLayout419.xml><?xml version="1.0" encoding="utf-8"?>
<p:sldLayout xmlns:a="http://schemas.openxmlformats.org/drawingml/2006/main" xmlns:r="http://schemas.openxmlformats.org/officeDocument/2006/relationships" xmlns:p="http://schemas.openxmlformats.org/presentationml/2006/main" userDrawn="1">
  <p:cSld name="Metode">
    <p:spTree>
      <p:nvGrpSpPr>
        <p:cNvPr id="1" name=""/>
        <p:cNvGrpSpPr/>
        <p:nvPr/>
      </p:nvGrpSpPr>
      <p:grpSpPr>
        <a:xfrm>
          <a:off x="0" y="0"/>
          <a:ext cx="0" cy="0"/>
          <a:chOff x="0" y="0"/>
          <a:chExt cx="0" cy="0"/>
        </a:xfrm>
      </p:grpSpPr>
      <p:sp>
        <p:nvSpPr>
          <p:cNvPr id="6" name="Parallellogram 5">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7" name="Parallellogram 6">
            <a:hlinkClick r:id="rId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8" name="Parallellogram 7">
            <a:hlinkClick r:id="rId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9" name="Parallellogram 8">
            <a:hlinkClick r:id="rId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0" name="Parallellogram 9">
            <a:hlinkClick r:id="rId6" action="ppaction://hlinksldjump"/>
          </p:cNvPr>
          <p:cNvSpPr/>
          <p:nvPr userDrawn="1"/>
        </p:nvSpPr>
        <p:spPr>
          <a:xfrm>
            <a:off x="7469491"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1" name="Parallellogram 10">
            <a:hlinkClick r:id="rId7" action="ppaction://hlinksldjump"/>
          </p:cNvPr>
          <p:cNvSpPr/>
          <p:nvPr userDrawn="1"/>
        </p:nvSpPr>
        <p:spPr>
          <a:xfrm>
            <a:off x="897930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12" name="Parallellogram 11">
            <a:hlinkClick r:id="rId8" action="ppaction://hlinksldjump"/>
          </p:cNvPr>
          <p:cNvSpPr/>
          <p:nvPr userDrawn="1"/>
        </p:nvSpPr>
        <p:spPr>
          <a:xfrm>
            <a:off x="10489865"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3583493866"/>
      </p:ext>
    </p:extLst>
  </p:cSld>
  <p:clrMapOvr>
    <a:masterClrMapping/>
  </p:clrMapOvr>
</p:sldLayout>
</file>

<file path=ppt/slideLayouts/slideLayout420.xml><?xml version="1.0" encoding="utf-8"?>
<p:sldLayout xmlns:a="http://schemas.openxmlformats.org/drawingml/2006/main" xmlns:r="http://schemas.openxmlformats.org/officeDocument/2006/relationships" xmlns:p="http://schemas.openxmlformats.org/presentationml/2006/main" userDrawn="1">
  <p:cSld name="Vurdering">
    <p:spTree>
      <p:nvGrpSpPr>
        <p:cNvPr id="1" name=""/>
        <p:cNvGrpSpPr/>
        <p:nvPr/>
      </p:nvGrpSpPr>
      <p:grpSpPr>
        <a:xfrm>
          <a:off x="0" y="0"/>
          <a:ext cx="0" cy="0"/>
          <a:chOff x="0" y="0"/>
          <a:chExt cx="0" cy="0"/>
        </a:xfrm>
      </p:grpSpPr>
      <p:sp>
        <p:nvSpPr>
          <p:cNvPr id="8" name="Parallellogram 7">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9" name="Parallellogram 8">
            <a:hlinkClick r:id="rId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0" name="Parallellogram 9">
            <a:hlinkClick r:id="rId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1" name="Parallellogram 10">
            <a:hlinkClick r:id="rId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2" name="Parallellogram 11">
            <a:hlinkClick r:id="rId6" action="ppaction://hlinksldjump"/>
          </p:cNvPr>
          <p:cNvSpPr/>
          <p:nvPr userDrawn="1"/>
        </p:nvSpPr>
        <p:spPr>
          <a:xfrm>
            <a:off x="7469491"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3" name="Parallellogram 12">
            <a:hlinkClick r:id="rId7" action="ppaction://hlinksldjump"/>
          </p:cNvPr>
          <p:cNvSpPr/>
          <p:nvPr userDrawn="1"/>
        </p:nvSpPr>
        <p:spPr>
          <a:xfrm>
            <a:off x="897930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14" name="Parallellogram 13">
            <a:hlinkClick r:id="rId8" action="ppaction://hlinksldjump"/>
          </p:cNvPr>
          <p:cNvSpPr/>
          <p:nvPr userDrawn="1"/>
        </p:nvSpPr>
        <p:spPr>
          <a:xfrm>
            <a:off x="10489865"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2004372077"/>
      </p:ext>
    </p:extLst>
  </p:cSld>
  <p:clrMapOvr>
    <a:masterClrMapping/>
  </p:clrMapOvr>
</p:sldLayout>
</file>

<file path=ppt/slideLayouts/slideLayout421.xml><?xml version="1.0" encoding="utf-8"?>
<p:sldLayout xmlns:a="http://schemas.openxmlformats.org/drawingml/2006/main" xmlns:r="http://schemas.openxmlformats.org/officeDocument/2006/relationships" xmlns:p="http://schemas.openxmlformats.org/presentationml/2006/main" type="title" preserve="1">
  <p:cSld name="Tittellysbilde">
    <p:spTree>
      <p:nvGrpSpPr>
        <p:cNvPr id="1" name=""/>
        <p:cNvGrpSpPr/>
        <p:nvPr/>
      </p:nvGrpSpPr>
      <p:grpSpPr>
        <a:xfrm>
          <a:off x="0" y="0"/>
          <a:ext cx="0" cy="0"/>
          <a:chOff x="0" y="0"/>
          <a:chExt cx="0" cy="0"/>
        </a:xfrm>
      </p:grpSpPr>
      <p:sp>
        <p:nvSpPr>
          <p:cNvPr id="2" name="Tittel 1"/>
          <p:cNvSpPr>
            <a:spLocks noGrp="1"/>
          </p:cNvSpPr>
          <p:nvPr>
            <p:ph type="ctrTitle"/>
          </p:nvPr>
        </p:nvSpPr>
        <p:spPr>
          <a:xfrm>
            <a:off x="1524000" y="1122363"/>
            <a:ext cx="9144000" cy="2387600"/>
          </a:xfrm>
        </p:spPr>
        <p:txBody>
          <a:bodyPr anchor="b"/>
          <a:lstStyle>
            <a:lvl1pPr algn="ctr">
              <a:defRPr sz="6000"/>
            </a:lvl1pPr>
          </a:lstStyle>
          <a:p>
            <a:r>
              <a:rPr lang="nb-NO"/>
              <a:t>Klikk for å redigere tittelstil</a:t>
            </a:r>
          </a:p>
        </p:txBody>
      </p:sp>
      <p:sp>
        <p:nvSpPr>
          <p:cNvPr id="3" name="Undertit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b-NO"/>
              <a:t>Klikk for å redigere undertittelstil i malen</a:t>
            </a:r>
          </a:p>
        </p:txBody>
      </p:sp>
      <p:sp>
        <p:nvSpPr>
          <p:cNvPr id="4" name="Plassholder for dato 3"/>
          <p:cNvSpPr>
            <a:spLocks noGrp="1"/>
          </p:cNvSpPr>
          <p:nvPr>
            <p:ph type="dt" sz="half" idx="10"/>
          </p:nvPr>
        </p:nvSpPr>
        <p:spPr/>
        <p:txBody>
          <a:bodyPr/>
          <a:lstStyle/>
          <a:p>
            <a:fld id="{8806A758-19BB-4461-9973-DDAC08325605}"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240639310"/>
      </p:ext>
    </p:extLst>
  </p:cSld>
  <p:clrMapOvr>
    <a:masterClrMapping/>
  </p:clrMapOvr>
</p:sldLayout>
</file>

<file path=ppt/slideLayouts/slideLayout422.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idx="1"/>
          </p:nvPr>
        </p:nvSpPr>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91628847-ECED-4D76-8E3F-CF16DED9B0AC}"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4003616963"/>
      </p:ext>
    </p:extLst>
  </p:cSld>
  <p:clrMapOvr>
    <a:masterClrMapping/>
  </p:clrMapOvr>
</p:sldLayout>
</file>

<file path=ppt/slideLayouts/slideLayout423.xml><?xml version="1.0" encoding="utf-8"?>
<p:sldLayout xmlns:a="http://schemas.openxmlformats.org/drawingml/2006/main" xmlns:r="http://schemas.openxmlformats.org/officeDocument/2006/relationships" xmlns:p="http://schemas.openxmlformats.org/presentationml/2006/main" type="secHead" preserve="1">
  <p:cSld name="Deloverskrift">
    <p:spTree>
      <p:nvGrpSpPr>
        <p:cNvPr id="1" name=""/>
        <p:cNvGrpSpPr/>
        <p:nvPr/>
      </p:nvGrpSpPr>
      <p:grpSpPr>
        <a:xfrm>
          <a:off x="0" y="0"/>
          <a:ext cx="0" cy="0"/>
          <a:chOff x="0" y="0"/>
          <a:chExt cx="0" cy="0"/>
        </a:xfrm>
      </p:grpSpPr>
      <p:sp>
        <p:nvSpPr>
          <p:cNvPr id="2" name="Tittel 1"/>
          <p:cNvSpPr>
            <a:spLocks noGrp="1"/>
          </p:cNvSpPr>
          <p:nvPr>
            <p:ph type="title"/>
          </p:nvPr>
        </p:nvSpPr>
        <p:spPr>
          <a:xfrm>
            <a:off x="831850" y="1709738"/>
            <a:ext cx="10515600" cy="2852737"/>
          </a:xfrm>
        </p:spPr>
        <p:txBody>
          <a:bodyPr anchor="b"/>
          <a:lstStyle>
            <a:lvl1pPr>
              <a:defRPr sz="6000"/>
            </a:lvl1pPr>
          </a:lstStyle>
          <a:p>
            <a:r>
              <a:rPr lang="nb-NO"/>
              <a:t>Klikk for å redigere tittelstil</a:t>
            </a:r>
          </a:p>
        </p:txBody>
      </p:sp>
      <p:sp>
        <p:nvSpPr>
          <p:cNvPr id="3" name="Plassholder for teks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b-NO"/>
              <a:t>Rediger tekststiler i malen</a:t>
            </a:r>
          </a:p>
        </p:txBody>
      </p:sp>
      <p:sp>
        <p:nvSpPr>
          <p:cNvPr id="4" name="Plassholder for dato 3"/>
          <p:cNvSpPr>
            <a:spLocks noGrp="1"/>
          </p:cNvSpPr>
          <p:nvPr>
            <p:ph type="dt" sz="half" idx="10"/>
          </p:nvPr>
        </p:nvSpPr>
        <p:spPr/>
        <p:txBody>
          <a:bodyPr/>
          <a:lstStyle/>
          <a:p>
            <a:fld id="{34217475-017E-4DB7-8832-2F3295D021A9}"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605234847"/>
      </p:ext>
    </p:extLst>
  </p:cSld>
  <p:clrMapOvr>
    <a:masterClrMapping/>
  </p:clrMapOvr>
</p:sldLayout>
</file>

<file path=ppt/slideLayouts/slideLayout424.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sz="half" idx="1"/>
          </p:nvPr>
        </p:nvSpPr>
        <p:spPr>
          <a:xfrm>
            <a:off x="838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innhold 3"/>
          <p:cNvSpPr>
            <a:spLocks noGrp="1"/>
          </p:cNvSpPr>
          <p:nvPr>
            <p:ph sz="half" idx="2"/>
          </p:nvPr>
        </p:nvSpPr>
        <p:spPr>
          <a:xfrm>
            <a:off x="6172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dato 4"/>
          <p:cNvSpPr>
            <a:spLocks noGrp="1"/>
          </p:cNvSpPr>
          <p:nvPr>
            <p:ph type="dt" sz="half" idx="10"/>
          </p:nvPr>
        </p:nvSpPr>
        <p:spPr/>
        <p:txBody>
          <a:bodyPr/>
          <a:lstStyle/>
          <a:p>
            <a:fld id="{A299518E-FFBD-4206-B8BC-EAA5FEC20123}"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2725498297"/>
      </p:ext>
    </p:extLst>
  </p:cSld>
  <p:clrMapOvr>
    <a:masterClrMapping/>
  </p:clrMapOvr>
</p:sldLayout>
</file>

<file path=ppt/slideLayouts/slideLayout425.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tel 1"/>
          <p:cNvSpPr>
            <a:spLocks noGrp="1"/>
          </p:cNvSpPr>
          <p:nvPr>
            <p:ph type="title"/>
          </p:nvPr>
        </p:nvSpPr>
        <p:spPr>
          <a:xfrm>
            <a:off x="839788" y="365125"/>
            <a:ext cx="10515600" cy="1325563"/>
          </a:xfrm>
        </p:spPr>
        <p:txBody>
          <a:bodyPr/>
          <a:lstStyle/>
          <a:p>
            <a:r>
              <a:rPr lang="nb-NO"/>
              <a:t>Klikk for å redigere tittelstil</a:t>
            </a:r>
          </a:p>
        </p:txBody>
      </p:sp>
      <p:sp>
        <p:nvSpPr>
          <p:cNvPr id="3" name="Plassholder for teks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4" name="Plassholder for innhold 3"/>
          <p:cNvSpPr>
            <a:spLocks noGrp="1"/>
          </p:cNvSpPr>
          <p:nvPr>
            <p:ph sz="half" idx="2"/>
          </p:nvPr>
        </p:nvSpPr>
        <p:spPr>
          <a:xfrm>
            <a:off x="839788" y="2505075"/>
            <a:ext cx="5157787"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teks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6" name="Plassholder for innhold 5"/>
          <p:cNvSpPr>
            <a:spLocks noGrp="1"/>
          </p:cNvSpPr>
          <p:nvPr>
            <p:ph sz="quarter" idx="4"/>
          </p:nvPr>
        </p:nvSpPr>
        <p:spPr>
          <a:xfrm>
            <a:off x="6172200" y="2505075"/>
            <a:ext cx="5183188"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7" name="Plassholder for dato 6"/>
          <p:cNvSpPr>
            <a:spLocks noGrp="1"/>
          </p:cNvSpPr>
          <p:nvPr>
            <p:ph type="dt" sz="half" idx="10"/>
          </p:nvPr>
        </p:nvSpPr>
        <p:spPr/>
        <p:txBody>
          <a:bodyPr/>
          <a:lstStyle/>
          <a:p>
            <a:fld id="{E6F8FF13-7BA1-4189-895D-4AB9FD9D2766}" type="datetime1">
              <a:rPr lang="nb-NO" smtClean="0"/>
              <a:t>27.08.2024</a:t>
            </a:fld>
            <a:endParaRPr lang="nb-NO"/>
          </a:p>
        </p:txBody>
      </p:sp>
      <p:sp>
        <p:nvSpPr>
          <p:cNvPr id="8" name="Plassholder for bunntekst 7"/>
          <p:cNvSpPr>
            <a:spLocks noGrp="1"/>
          </p:cNvSpPr>
          <p:nvPr>
            <p:ph type="ftr" sz="quarter" idx="11"/>
          </p:nvPr>
        </p:nvSpPr>
        <p:spPr/>
        <p:txBody>
          <a:bodyPr/>
          <a:lstStyle/>
          <a:p>
            <a:r>
              <a:rPr lang="nb-NO"/>
              <a:t>Control Trafikkskole</a:t>
            </a:r>
          </a:p>
        </p:txBody>
      </p:sp>
      <p:sp>
        <p:nvSpPr>
          <p:cNvPr id="9" name="Plassholder for lysbildenummer 8"/>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2320180878"/>
      </p:ext>
    </p:extLst>
  </p:cSld>
  <p:clrMapOvr>
    <a:masterClrMapping/>
  </p:clrMapOvr>
</p:sldLayout>
</file>

<file path=ppt/slideLayouts/slideLayout426.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dato 2"/>
          <p:cNvSpPr>
            <a:spLocks noGrp="1"/>
          </p:cNvSpPr>
          <p:nvPr>
            <p:ph type="dt" sz="half" idx="10"/>
          </p:nvPr>
        </p:nvSpPr>
        <p:spPr/>
        <p:txBody>
          <a:bodyPr/>
          <a:lstStyle/>
          <a:p>
            <a:fld id="{A53534F3-84D0-406D-A46E-0AF40C56A03F}" type="datetime1">
              <a:rPr lang="nb-NO" smtClean="0"/>
              <a:t>27.08.2024</a:t>
            </a:fld>
            <a:endParaRPr lang="nb-NO"/>
          </a:p>
        </p:txBody>
      </p:sp>
      <p:sp>
        <p:nvSpPr>
          <p:cNvPr id="4" name="Plassholder for bunntekst 3"/>
          <p:cNvSpPr>
            <a:spLocks noGrp="1"/>
          </p:cNvSpPr>
          <p:nvPr>
            <p:ph type="ftr" sz="quarter" idx="11"/>
          </p:nvPr>
        </p:nvSpPr>
        <p:spPr/>
        <p:txBody>
          <a:bodyPr/>
          <a:lstStyle/>
          <a:p>
            <a:r>
              <a:rPr lang="nb-NO"/>
              <a:t>Control Trafikkskole</a:t>
            </a:r>
          </a:p>
        </p:txBody>
      </p:sp>
      <p:sp>
        <p:nvSpPr>
          <p:cNvPr id="5" name="Plassholder for lysbildenummer 4"/>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4242110606"/>
      </p:ext>
    </p:extLst>
  </p:cSld>
  <p:clrMapOvr>
    <a:masterClrMapping/>
  </p:clrMapOvr>
</p:sldLayout>
</file>

<file path=ppt/slideLayouts/slideLayout427.xml><?xml version="1.0" encoding="utf-8"?>
<p:sldLayout xmlns:a="http://schemas.openxmlformats.org/drawingml/2006/main" xmlns:r="http://schemas.openxmlformats.org/officeDocument/2006/relationships" xmlns:p="http://schemas.openxmlformats.org/presentationml/2006/main" type="blank" preserve="1">
  <p:cSld name="Rutevalg">
    <p:spTree>
      <p:nvGrpSpPr>
        <p:cNvPr id="1" name=""/>
        <p:cNvGrpSpPr/>
        <p:nvPr/>
      </p:nvGrpSpPr>
      <p:grpSpPr>
        <a:xfrm>
          <a:off x="0" y="0"/>
          <a:ext cx="0" cy="0"/>
          <a:chOff x="0" y="0"/>
          <a:chExt cx="0" cy="0"/>
        </a:xfrm>
      </p:grpSpPr>
      <p:sp>
        <p:nvSpPr>
          <p:cNvPr id="2" name="Plassholder for dato 1"/>
          <p:cNvSpPr>
            <a:spLocks noGrp="1"/>
          </p:cNvSpPr>
          <p:nvPr>
            <p:ph type="dt" sz="half" idx="10"/>
          </p:nvPr>
        </p:nvSpPr>
        <p:spPr/>
        <p:txBody>
          <a:bodyPr/>
          <a:lstStyle/>
          <a:p>
            <a:fld id="{856BE37A-A110-4B40-9CFC-502E5A953532}" type="datetime1">
              <a:rPr lang="nb-NO" smtClean="0"/>
              <a:t>27.08.2024</a:t>
            </a:fld>
            <a:endParaRPr lang="nb-NO"/>
          </a:p>
        </p:txBody>
      </p:sp>
      <p:sp>
        <p:nvSpPr>
          <p:cNvPr id="3" name="Plassholder for bunntekst 2"/>
          <p:cNvSpPr>
            <a:spLocks noGrp="1"/>
          </p:cNvSpPr>
          <p:nvPr>
            <p:ph type="ftr" sz="quarter" idx="11"/>
          </p:nvPr>
        </p:nvSpPr>
        <p:spPr/>
        <p:txBody>
          <a:bodyPr/>
          <a:lstStyle/>
          <a:p>
            <a:r>
              <a:rPr lang="nb-NO"/>
              <a:t>Control Trafikkskole</a:t>
            </a:r>
          </a:p>
        </p:txBody>
      </p:sp>
      <p:sp>
        <p:nvSpPr>
          <p:cNvPr id="4" name="Plassholder for lysbildenummer 3"/>
          <p:cNvSpPr>
            <a:spLocks noGrp="1"/>
          </p:cNvSpPr>
          <p:nvPr>
            <p:ph type="sldNum" sz="quarter" idx="12"/>
          </p:nvPr>
        </p:nvSpPr>
        <p:spPr/>
        <p:txBody>
          <a:bodyPr/>
          <a:lstStyle/>
          <a:p>
            <a:fld id="{2EEBBCFE-599B-47F9-B84D-4259C5E2055D}" type="slidenum">
              <a:rPr lang="nb-NO" smtClean="0"/>
              <a:t>‹#›</a:t>
            </a:fld>
            <a:endParaRPr lang="nb-NO"/>
          </a:p>
        </p:txBody>
      </p:sp>
      <p:sp>
        <p:nvSpPr>
          <p:cNvPr id="5" name="Parallellogram 4">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6" name="Parallellogram 5">
            <a:hlinkClick r:id="rId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7" name="Parallellogram 6">
            <a:hlinkClick r:id="rId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8" name="Parallellogram 7">
            <a:hlinkClick r:id="rId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9" name="Parallellogram 8">
            <a:hlinkClick r:id="rId6" action="ppaction://hlinksldjump"/>
          </p:cNvPr>
          <p:cNvSpPr/>
          <p:nvPr userDrawn="1"/>
        </p:nvSpPr>
        <p:spPr>
          <a:xfrm>
            <a:off x="7469491"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0" name="Parallellogram 9">
            <a:hlinkClick r:id="rId7" action="ppaction://hlinksldjump"/>
          </p:cNvPr>
          <p:cNvSpPr/>
          <p:nvPr userDrawn="1"/>
        </p:nvSpPr>
        <p:spPr>
          <a:xfrm>
            <a:off x="8979304"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11" name="Parallellogram 10">
            <a:hlinkClick r:id="rId8" action="ppaction://hlinksldjump"/>
          </p:cNvPr>
          <p:cNvSpPr/>
          <p:nvPr userDrawn="1"/>
        </p:nvSpPr>
        <p:spPr>
          <a:xfrm>
            <a:off x="10489865"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2795911267"/>
      </p:ext>
    </p:extLst>
  </p:cSld>
  <p:clrMapOvr>
    <a:masterClrMapping/>
  </p:clrMapOvr>
</p:sldLayout>
</file>

<file path=ppt/slideLayouts/slideLayout428.xml><?xml version="1.0" encoding="utf-8"?>
<p:sldLayout xmlns:a="http://schemas.openxmlformats.org/drawingml/2006/main" xmlns:r="http://schemas.openxmlformats.org/officeDocument/2006/relationships" xmlns:p="http://schemas.openxmlformats.org/presentationml/2006/main" type="objTx" preserve="1">
  <p:cSld name="Innhold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innhold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8C0E922C-ECCD-4A75-8EB2-1F516591CF81}"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4294826019"/>
      </p:ext>
    </p:extLst>
  </p:cSld>
  <p:clrMapOvr>
    <a:masterClrMapping/>
  </p:clrMapOvr>
</p:sldLayout>
</file>

<file path=ppt/slideLayouts/slideLayout429.xml><?xml version="1.0" encoding="utf-8"?>
<p:sldLayout xmlns:a="http://schemas.openxmlformats.org/drawingml/2006/main" xmlns:r="http://schemas.openxmlformats.org/officeDocument/2006/relationships" xmlns:p="http://schemas.openxmlformats.org/presentationml/2006/main" type="picTx" preserve="1">
  <p:cSld name="Bilde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bild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B177FDA0-D786-47ED-B326-1423942E69B8}"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508407031"/>
      </p:ext>
    </p:extLst>
  </p:cSld>
  <p:clrMapOvr>
    <a:masterClrMapping/>
  </p:clrMapOvr>
</p:sldLayout>
</file>

<file path=ppt/slideLayouts/slideLayout430.xml><?xml version="1.0" encoding="utf-8"?>
<p:sldLayout xmlns:a="http://schemas.openxmlformats.org/drawingml/2006/main" xmlns:r="http://schemas.openxmlformats.org/officeDocument/2006/relationships" xmlns:p="http://schemas.openxmlformats.org/presentationml/2006/main" type="vertTx" preserve="1">
  <p:cSld name="Loddrett tekst">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loddrett tekst 2"/>
          <p:cNvSpPr>
            <a:spLocks noGrp="1"/>
          </p:cNvSpPr>
          <p:nvPr>
            <p:ph type="body" orient="vert" idx="1"/>
          </p:nvPr>
        </p:nvSpPr>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1EE7B21F-21A1-4569-B46A-C7D334C538FC}"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892160996"/>
      </p:ext>
    </p:extLst>
  </p:cSld>
  <p:clrMapOvr>
    <a:masterClrMapping/>
  </p:clrMapOvr>
</p:sldLayout>
</file>

<file path=ppt/slideLayouts/slideLayout431.xml><?xml version="1.0" encoding="utf-8"?>
<p:sldLayout xmlns:a="http://schemas.openxmlformats.org/drawingml/2006/main" xmlns:r="http://schemas.openxmlformats.org/officeDocument/2006/relationships" xmlns:p="http://schemas.openxmlformats.org/presentationml/2006/main" type="vertTitleAndTx" preserve="1">
  <p:cSld name="Loddrett tittel og tekst">
    <p:spTree>
      <p:nvGrpSpPr>
        <p:cNvPr id="1" name=""/>
        <p:cNvGrpSpPr/>
        <p:nvPr/>
      </p:nvGrpSpPr>
      <p:grpSpPr>
        <a:xfrm>
          <a:off x="0" y="0"/>
          <a:ext cx="0" cy="0"/>
          <a:chOff x="0" y="0"/>
          <a:chExt cx="0" cy="0"/>
        </a:xfrm>
      </p:grpSpPr>
      <p:sp>
        <p:nvSpPr>
          <p:cNvPr id="2" name="Loddrett tittel 1"/>
          <p:cNvSpPr>
            <a:spLocks noGrp="1"/>
          </p:cNvSpPr>
          <p:nvPr>
            <p:ph type="title" orient="vert"/>
          </p:nvPr>
        </p:nvSpPr>
        <p:spPr>
          <a:xfrm>
            <a:off x="8724900" y="365125"/>
            <a:ext cx="2628900" cy="5811838"/>
          </a:xfrm>
        </p:spPr>
        <p:txBody>
          <a:bodyPr vert="eaVert"/>
          <a:lstStyle/>
          <a:p>
            <a:r>
              <a:rPr lang="nb-NO"/>
              <a:t>Klikk for å redigere tittelstil</a:t>
            </a:r>
          </a:p>
        </p:txBody>
      </p:sp>
      <p:sp>
        <p:nvSpPr>
          <p:cNvPr id="3" name="Plassholder for loddrett tekst 2"/>
          <p:cNvSpPr>
            <a:spLocks noGrp="1"/>
          </p:cNvSpPr>
          <p:nvPr>
            <p:ph type="body" orient="vert" idx="1"/>
          </p:nvPr>
        </p:nvSpPr>
        <p:spPr>
          <a:xfrm>
            <a:off x="838200" y="365125"/>
            <a:ext cx="7734300" cy="5811838"/>
          </a:xfrm>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FE442B9E-54CC-4D81-A631-244BE00C7FB6}"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311502581"/>
      </p:ext>
    </p:extLst>
  </p:cSld>
  <p:clrMapOvr>
    <a:masterClrMapping/>
  </p:clrMapOvr>
</p:sldLayout>
</file>

<file path=ppt/slideLayouts/slideLayout432.xml><?xml version="1.0" encoding="utf-8"?>
<p:sldLayout xmlns:a="http://schemas.openxmlformats.org/drawingml/2006/main" xmlns:r="http://schemas.openxmlformats.org/officeDocument/2006/relationships" xmlns:p="http://schemas.openxmlformats.org/presentationml/2006/main" userDrawn="1">
  <p:cSld name="Mål">
    <p:spTree>
      <p:nvGrpSpPr>
        <p:cNvPr id="1" name=""/>
        <p:cNvGrpSpPr/>
        <p:nvPr/>
      </p:nvGrpSpPr>
      <p:grpSpPr>
        <a:xfrm>
          <a:off x="0" y="0"/>
          <a:ext cx="0" cy="0"/>
          <a:chOff x="0" y="0"/>
          <a:chExt cx="0" cy="0"/>
        </a:xfrm>
      </p:grpSpPr>
      <p:sp>
        <p:nvSpPr>
          <p:cNvPr id="7" name="Parallellogram 6">
            <a:hlinkClick r:id="rId2" action="ppaction://hlinksldjump"/>
          </p:cNvPr>
          <p:cNvSpPr/>
          <p:nvPr userDrawn="1"/>
        </p:nvSpPr>
        <p:spPr>
          <a:xfrm>
            <a:off x="1428744"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8" name="Parallellogram 7">
            <a:hlinkClick r:id="rId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9" name="Parallellogram 8">
            <a:hlinkClick r:id="rId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0" name="Parallellogram 9">
            <a:hlinkClick r:id="rId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1" name="Parallellogram 10">
            <a:hlinkClick r:id="rId6" action="ppaction://hlinksldjump"/>
          </p:cNvPr>
          <p:cNvSpPr/>
          <p:nvPr userDrawn="1"/>
        </p:nvSpPr>
        <p:spPr>
          <a:xfrm>
            <a:off x="7469491"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2" name="Parallellogram 11">
            <a:hlinkClick r:id="rId7" action="ppaction://hlinksldjump"/>
          </p:cNvPr>
          <p:cNvSpPr/>
          <p:nvPr userDrawn="1"/>
        </p:nvSpPr>
        <p:spPr>
          <a:xfrm>
            <a:off x="897930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13" name="Parallellogram 12">
            <a:hlinkClick r:id="rId8" action="ppaction://hlinksldjump"/>
          </p:cNvPr>
          <p:cNvSpPr/>
          <p:nvPr userDrawn="1"/>
        </p:nvSpPr>
        <p:spPr>
          <a:xfrm>
            <a:off x="10489865"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649673023"/>
      </p:ext>
    </p:extLst>
  </p:cSld>
  <p:clrMapOvr>
    <a:masterClrMapping/>
  </p:clrMapOvr>
</p:sldLayout>
</file>

<file path=ppt/slideLayouts/slideLayout433.xml><?xml version="1.0" encoding="utf-8"?>
<p:sldLayout xmlns:a="http://schemas.openxmlformats.org/drawingml/2006/main" xmlns:r="http://schemas.openxmlformats.org/officeDocument/2006/relationships" xmlns:p="http://schemas.openxmlformats.org/presentationml/2006/main" userDrawn="1">
  <p:cSld name="Innhold">
    <p:spTree>
      <p:nvGrpSpPr>
        <p:cNvPr id="1" name=""/>
        <p:cNvGrpSpPr/>
        <p:nvPr/>
      </p:nvGrpSpPr>
      <p:grpSpPr>
        <a:xfrm>
          <a:off x="0" y="0"/>
          <a:ext cx="0" cy="0"/>
          <a:chOff x="0" y="0"/>
          <a:chExt cx="0" cy="0"/>
        </a:xfrm>
      </p:grpSpPr>
      <p:sp>
        <p:nvSpPr>
          <p:cNvPr id="14" name="Parallellogram 13">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5" name="Parallellogram 14">
            <a:hlinkClick r:id="rId3" action="ppaction://hlinksldjump"/>
          </p:cNvPr>
          <p:cNvSpPr/>
          <p:nvPr userDrawn="1"/>
        </p:nvSpPr>
        <p:spPr>
          <a:xfrm>
            <a:off x="2938557"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6" name="Parallellogram 15">
            <a:hlinkClick r:id="rId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7" name="Parallellogram 16">
            <a:hlinkClick r:id="rId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8" name="Parallellogram 17">
            <a:hlinkClick r:id="rId6" action="ppaction://hlinksldjump"/>
          </p:cNvPr>
          <p:cNvSpPr/>
          <p:nvPr userDrawn="1"/>
        </p:nvSpPr>
        <p:spPr>
          <a:xfrm>
            <a:off x="7469491"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9" name="Parallellogram 18">
            <a:hlinkClick r:id="rId7" action="ppaction://hlinksldjump"/>
          </p:cNvPr>
          <p:cNvSpPr/>
          <p:nvPr userDrawn="1"/>
        </p:nvSpPr>
        <p:spPr>
          <a:xfrm>
            <a:off x="897930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20" name="Parallellogram 19">
            <a:hlinkClick r:id="rId8" action="ppaction://hlinksldjump"/>
          </p:cNvPr>
          <p:cNvSpPr/>
          <p:nvPr userDrawn="1"/>
        </p:nvSpPr>
        <p:spPr>
          <a:xfrm>
            <a:off x="10489865"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2770013764"/>
      </p:ext>
    </p:extLst>
  </p:cSld>
  <p:clrMapOvr>
    <a:masterClrMapping/>
  </p:clrMapOvr>
</p:sldLayout>
</file>

<file path=ppt/slideLayouts/slideLayout434.xml><?xml version="1.0" encoding="utf-8"?>
<p:sldLayout xmlns:a="http://schemas.openxmlformats.org/drawingml/2006/main" xmlns:r="http://schemas.openxmlformats.org/officeDocument/2006/relationships" xmlns:p="http://schemas.openxmlformats.org/presentationml/2006/main" userDrawn="1">
  <p:cSld name="Elev">
    <p:spTree>
      <p:nvGrpSpPr>
        <p:cNvPr id="1" name=""/>
        <p:cNvGrpSpPr/>
        <p:nvPr/>
      </p:nvGrpSpPr>
      <p:grpSpPr>
        <a:xfrm>
          <a:off x="0" y="0"/>
          <a:ext cx="0" cy="0"/>
          <a:chOff x="0" y="0"/>
          <a:chExt cx="0" cy="0"/>
        </a:xfrm>
      </p:grpSpPr>
      <p:sp>
        <p:nvSpPr>
          <p:cNvPr id="15" name="Parallellogram 14">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6" name="Parallellogram 15">
            <a:hlinkClick r:id="rId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7" name="Parallellogram 16">
            <a:hlinkClick r:id="rId4" action="ppaction://hlinksldjump"/>
          </p:cNvPr>
          <p:cNvSpPr/>
          <p:nvPr userDrawn="1"/>
        </p:nvSpPr>
        <p:spPr>
          <a:xfrm>
            <a:off x="4449118"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8" name="Parallellogram 17">
            <a:hlinkClick r:id="rId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9" name="Parallellogram 18">
            <a:hlinkClick r:id="rId6" action="ppaction://hlinksldjump"/>
          </p:cNvPr>
          <p:cNvSpPr/>
          <p:nvPr userDrawn="1"/>
        </p:nvSpPr>
        <p:spPr>
          <a:xfrm>
            <a:off x="7469491"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20" name="Parallellogram 19">
            <a:hlinkClick r:id="rId7" action="ppaction://hlinksldjump"/>
          </p:cNvPr>
          <p:cNvSpPr/>
          <p:nvPr userDrawn="1"/>
        </p:nvSpPr>
        <p:spPr>
          <a:xfrm>
            <a:off x="897930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21" name="Parallellogram 20">
            <a:hlinkClick r:id="rId8" action="ppaction://hlinksldjump"/>
          </p:cNvPr>
          <p:cNvSpPr/>
          <p:nvPr userDrawn="1"/>
        </p:nvSpPr>
        <p:spPr>
          <a:xfrm>
            <a:off x="10489865"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1305733280"/>
      </p:ext>
    </p:extLst>
  </p:cSld>
  <p:clrMapOvr>
    <a:masterClrMapping/>
  </p:clrMapOvr>
</p:sldLayout>
</file>

<file path=ppt/slideLayouts/slideLayout435.xml><?xml version="1.0" encoding="utf-8"?>
<p:sldLayout xmlns:a="http://schemas.openxmlformats.org/drawingml/2006/main" xmlns:r="http://schemas.openxmlformats.org/officeDocument/2006/relationships" xmlns:p="http://schemas.openxmlformats.org/presentationml/2006/main" userDrawn="1">
  <p:cSld name="Lærer">
    <p:spTree>
      <p:nvGrpSpPr>
        <p:cNvPr id="1" name=""/>
        <p:cNvGrpSpPr/>
        <p:nvPr/>
      </p:nvGrpSpPr>
      <p:grpSpPr>
        <a:xfrm>
          <a:off x="0" y="0"/>
          <a:ext cx="0" cy="0"/>
          <a:chOff x="0" y="0"/>
          <a:chExt cx="0" cy="0"/>
        </a:xfrm>
      </p:grpSpPr>
      <p:sp>
        <p:nvSpPr>
          <p:cNvPr id="9" name="Parallellogram 8">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7" name="Parallellogram 16">
            <a:hlinkClick r:id="rId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8" name="Parallellogram 17">
            <a:hlinkClick r:id="rId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9" name="Parallellogram 18">
            <a:hlinkClick r:id="rId5" action="ppaction://hlinksldjump"/>
          </p:cNvPr>
          <p:cNvSpPr/>
          <p:nvPr userDrawn="1"/>
        </p:nvSpPr>
        <p:spPr>
          <a:xfrm>
            <a:off x="5959678"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20" name="Parallellogram 19">
            <a:hlinkClick r:id="rId6" action="ppaction://hlinksldjump"/>
          </p:cNvPr>
          <p:cNvSpPr/>
          <p:nvPr userDrawn="1"/>
        </p:nvSpPr>
        <p:spPr>
          <a:xfrm>
            <a:off x="7469491"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21" name="Parallellogram 20">
            <a:hlinkClick r:id="rId7" action="ppaction://hlinksldjump"/>
          </p:cNvPr>
          <p:cNvSpPr/>
          <p:nvPr userDrawn="1"/>
        </p:nvSpPr>
        <p:spPr>
          <a:xfrm>
            <a:off x="897930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22" name="Parallellogram 21">
            <a:hlinkClick r:id="rId8" action="ppaction://hlinksldjump"/>
          </p:cNvPr>
          <p:cNvSpPr/>
          <p:nvPr userDrawn="1"/>
        </p:nvSpPr>
        <p:spPr>
          <a:xfrm>
            <a:off x="10489865"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821308519"/>
      </p:ext>
    </p:extLst>
  </p:cSld>
  <p:clrMapOvr>
    <a:masterClrMapping/>
  </p:clrMapOvr>
</p:sldLayout>
</file>

<file path=ppt/slideLayouts/slideLayout436.xml><?xml version="1.0" encoding="utf-8"?>
<p:sldLayout xmlns:a="http://schemas.openxmlformats.org/drawingml/2006/main" xmlns:r="http://schemas.openxmlformats.org/officeDocument/2006/relationships" xmlns:p="http://schemas.openxmlformats.org/presentationml/2006/main" userDrawn="1">
  <p:cSld name="Metode">
    <p:spTree>
      <p:nvGrpSpPr>
        <p:cNvPr id="1" name=""/>
        <p:cNvGrpSpPr/>
        <p:nvPr/>
      </p:nvGrpSpPr>
      <p:grpSpPr>
        <a:xfrm>
          <a:off x="0" y="0"/>
          <a:ext cx="0" cy="0"/>
          <a:chOff x="0" y="0"/>
          <a:chExt cx="0" cy="0"/>
        </a:xfrm>
      </p:grpSpPr>
      <p:sp>
        <p:nvSpPr>
          <p:cNvPr id="13" name="Parallellogram 12">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4" name="Parallellogram 13">
            <a:hlinkClick r:id="rId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5" name="Parallellogram 14">
            <a:hlinkClick r:id="rId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6" name="Parallellogram 15">
            <a:hlinkClick r:id="rId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7" name="Parallellogram 16">
            <a:hlinkClick r:id="rId6" action="ppaction://hlinksldjump"/>
          </p:cNvPr>
          <p:cNvSpPr/>
          <p:nvPr userDrawn="1"/>
        </p:nvSpPr>
        <p:spPr>
          <a:xfrm>
            <a:off x="7469491"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8" name="Parallellogram 17">
            <a:hlinkClick r:id="rId7" action="ppaction://hlinksldjump"/>
          </p:cNvPr>
          <p:cNvSpPr/>
          <p:nvPr userDrawn="1"/>
        </p:nvSpPr>
        <p:spPr>
          <a:xfrm>
            <a:off x="897930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19" name="Parallellogram 18">
            <a:hlinkClick r:id="rId8" action="ppaction://hlinksldjump"/>
          </p:cNvPr>
          <p:cNvSpPr/>
          <p:nvPr userDrawn="1"/>
        </p:nvSpPr>
        <p:spPr>
          <a:xfrm>
            <a:off x="10489865"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100582023"/>
      </p:ext>
    </p:extLst>
  </p:cSld>
  <p:clrMapOvr>
    <a:masterClrMapping/>
  </p:clrMapOvr>
</p:sldLayout>
</file>

<file path=ppt/slideLayouts/slideLayout437.xml><?xml version="1.0" encoding="utf-8"?>
<p:sldLayout xmlns:a="http://schemas.openxmlformats.org/drawingml/2006/main" xmlns:r="http://schemas.openxmlformats.org/officeDocument/2006/relationships" xmlns:p="http://schemas.openxmlformats.org/presentationml/2006/main" userDrawn="1">
  <p:cSld name="Vurdering">
    <p:spTree>
      <p:nvGrpSpPr>
        <p:cNvPr id="1" name=""/>
        <p:cNvGrpSpPr/>
        <p:nvPr/>
      </p:nvGrpSpPr>
      <p:grpSpPr>
        <a:xfrm>
          <a:off x="0" y="0"/>
          <a:ext cx="0" cy="0"/>
          <a:chOff x="0" y="0"/>
          <a:chExt cx="0" cy="0"/>
        </a:xfrm>
      </p:grpSpPr>
      <p:sp>
        <p:nvSpPr>
          <p:cNvPr id="15" name="Parallellogram 14">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6" name="Parallellogram 15">
            <a:hlinkClick r:id="rId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7" name="Parallellogram 16">
            <a:hlinkClick r:id="rId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8" name="Parallellogram 17">
            <a:hlinkClick r:id="rId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9" name="Parallellogram 18">
            <a:hlinkClick r:id="rId6" action="ppaction://hlinksldjump"/>
          </p:cNvPr>
          <p:cNvSpPr/>
          <p:nvPr userDrawn="1"/>
        </p:nvSpPr>
        <p:spPr>
          <a:xfrm>
            <a:off x="7469491"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20" name="Parallellogram 19">
            <a:hlinkClick r:id="rId7" action="ppaction://hlinksldjump"/>
          </p:cNvPr>
          <p:cNvSpPr/>
          <p:nvPr userDrawn="1"/>
        </p:nvSpPr>
        <p:spPr>
          <a:xfrm>
            <a:off x="897930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21" name="Parallellogram 20">
            <a:hlinkClick r:id="rId8" action="ppaction://hlinksldjump"/>
          </p:cNvPr>
          <p:cNvSpPr/>
          <p:nvPr userDrawn="1"/>
        </p:nvSpPr>
        <p:spPr>
          <a:xfrm>
            <a:off x="10489865"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2570114754"/>
      </p:ext>
    </p:extLst>
  </p:cSld>
  <p:clrMapOvr>
    <a:masterClrMapping/>
  </p:clrMapOvr>
</p:sldLayout>
</file>

<file path=ppt/slideLayouts/slideLayout438.xml><?xml version="1.0" encoding="utf-8"?>
<p:sldLayout xmlns:a="http://schemas.openxmlformats.org/drawingml/2006/main" xmlns:r="http://schemas.openxmlformats.org/officeDocument/2006/relationships" xmlns:p="http://schemas.openxmlformats.org/presentationml/2006/main" type="title" preserve="1">
  <p:cSld name="Tittellysbilde">
    <p:spTree>
      <p:nvGrpSpPr>
        <p:cNvPr id="1" name=""/>
        <p:cNvGrpSpPr/>
        <p:nvPr/>
      </p:nvGrpSpPr>
      <p:grpSpPr>
        <a:xfrm>
          <a:off x="0" y="0"/>
          <a:ext cx="0" cy="0"/>
          <a:chOff x="0" y="0"/>
          <a:chExt cx="0" cy="0"/>
        </a:xfrm>
      </p:grpSpPr>
      <p:sp>
        <p:nvSpPr>
          <p:cNvPr id="2" name="Tittel 1"/>
          <p:cNvSpPr>
            <a:spLocks noGrp="1"/>
          </p:cNvSpPr>
          <p:nvPr>
            <p:ph type="ctrTitle"/>
          </p:nvPr>
        </p:nvSpPr>
        <p:spPr>
          <a:xfrm>
            <a:off x="1524000" y="1122363"/>
            <a:ext cx="9144000" cy="2387600"/>
          </a:xfrm>
        </p:spPr>
        <p:txBody>
          <a:bodyPr anchor="b"/>
          <a:lstStyle>
            <a:lvl1pPr algn="ctr">
              <a:defRPr sz="6000"/>
            </a:lvl1pPr>
          </a:lstStyle>
          <a:p>
            <a:r>
              <a:rPr lang="nb-NO"/>
              <a:t>Klikk for å redigere tittelstil</a:t>
            </a:r>
          </a:p>
        </p:txBody>
      </p:sp>
      <p:sp>
        <p:nvSpPr>
          <p:cNvPr id="3" name="Undertit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b-NO"/>
              <a:t>Klikk for å redigere undertittelstil i malen</a:t>
            </a:r>
          </a:p>
        </p:txBody>
      </p:sp>
      <p:sp>
        <p:nvSpPr>
          <p:cNvPr id="4" name="Plassholder for dato 3"/>
          <p:cNvSpPr>
            <a:spLocks noGrp="1"/>
          </p:cNvSpPr>
          <p:nvPr>
            <p:ph type="dt" sz="half" idx="10"/>
          </p:nvPr>
        </p:nvSpPr>
        <p:spPr/>
        <p:txBody>
          <a:bodyPr/>
          <a:lstStyle/>
          <a:p>
            <a:fld id="{F18C1F47-56AB-4D13-AC78-2D209F31106A}"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904355697"/>
      </p:ext>
    </p:extLst>
  </p:cSld>
  <p:clrMapOvr>
    <a:masterClrMapping/>
  </p:clrMapOvr>
</p:sldLayout>
</file>

<file path=ppt/slideLayouts/slideLayout439.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idx="1"/>
          </p:nvPr>
        </p:nvSpPr>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AAD12E01-0A13-4FDE-B460-33FE22A6D341}"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3550933161"/>
      </p:ext>
    </p:extLst>
  </p:cSld>
  <p:clrMapOvr>
    <a:masterClrMapping/>
  </p:clrMapOvr>
</p:sldLayout>
</file>

<file path=ppt/slideLayouts/slideLayout440.xml><?xml version="1.0" encoding="utf-8"?>
<p:sldLayout xmlns:a="http://schemas.openxmlformats.org/drawingml/2006/main" xmlns:r="http://schemas.openxmlformats.org/officeDocument/2006/relationships" xmlns:p="http://schemas.openxmlformats.org/presentationml/2006/main" type="secHead" preserve="1">
  <p:cSld name="Deloverskrift">
    <p:spTree>
      <p:nvGrpSpPr>
        <p:cNvPr id="1" name=""/>
        <p:cNvGrpSpPr/>
        <p:nvPr/>
      </p:nvGrpSpPr>
      <p:grpSpPr>
        <a:xfrm>
          <a:off x="0" y="0"/>
          <a:ext cx="0" cy="0"/>
          <a:chOff x="0" y="0"/>
          <a:chExt cx="0" cy="0"/>
        </a:xfrm>
      </p:grpSpPr>
      <p:sp>
        <p:nvSpPr>
          <p:cNvPr id="2" name="Tittel 1"/>
          <p:cNvSpPr>
            <a:spLocks noGrp="1"/>
          </p:cNvSpPr>
          <p:nvPr>
            <p:ph type="title"/>
          </p:nvPr>
        </p:nvSpPr>
        <p:spPr>
          <a:xfrm>
            <a:off x="831850" y="1709738"/>
            <a:ext cx="10515600" cy="2852737"/>
          </a:xfrm>
        </p:spPr>
        <p:txBody>
          <a:bodyPr anchor="b"/>
          <a:lstStyle>
            <a:lvl1pPr>
              <a:defRPr sz="6000"/>
            </a:lvl1pPr>
          </a:lstStyle>
          <a:p>
            <a:r>
              <a:rPr lang="nb-NO"/>
              <a:t>Klikk for å redigere tittelstil</a:t>
            </a:r>
          </a:p>
        </p:txBody>
      </p:sp>
      <p:sp>
        <p:nvSpPr>
          <p:cNvPr id="3" name="Plassholder for teks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b-NO"/>
              <a:t>Rediger tekststiler i malen</a:t>
            </a:r>
          </a:p>
        </p:txBody>
      </p:sp>
      <p:sp>
        <p:nvSpPr>
          <p:cNvPr id="4" name="Plassholder for dato 3"/>
          <p:cNvSpPr>
            <a:spLocks noGrp="1"/>
          </p:cNvSpPr>
          <p:nvPr>
            <p:ph type="dt" sz="half" idx="10"/>
          </p:nvPr>
        </p:nvSpPr>
        <p:spPr/>
        <p:txBody>
          <a:bodyPr/>
          <a:lstStyle/>
          <a:p>
            <a:fld id="{D07A0E0B-FD2D-4F8C-8EDE-4B9E80EC01E1}"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1341107589"/>
      </p:ext>
    </p:extLst>
  </p:cSld>
  <p:clrMapOvr>
    <a:masterClrMapping/>
  </p:clrMapOvr>
</p:sldLayout>
</file>

<file path=ppt/slideLayouts/slideLayout441.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sz="half" idx="1"/>
          </p:nvPr>
        </p:nvSpPr>
        <p:spPr>
          <a:xfrm>
            <a:off x="838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innhold 3"/>
          <p:cNvSpPr>
            <a:spLocks noGrp="1"/>
          </p:cNvSpPr>
          <p:nvPr>
            <p:ph sz="half" idx="2"/>
          </p:nvPr>
        </p:nvSpPr>
        <p:spPr>
          <a:xfrm>
            <a:off x="6172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dato 4"/>
          <p:cNvSpPr>
            <a:spLocks noGrp="1"/>
          </p:cNvSpPr>
          <p:nvPr>
            <p:ph type="dt" sz="half" idx="10"/>
          </p:nvPr>
        </p:nvSpPr>
        <p:spPr/>
        <p:txBody>
          <a:bodyPr/>
          <a:lstStyle/>
          <a:p>
            <a:fld id="{DBE7AB1A-04CE-40B6-9578-FD0814E98DE1}"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1226071784"/>
      </p:ext>
    </p:extLst>
  </p:cSld>
  <p:clrMapOvr>
    <a:masterClrMapping/>
  </p:clrMapOvr>
</p:sldLayout>
</file>

<file path=ppt/slideLayouts/slideLayout442.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tel 1"/>
          <p:cNvSpPr>
            <a:spLocks noGrp="1"/>
          </p:cNvSpPr>
          <p:nvPr>
            <p:ph type="title"/>
          </p:nvPr>
        </p:nvSpPr>
        <p:spPr>
          <a:xfrm>
            <a:off x="839788" y="365125"/>
            <a:ext cx="10515600" cy="1325563"/>
          </a:xfrm>
        </p:spPr>
        <p:txBody>
          <a:bodyPr/>
          <a:lstStyle/>
          <a:p>
            <a:r>
              <a:rPr lang="nb-NO"/>
              <a:t>Klikk for å redigere tittelstil</a:t>
            </a:r>
          </a:p>
        </p:txBody>
      </p:sp>
      <p:sp>
        <p:nvSpPr>
          <p:cNvPr id="3" name="Plassholder for teks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4" name="Plassholder for innhold 3"/>
          <p:cNvSpPr>
            <a:spLocks noGrp="1"/>
          </p:cNvSpPr>
          <p:nvPr>
            <p:ph sz="half" idx="2"/>
          </p:nvPr>
        </p:nvSpPr>
        <p:spPr>
          <a:xfrm>
            <a:off x="839788" y="2505075"/>
            <a:ext cx="5157787"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teks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6" name="Plassholder for innhold 5"/>
          <p:cNvSpPr>
            <a:spLocks noGrp="1"/>
          </p:cNvSpPr>
          <p:nvPr>
            <p:ph sz="quarter" idx="4"/>
          </p:nvPr>
        </p:nvSpPr>
        <p:spPr>
          <a:xfrm>
            <a:off x="6172200" y="2505075"/>
            <a:ext cx="5183188"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7" name="Plassholder for dato 6"/>
          <p:cNvSpPr>
            <a:spLocks noGrp="1"/>
          </p:cNvSpPr>
          <p:nvPr>
            <p:ph type="dt" sz="half" idx="10"/>
          </p:nvPr>
        </p:nvSpPr>
        <p:spPr/>
        <p:txBody>
          <a:bodyPr/>
          <a:lstStyle/>
          <a:p>
            <a:fld id="{1219CC4E-E456-484E-83D8-828FFC56521C}" type="datetime1">
              <a:rPr lang="nb-NO" smtClean="0"/>
              <a:t>27.08.2024</a:t>
            </a:fld>
            <a:endParaRPr lang="nb-NO"/>
          </a:p>
        </p:txBody>
      </p:sp>
      <p:sp>
        <p:nvSpPr>
          <p:cNvPr id="8" name="Plassholder for bunntekst 7"/>
          <p:cNvSpPr>
            <a:spLocks noGrp="1"/>
          </p:cNvSpPr>
          <p:nvPr>
            <p:ph type="ftr" sz="quarter" idx="11"/>
          </p:nvPr>
        </p:nvSpPr>
        <p:spPr/>
        <p:txBody>
          <a:bodyPr/>
          <a:lstStyle/>
          <a:p>
            <a:r>
              <a:rPr lang="nb-NO"/>
              <a:t>Control Trafikkskole</a:t>
            </a:r>
          </a:p>
        </p:txBody>
      </p:sp>
      <p:sp>
        <p:nvSpPr>
          <p:cNvPr id="9" name="Plassholder for lysbildenummer 8"/>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2409018374"/>
      </p:ext>
    </p:extLst>
  </p:cSld>
  <p:clrMapOvr>
    <a:masterClrMapping/>
  </p:clrMapOvr>
</p:sldLayout>
</file>

<file path=ppt/slideLayouts/slideLayout443.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dato 2"/>
          <p:cNvSpPr>
            <a:spLocks noGrp="1"/>
          </p:cNvSpPr>
          <p:nvPr>
            <p:ph type="dt" sz="half" idx="10"/>
          </p:nvPr>
        </p:nvSpPr>
        <p:spPr/>
        <p:txBody>
          <a:bodyPr/>
          <a:lstStyle/>
          <a:p>
            <a:fld id="{1A4A545B-0B61-4374-B0C7-01AD81486C31}" type="datetime1">
              <a:rPr lang="nb-NO" smtClean="0"/>
              <a:t>27.08.2024</a:t>
            </a:fld>
            <a:endParaRPr lang="nb-NO"/>
          </a:p>
        </p:txBody>
      </p:sp>
      <p:sp>
        <p:nvSpPr>
          <p:cNvPr id="4" name="Plassholder for bunntekst 3"/>
          <p:cNvSpPr>
            <a:spLocks noGrp="1"/>
          </p:cNvSpPr>
          <p:nvPr>
            <p:ph type="ftr" sz="quarter" idx="11"/>
          </p:nvPr>
        </p:nvSpPr>
        <p:spPr/>
        <p:txBody>
          <a:bodyPr/>
          <a:lstStyle/>
          <a:p>
            <a:r>
              <a:rPr lang="nb-NO"/>
              <a:t>Control Trafikkskole</a:t>
            </a:r>
          </a:p>
        </p:txBody>
      </p:sp>
      <p:sp>
        <p:nvSpPr>
          <p:cNvPr id="5" name="Plassholder for lysbildenummer 4"/>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3127197350"/>
      </p:ext>
    </p:extLst>
  </p:cSld>
  <p:clrMapOvr>
    <a:masterClrMapping/>
  </p:clrMapOvr>
</p:sldLayout>
</file>

<file path=ppt/slideLayouts/slideLayout444.xml><?xml version="1.0" encoding="utf-8"?>
<p:sldLayout xmlns:a="http://schemas.openxmlformats.org/drawingml/2006/main" xmlns:r="http://schemas.openxmlformats.org/officeDocument/2006/relationships" xmlns:p="http://schemas.openxmlformats.org/presentationml/2006/main" type="blank" preserve="1">
  <p:cSld name="Rutevalg">
    <p:spTree>
      <p:nvGrpSpPr>
        <p:cNvPr id="1" name=""/>
        <p:cNvGrpSpPr/>
        <p:nvPr/>
      </p:nvGrpSpPr>
      <p:grpSpPr>
        <a:xfrm>
          <a:off x="0" y="0"/>
          <a:ext cx="0" cy="0"/>
          <a:chOff x="0" y="0"/>
          <a:chExt cx="0" cy="0"/>
        </a:xfrm>
      </p:grpSpPr>
      <p:sp>
        <p:nvSpPr>
          <p:cNvPr id="2" name="Plassholder for dato 1"/>
          <p:cNvSpPr>
            <a:spLocks noGrp="1"/>
          </p:cNvSpPr>
          <p:nvPr>
            <p:ph type="dt" sz="half" idx="10"/>
          </p:nvPr>
        </p:nvSpPr>
        <p:spPr/>
        <p:txBody>
          <a:bodyPr/>
          <a:lstStyle/>
          <a:p>
            <a:fld id="{F1F44D01-72D7-48AF-9986-D133DF5112A5}" type="datetime1">
              <a:rPr lang="nb-NO" smtClean="0"/>
              <a:t>27.08.2024</a:t>
            </a:fld>
            <a:endParaRPr lang="nb-NO"/>
          </a:p>
        </p:txBody>
      </p:sp>
      <p:sp>
        <p:nvSpPr>
          <p:cNvPr id="3" name="Plassholder for bunntekst 2"/>
          <p:cNvSpPr>
            <a:spLocks noGrp="1"/>
          </p:cNvSpPr>
          <p:nvPr>
            <p:ph type="ftr" sz="quarter" idx="11"/>
          </p:nvPr>
        </p:nvSpPr>
        <p:spPr/>
        <p:txBody>
          <a:bodyPr/>
          <a:lstStyle/>
          <a:p>
            <a:r>
              <a:rPr lang="nb-NO"/>
              <a:t>Control Trafikkskole</a:t>
            </a:r>
          </a:p>
        </p:txBody>
      </p:sp>
      <p:sp>
        <p:nvSpPr>
          <p:cNvPr id="4" name="Plassholder for lysbildenummer 3"/>
          <p:cNvSpPr>
            <a:spLocks noGrp="1"/>
          </p:cNvSpPr>
          <p:nvPr>
            <p:ph type="sldNum" sz="quarter" idx="12"/>
          </p:nvPr>
        </p:nvSpPr>
        <p:spPr/>
        <p:txBody>
          <a:bodyPr/>
          <a:lstStyle/>
          <a:p>
            <a:fld id="{2EEBBCFE-599B-47F9-B84D-4259C5E2055D}" type="slidenum">
              <a:rPr lang="nb-NO" smtClean="0"/>
              <a:t>‹#›</a:t>
            </a:fld>
            <a:endParaRPr lang="nb-NO"/>
          </a:p>
        </p:txBody>
      </p:sp>
      <p:sp>
        <p:nvSpPr>
          <p:cNvPr id="5" name="Parallellogram 4">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6" name="Parallellogram 5">
            <a:hlinkClick r:id="rId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7" name="Parallellogram 6">
            <a:hlinkClick r:id="rId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8" name="Parallellogram 7">
            <a:hlinkClick r:id="rId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9" name="Parallellogram 8">
            <a:hlinkClick r:id="rId6" action="ppaction://hlinksldjump"/>
          </p:cNvPr>
          <p:cNvSpPr/>
          <p:nvPr userDrawn="1"/>
        </p:nvSpPr>
        <p:spPr>
          <a:xfrm>
            <a:off x="7469491"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0" name="Parallellogram 9">
            <a:hlinkClick r:id="rId7" action="ppaction://hlinksldjump"/>
          </p:cNvPr>
          <p:cNvSpPr/>
          <p:nvPr userDrawn="1"/>
        </p:nvSpPr>
        <p:spPr>
          <a:xfrm>
            <a:off x="8979304"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11" name="Parallellogram 10">
            <a:hlinkClick r:id="rId8" action="ppaction://hlinksldjump"/>
          </p:cNvPr>
          <p:cNvSpPr/>
          <p:nvPr userDrawn="1"/>
        </p:nvSpPr>
        <p:spPr>
          <a:xfrm>
            <a:off x="10489865"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1721213873"/>
      </p:ext>
    </p:extLst>
  </p:cSld>
  <p:clrMapOvr>
    <a:masterClrMapping/>
  </p:clrMapOvr>
</p:sldLayout>
</file>

<file path=ppt/slideLayouts/slideLayout445.xml><?xml version="1.0" encoding="utf-8"?>
<p:sldLayout xmlns:a="http://schemas.openxmlformats.org/drawingml/2006/main" xmlns:r="http://schemas.openxmlformats.org/officeDocument/2006/relationships" xmlns:p="http://schemas.openxmlformats.org/presentationml/2006/main" type="objTx" preserve="1">
  <p:cSld name="Innhold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innhold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4A51B559-2809-42EE-BE7C-1C6B549D72D2}"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2646588694"/>
      </p:ext>
    </p:extLst>
  </p:cSld>
  <p:clrMapOvr>
    <a:masterClrMapping/>
  </p:clrMapOvr>
</p:sldLayout>
</file>

<file path=ppt/slideLayouts/slideLayout446.xml><?xml version="1.0" encoding="utf-8"?>
<p:sldLayout xmlns:a="http://schemas.openxmlformats.org/drawingml/2006/main" xmlns:r="http://schemas.openxmlformats.org/officeDocument/2006/relationships" xmlns:p="http://schemas.openxmlformats.org/presentationml/2006/main" type="picTx" preserve="1">
  <p:cSld name="Bilde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bild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5D6DC5CC-5A8F-4BE8-8D4B-F7D6E0C1300E}"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571217247"/>
      </p:ext>
    </p:extLst>
  </p:cSld>
  <p:clrMapOvr>
    <a:masterClrMapping/>
  </p:clrMapOvr>
</p:sldLayout>
</file>

<file path=ppt/slideLayouts/slideLayout447.xml><?xml version="1.0" encoding="utf-8"?>
<p:sldLayout xmlns:a="http://schemas.openxmlformats.org/drawingml/2006/main" xmlns:r="http://schemas.openxmlformats.org/officeDocument/2006/relationships" xmlns:p="http://schemas.openxmlformats.org/presentationml/2006/main" type="vertTx" preserve="1">
  <p:cSld name="Loddrett tekst">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loddrett tekst 2"/>
          <p:cNvSpPr>
            <a:spLocks noGrp="1"/>
          </p:cNvSpPr>
          <p:nvPr>
            <p:ph type="body" orient="vert" idx="1"/>
          </p:nvPr>
        </p:nvSpPr>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CC889362-6309-4E2B-8FB8-5A487CDAD65D}"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496043395"/>
      </p:ext>
    </p:extLst>
  </p:cSld>
  <p:clrMapOvr>
    <a:masterClrMapping/>
  </p:clrMapOvr>
</p:sldLayout>
</file>

<file path=ppt/slideLayouts/slideLayout448.xml><?xml version="1.0" encoding="utf-8"?>
<p:sldLayout xmlns:a="http://schemas.openxmlformats.org/drawingml/2006/main" xmlns:r="http://schemas.openxmlformats.org/officeDocument/2006/relationships" xmlns:p="http://schemas.openxmlformats.org/presentationml/2006/main" type="vertTitleAndTx" preserve="1">
  <p:cSld name="Loddrett tittel og tekst">
    <p:spTree>
      <p:nvGrpSpPr>
        <p:cNvPr id="1" name=""/>
        <p:cNvGrpSpPr/>
        <p:nvPr/>
      </p:nvGrpSpPr>
      <p:grpSpPr>
        <a:xfrm>
          <a:off x="0" y="0"/>
          <a:ext cx="0" cy="0"/>
          <a:chOff x="0" y="0"/>
          <a:chExt cx="0" cy="0"/>
        </a:xfrm>
      </p:grpSpPr>
      <p:sp>
        <p:nvSpPr>
          <p:cNvPr id="2" name="Loddrett tittel 1"/>
          <p:cNvSpPr>
            <a:spLocks noGrp="1"/>
          </p:cNvSpPr>
          <p:nvPr>
            <p:ph type="title" orient="vert"/>
          </p:nvPr>
        </p:nvSpPr>
        <p:spPr>
          <a:xfrm>
            <a:off x="8724900" y="365125"/>
            <a:ext cx="2628900" cy="5811838"/>
          </a:xfrm>
        </p:spPr>
        <p:txBody>
          <a:bodyPr vert="eaVert"/>
          <a:lstStyle/>
          <a:p>
            <a:r>
              <a:rPr lang="nb-NO"/>
              <a:t>Klikk for å redigere tittelstil</a:t>
            </a:r>
          </a:p>
        </p:txBody>
      </p:sp>
      <p:sp>
        <p:nvSpPr>
          <p:cNvPr id="3" name="Plassholder for loddrett tekst 2"/>
          <p:cNvSpPr>
            <a:spLocks noGrp="1"/>
          </p:cNvSpPr>
          <p:nvPr>
            <p:ph type="body" orient="vert" idx="1"/>
          </p:nvPr>
        </p:nvSpPr>
        <p:spPr>
          <a:xfrm>
            <a:off x="838200" y="365125"/>
            <a:ext cx="7734300" cy="5811838"/>
          </a:xfrm>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2F2BDBF2-32EF-4104-BCFF-5E15CE4B6637}"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767477709"/>
      </p:ext>
    </p:extLst>
  </p:cSld>
  <p:clrMapOvr>
    <a:masterClrMapping/>
  </p:clrMapOvr>
</p:sldLayout>
</file>

<file path=ppt/slideLayouts/slideLayout449.xml><?xml version="1.0" encoding="utf-8"?>
<p:sldLayout xmlns:a="http://schemas.openxmlformats.org/drawingml/2006/main" xmlns:r="http://schemas.openxmlformats.org/officeDocument/2006/relationships" xmlns:p="http://schemas.openxmlformats.org/presentationml/2006/main" userDrawn="1">
  <p:cSld name="Mål">
    <p:spTree>
      <p:nvGrpSpPr>
        <p:cNvPr id="1" name=""/>
        <p:cNvGrpSpPr/>
        <p:nvPr/>
      </p:nvGrpSpPr>
      <p:grpSpPr>
        <a:xfrm>
          <a:off x="0" y="0"/>
          <a:ext cx="0" cy="0"/>
          <a:chOff x="0" y="0"/>
          <a:chExt cx="0" cy="0"/>
        </a:xfrm>
      </p:grpSpPr>
      <p:sp>
        <p:nvSpPr>
          <p:cNvPr id="7" name="Parallellogram 6">
            <a:hlinkClick r:id="rId2" action="ppaction://hlinksldjump"/>
          </p:cNvPr>
          <p:cNvSpPr/>
          <p:nvPr userDrawn="1"/>
        </p:nvSpPr>
        <p:spPr>
          <a:xfrm>
            <a:off x="1428744"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8" name="Parallellogram 7">
            <a:hlinkClick r:id="rId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9" name="Parallellogram 8">
            <a:hlinkClick r:id="rId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0" name="Parallellogram 9">
            <a:hlinkClick r:id="rId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1" name="Parallellogram 10">
            <a:hlinkClick r:id="rId6" action="ppaction://hlinksldjump"/>
          </p:cNvPr>
          <p:cNvSpPr/>
          <p:nvPr userDrawn="1"/>
        </p:nvSpPr>
        <p:spPr>
          <a:xfrm>
            <a:off x="7469491"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2" name="Parallellogram 11">
            <a:hlinkClick r:id="rId7" action="ppaction://hlinksldjump"/>
          </p:cNvPr>
          <p:cNvSpPr/>
          <p:nvPr userDrawn="1"/>
        </p:nvSpPr>
        <p:spPr>
          <a:xfrm>
            <a:off x="897930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13" name="Parallellogram 12">
            <a:hlinkClick r:id="rId8" action="ppaction://hlinksldjump"/>
          </p:cNvPr>
          <p:cNvSpPr/>
          <p:nvPr userDrawn="1"/>
        </p:nvSpPr>
        <p:spPr>
          <a:xfrm>
            <a:off x="10489865"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2619217908"/>
      </p:ext>
    </p:extLst>
  </p:cSld>
  <p:clrMapOvr>
    <a:masterClrMapping/>
  </p:clrMapOvr>
</p:sldLayout>
</file>

<file path=ppt/slideLayouts/slideLayout450.xml><?xml version="1.0" encoding="utf-8"?>
<p:sldLayout xmlns:a="http://schemas.openxmlformats.org/drawingml/2006/main" xmlns:r="http://schemas.openxmlformats.org/officeDocument/2006/relationships" xmlns:p="http://schemas.openxmlformats.org/presentationml/2006/main" userDrawn="1">
  <p:cSld name="Innhold">
    <p:spTree>
      <p:nvGrpSpPr>
        <p:cNvPr id="1" name=""/>
        <p:cNvGrpSpPr/>
        <p:nvPr/>
      </p:nvGrpSpPr>
      <p:grpSpPr>
        <a:xfrm>
          <a:off x="0" y="0"/>
          <a:ext cx="0" cy="0"/>
          <a:chOff x="0" y="0"/>
          <a:chExt cx="0" cy="0"/>
        </a:xfrm>
      </p:grpSpPr>
      <p:sp>
        <p:nvSpPr>
          <p:cNvPr id="9" name="Parallellogram 8">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0" name="Parallellogram 9">
            <a:hlinkClick r:id="rId3" action="ppaction://hlinksldjump"/>
          </p:cNvPr>
          <p:cNvSpPr/>
          <p:nvPr userDrawn="1"/>
        </p:nvSpPr>
        <p:spPr>
          <a:xfrm>
            <a:off x="2938557"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1" name="Parallellogram 10">
            <a:hlinkClick r:id="rId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2" name="Parallellogram 11">
            <a:hlinkClick r:id="rId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3" name="Parallellogram 12">
            <a:hlinkClick r:id="rId6" action="ppaction://hlinksldjump"/>
          </p:cNvPr>
          <p:cNvSpPr/>
          <p:nvPr userDrawn="1"/>
        </p:nvSpPr>
        <p:spPr>
          <a:xfrm>
            <a:off x="7469491"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21" name="Parallellogram 20">
            <a:hlinkClick r:id="rId7" action="ppaction://hlinksldjump"/>
          </p:cNvPr>
          <p:cNvSpPr/>
          <p:nvPr userDrawn="1"/>
        </p:nvSpPr>
        <p:spPr>
          <a:xfrm>
            <a:off x="897930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22" name="Parallellogram 21">
            <a:hlinkClick r:id="rId8" action="ppaction://hlinksldjump"/>
          </p:cNvPr>
          <p:cNvSpPr/>
          <p:nvPr userDrawn="1"/>
        </p:nvSpPr>
        <p:spPr>
          <a:xfrm>
            <a:off x="10489865"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138184161"/>
      </p:ext>
    </p:extLst>
  </p:cSld>
  <p:clrMapOvr>
    <a:masterClrMapping/>
  </p:clrMapOvr>
</p:sldLayout>
</file>

<file path=ppt/slideLayouts/slideLayout451.xml><?xml version="1.0" encoding="utf-8"?>
<p:sldLayout xmlns:a="http://schemas.openxmlformats.org/drawingml/2006/main" xmlns:r="http://schemas.openxmlformats.org/officeDocument/2006/relationships" xmlns:p="http://schemas.openxmlformats.org/presentationml/2006/main" userDrawn="1">
  <p:cSld name="Elev">
    <p:spTree>
      <p:nvGrpSpPr>
        <p:cNvPr id="1" name=""/>
        <p:cNvGrpSpPr/>
        <p:nvPr/>
      </p:nvGrpSpPr>
      <p:grpSpPr>
        <a:xfrm>
          <a:off x="0" y="0"/>
          <a:ext cx="0" cy="0"/>
          <a:chOff x="0" y="0"/>
          <a:chExt cx="0" cy="0"/>
        </a:xfrm>
      </p:grpSpPr>
      <p:sp>
        <p:nvSpPr>
          <p:cNvPr id="9" name="Parallellogram 8">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0" name="Parallellogram 9">
            <a:hlinkClick r:id="rId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1" name="Parallellogram 10">
            <a:hlinkClick r:id="rId4" action="ppaction://hlinksldjump"/>
          </p:cNvPr>
          <p:cNvSpPr/>
          <p:nvPr userDrawn="1"/>
        </p:nvSpPr>
        <p:spPr>
          <a:xfrm>
            <a:off x="4449118"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2" name="Parallellogram 11">
            <a:hlinkClick r:id="rId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3" name="Parallellogram 12">
            <a:hlinkClick r:id="rId6" action="ppaction://hlinksldjump"/>
          </p:cNvPr>
          <p:cNvSpPr/>
          <p:nvPr userDrawn="1"/>
        </p:nvSpPr>
        <p:spPr>
          <a:xfrm>
            <a:off x="7469491"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4" name="Parallellogram 13">
            <a:hlinkClick r:id="rId7" action="ppaction://hlinksldjump"/>
          </p:cNvPr>
          <p:cNvSpPr/>
          <p:nvPr userDrawn="1"/>
        </p:nvSpPr>
        <p:spPr>
          <a:xfrm>
            <a:off x="897930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22" name="Parallellogram 21">
            <a:hlinkClick r:id="rId8" action="ppaction://hlinksldjump"/>
          </p:cNvPr>
          <p:cNvSpPr/>
          <p:nvPr userDrawn="1"/>
        </p:nvSpPr>
        <p:spPr>
          <a:xfrm>
            <a:off x="10489865"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2397139571"/>
      </p:ext>
    </p:extLst>
  </p:cSld>
  <p:clrMapOvr>
    <a:masterClrMapping/>
  </p:clrMapOvr>
</p:sldLayout>
</file>

<file path=ppt/slideLayouts/slideLayout452.xml><?xml version="1.0" encoding="utf-8"?>
<p:sldLayout xmlns:a="http://schemas.openxmlformats.org/drawingml/2006/main" xmlns:r="http://schemas.openxmlformats.org/officeDocument/2006/relationships" xmlns:p="http://schemas.openxmlformats.org/presentationml/2006/main" userDrawn="1">
  <p:cSld name="Lærer">
    <p:spTree>
      <p:nvGrpSpPr>
        <p:cNvPr id="1" name=""/>
        <p:cNvGrpSpPr/>
        <p:nvPr/>
      </p:nvGrpSpPr>
      <p:grpSpPr>
        <a:xfrm>
          <a:off x="0" y="0"/>
          <a:ext cx="0" cy="0"/>
          <a:chOff x="0" y="0"/>
          <a:chExt cx="0" cy="0"/>
        </a:xfrm>
      </p:grpSpPr>
      <p:sp>
        <p:nvSpPr>
          <p:cNvPr id="10" name="Parallellogram 9">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1" name="Parallellogram 10">
            <a:hlinkClick r:id="rId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2" name="Parallellogram 11">
            <a:hlinkClick r:id="rId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3" name="Parallellogram 12">
            <a:hlinkClick r:id="rId5" action="ppaction://hlinksldjump"/>
          </p:cNvPr>
          <p:cNvSpPr/>
          <p:nvPr userDrawn="1"/>
        </p:nvSpPr>
        <p:spPr>
          <a:xfrm>
            <a:off x="5959678"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4" name="Parallellogram 13">
            <a:hlinkClick r:id="rId6" action="ppaction://hlinksldjump"/>
          </p:cNvPr>
          <p:cNvSpPr/>
          <p:nvPr userDrawn="1"/>
        </p:nvSpPr>
        <p:spPr>
          <a:xfrm>
            <a:off x="7469491"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5" name="Parallellogram 14">
            <a:hlinkClick r:id="rId7" action="ppaction://hlinksldjump"/>
          </p:cNvPr>
          <p:cNvSpPr/>
          <p:nvPr userDrawn="1"/>
        </p:nvSpPr>
        <p:spPr>
          <a:xfrm>
            <a:off x="897930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16" name="Parallellogram 15">
            <a:hlinkClick r:id="rId8" action="ppaction://hlinksldjump"/>
          </p:cNvPr>
          <p:cNvSpPr/>
          <p:nvPr userDrawn="1"/>
        </p:nvSpPr>
        <p:spPr>
          <a:xfrm>
            <a:off x="10489865"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4143154342"/>
      </p:ext>
    </p:extLst>
  </p:cSld>
  <p:clrMapOvr>
    <a:masterClrMapping/>
  </p:clrMapOvr>
</p:sldLayout>
</file>

<file path=ppt/slideLayouts/slideLayout453.xml><?xml version="1.0" encoding="utf-8"?>
<p:sldLayout xmlns:a="http://schemas.openxmlformats.org/drawingml/2006/main" xmlns:r="http://schemas.openxmlformats.org/officeDocument/2006/relationships" xmlns:p="http://schemas.openxmlformats.org/presentationml/2006/main" userDrawn="1">
  <p:cSld name="Metode">
    <p:spTree>
      <p:nvGrpSpPr>
        <p:cNvPr id="1" name=""/>
        <p:cNvGrpSpPr/>
        <p:nvPr/>
      </p:nvGrpSpPr>
      <p:grpSpPr>
        <a:xfrm>
          <a:off x="0" y="0"/>
          <a:ext cx="0" cy="0"/>
          <a:chOff x="0" y="0"/>
          <a:chExt cx="0" cy="0"/>
        </a:xfrm>
      </p:grpSpPr>
      <p:sp>
        <p:nvSpPr>
          <p:cNvPr id="9" name="Parallellogram 8">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0" name="Parallellogram 9">
            <a:hlinkClick r:id="rId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1" name="Parallellogram 10">
            <a:hlinkClick r:id="rId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2" name="Parallellogram 11">
            <a:hlinkClick r:id="rId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20" name="Parallellogram 19">
            <a:hlinkClick r:id="rId6" action="ppaction://hlinksldjump"/>
          </p:cNvPr>
          <p:cNvSpPr/>
          <p:nvPr userDrawn="1"/>
        </p:nvSpPr>
        <p:spPr>
          <a:xfrm>
            <a:off x="7469491"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21" name="Parallellogram 20">
            <a:hlinkClick r:id="rId7" action="ppaction://hlinksldjump"/>
          </p:cNvPr>
          <p:cNvSpPr/>
          <p:nvPr userDrawn="1"/>
        </p:nvSpPr>
        <p:spPr>
          <a:xfrm>
            <a:off x="897930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22" name="Parallellogram 21">
            <a:hlinkClick r:id="rId8" action="ppaction://hlinksldjump"/>
          </p:cNvPr>
          <p:cNvSpPr/>
          <p:nvPr userDrawn="1"/>
        </p:nvSpPr>
        <p:spPr>
          <a:xfrm>
            <a:off x="10489865"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2613686974"/>
      </p:ext>
    </p:extLst>
  </p:cSld>
  <p:clrMapOvr>
    <a:masterClrMapping/>
  </p:clrMapOvr>
</p:sldLayout>
</file>

<file path=ppt/slideLayouts/slideLayout454.xml><?xml version="1.0" encoding="utf-8"?>
<p:sldLayout xmlns:a="http://schemas.openxmlformats.org/drawingml/2006/main" xmlns:r="http://schemas.openxmlformats.org/officeDocument/2006/relationships" xmlns:p="http://schemas.openxmlformats.org/presentationml/2006/main" userDrawn="1">
  <p:cSld name="Vurdering">
    <p:spTree>
      <p:nvGrpSpPr>
        <p:cNvPr id="1" name=""/>
        <p:cNvGrpSpPr/>
        <p:nvPr/>
      </p:nvGrpSpPr>
      <p:grpSpPr>
        <a:xfrm>
          <a:off x="0" y="0"/>
          <a:ext cx="0" cy="0"/>
          <a:chOff x="0" y="0"/>
          <a:chExt cx="0" cy="0"/>
        </a:xfrm>
      </p:grpSpPr>
      <p:sp>
        <p:nvSpPr>
          <p:cNvPr id="9" name="Parallellogram 8">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0" name="Parallellogram 9">
            <a:hlinkClick r:id="rId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1" name="Parallellogram 10">
            <a:hlinkClick r:id="rId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2" name="Parallellogram 11">
            <a:hlinkClick r:id="rId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3" name="Parallellogram 12">
            <a:hlinkClick r:id="rId6" action="ppaction://hlinksldjump"/>
          </p:cNvPr>
          <p:cNvSpPr/>
          <p:nvPr userDrawn="1"/>
        </p:nvSpPr>
        <p:spPr>
          <a:xfrm>
            <a:off x="7469491"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4" name="Parallellogram 13">
            <a:hlinkClick r:id="rId7" action="ppaction://hlinksldjump"/>
          </p:cNvPr>
          <p:cNvSpPr/>
          <p:nvPr userDrawn="1"/>
        </p:nvSpPr>
        <p:spPr>
          <a:xfrm>
            <a:off x="897930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22" name="Parallellogram 21">
            <a:hlinkClick r:id="rId8" action="ppaction://hlinksldjump"/>
          </p:cNvPr>
          <p:cNvSpPr/>
          <p:nvPr userDrawn="1"/>
        </p:nvSpPr>
        <p:spPr>
          <a:xfrm>
            <a:off x="10489865"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3171129966"/>
      </p:ext>
    </p:extLst>
  </p:cSld>
  <p:clrMapOvr>
    <a:masterClrMapping/>
  </p:clrMapOvr>
</p:sldLayout>
</file>

<file path=ppt/slideLayouts/slideLayout455.xml><?xml version="1.0" encoding="utf-8"?>
<p:sldLayout xmlns:a="http://schemas.openxmlformats.org/drawingml/2006/main" xmlns:r="http://schemas.openxmlformats.org/officeDocument/2006/relationships" xmlns:p="http://schemas.openxmlformats.org/presentationml/2006/main" type="title" preserve="1">
  <p:cSld name="Tittellysbilde">
    <p:spTree>
      <p:nvGrpSpPr>
        <p:cNvPr id="1" name=""/>
        <p:cNvGrpSpPr/>
        <p:nvPr/>
      </p:nvGrpSpPr>
      <p:grpSpPr>
        <a:xfrm>
          <a:off x="0" y="0"/>
          <a:ext cx="0" cy="0"/>
          <a:chOff x="0" y="0"/>
          <a:chExt cx="0" cy="0"/>
        </a:xfrm>
      </p:grpSpPr>
      <p:sp>
        <p:nvSpPr>
          <p:cNvPr id="2" name="Tittel 1"/>
          <p:cNvSpPr>
            <a:spLocks noGrp="1"/>
          </p:cNvSpPr>
          <p:nvPr>
            <p:ph type="ctrTitle"/>
          </p:nvPr>
        </p:nvSpPr>
        <p:spPr>
          <a:xfrm>
            <a:off x="1524000" y="1122363"/>
            <a:ext cx="9144000" cy="2387600"/>
          </a:xfrm>
        </p:spPr>
        <p:txBody>
          <a:bodyPr anchor="b"/>
          <a:lstStyle>
            <a:lvl1pPr algn="ctr">
              <a:defRPr sz="6000"/>
            </a:lvl1pPr>
          </a:lstStyle>
          <a:p>
            <a:r>
              <a:rPr lang="nb-NO"/>
              <a:t>Klikk for å redigere tittelstil</a:t>
            </a:r>
          </a:p>
        </p:txBody>
      </p:sp>
      <p:sp>
        <p:nvSpPr>
          <p:cNvPr id="3" name="Undertit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b-NO"/>
              <a:t>Klikk for å redigere undertittelstil i malen</a:t>
            </a:r>
          </a:p>
        </p:txBody>
      </p:sp>
      <p:sp>
        <p:nvSpPr>
          <p:cNvPr id="4" name="Plassholder for dato 3"/>
          <p:cNvSpPr>
            <a:spLocks noGrp="1"/>
          </p:cNvSpPr>
          <p:nvPr>
            <p:ph type="dt" sz="half" idx="10"/>
          </p:nvPr>
        </p:nvSpPr>
        <p:spPr/>
        <p:txBody>
          <a:bodyPr/>
          <a:lstStyle/>
          <a:p>
            <a:fld id="{18E740C1-0627-44CA-A51E-E0C3D6F6B9D2}"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715797401"/>
      </p:ext>
    </p:extLst>
  </p:cSld>
  <p:clrMapOvr>
    <a:masterClrMapping/>
  </p:clrMapOvr>
</p:sldLayout>
</file>

<file path=ppt/slideLayouts/slideLayout456.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idx="1"/>
          </p:nvPr>
        </p:nvSpPr>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9B02BEC1-3647-4181-A9FA-22C4E711AFD7}"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3936978251"/>
      </p:ext>
    </p:extLst>
  </p:cSld>
  <p:clrMapOvr>
    <a:masterClrMapping/>
  </p:clrMapOvr>
</p:sldLayout>
</file>

<file path=ppt/slideLayouts/slideLayout457.xml><?xml version="1.0" encoding="utf-8"?>
<p:sldLayout xmlns:a="http://schemas.openxmlformats.org/drawingml/2006/main" xmlns:r="http://schemas.openxmlformats.org/officeDocument/2006/relationships" xmlns:p="http://schemas.openxmlformats.org/presentationml/2006/main" type="secHead" preserve="1">
  <p:cSld name="Deloverskrift">
    <p:spTree>
      <p:nvGrpSpPr>
        <p:cNvPr id="1" name=""/>
        <p:cNvGrpSpPr/>
        <p:nvPr/>
      </p:nvGrpSpPr>
      <p:grpSpPr>
        <a:xfrm>
          <a:off x="0" y="0"/>
          <a:ext cx="0" cy="0"/>
          <a:chOff x="0" y="0"/>
          <a:chExt cx="0" cy="0"/>
        </a:xfrm>
      </p:grpSpPr>
      <p:sp>
        <p:nvSpPr>
          <p:cNvPr id="2" name="Tittel 1"/>
          <p:cNvSpPr>
            <a:spLocks noGrp="1"/>
          </p:cNvSpPr>
          <p:nvPr>
            <p:ph type="title"/>
          </p:nvPr>
        </p:nvSpPr>
        <p:spPr>
          <a:xfrm>
            <a:off x="831850" y="1709738"/>
            <a:ext cx="10515600" cy="2852737"/>
          </a:xfrm>
        </p:spPr>
        <p:txBody>
          <a:bodyPr anchor="b"/>
          <a:lstStyle>
            <a:lvl1pPr>
              <a:defRPr sz="6000"/>
            </a:lvl1pPr>
          </a:lstStyle>
          <a:p>
            <a:r>
              <a:rPr lang="nb-NO"/>
              <a:t>Klikk for å redigere tittelstil</a:t>
            </a:r>
          </a:p>
        </p:txBody>
      </p:sp>
      <p:sp>
        <p:nvSpPr>
          <p:cNvPr id="3" name="Plassholder for teks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b-NO"/>
              <a:t>Rediger tekststiler i malen</a:t>
            </a:r>
          </a:p>
        </p:txBody>
      </p:sp>
      <p:sp>
        <p:nvSpPr>
          <p:cNvPr id="4" name="Plassholder for dato 3"/>
          <p:cNvSpPr>
            <a:spLocks noGrp="1"/>
          </p:cNvSpPr>
          <p:nvPr>
            <p:ph type="dt" sz="half" idx="10"/>
          </p:nvPr>
        </p:nvSpPr>
        <p:spPr/>
        <p:txBody>
          <a:bodyPr/>
          <a:lstStyle/>
          <a:p>
            <a:fld id="{B523105F-356E-4E27-A9C8-D74D5E2D9B4A}"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2263671959"/>
      </p:ext>
    </p:extLst>
  </p:cSld>
  <p:clrMapOvr>
    <a:masterClrMapping/>
  </p:clrMapOvr>
</p:sldLayout>
</file>

<file path=ppt/slideLayouts/slideLayout458.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sz="half" idx="1"/>
          </p:nvPr>
        </p:nvSpPr>
        <p:spPr>
          <a:xfrm>
            <a:off x="838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innhold 3"/>
          <p:cNvSpPr>
            <a:spLocks noGrp="1"/>
          </p:cNvSpPr>
          <p:nvPr>
            <p:ph sz="half" idx="2"/>
          </p:nvPr>
        </p:nvSpPr>
        <p:spPr>
          <a:xfrm>
            <a:off x="6172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dato 4"/>
          <p:cNvSpPr>
            <a:spLocks noGrp="1"/>
          </p:cNvSpPr>
          <p:nvPr>
            <p:ph type="dt" sz="half" idx="10"/>
          </p:nvPr>
        </p:nvSpPr>
        <p:spPr/>
        <p:txBody>
          <a:bodyPr/>
          <a:lstStyle/>
          <a:p>
            <a:fld id="{D10DDBFE-64C8-46AA-A1C5-FD4B670DEE35}"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456634921"/>
      </p:ext>
    </p:extLst>
  </p:cSld>
  <p:clrMapOvr>
    <a:masterClrMapping/>
  </p:clrMapOvr>
</p:sldLayout>
</file>

<file path=ppt/slideLayouts/slideLayout459.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tel 1"/>
          <p:cNvSpPr>
            <a:spLocks noGrp="1"/>
          </p:cNvSpPr>
          <p:nvPr>
            <p:ph type="title"/>
          </p:nvPr>
        </p:nvSpPr>
        <p:spPr>
          <a:xfrm>
            <a:off x="839788" y="365125"/>
            <a:ext cx="10515600" cy="1325563"/>
          </a:xfrm>
        </p:spPr>
        <p:txBody>
          <a:bodyPr/>
          <a:lstStyle/>
          <a:p>
            <a:r>
              <a:rPr lang="nb-NO"/>
              <a:t>Klikk for å redigere tittelstil</a:t>
            </a:r>
          </a:p>
        </p:txBody>
      </p:sp>
      <p:sp>
        <p:nvSpPr>
          <p:cNvPr id="3" name="Plassholder for teks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4" name="Plassholder for innhold 3"/>
          <p:cNvSpPr>
            <a:spLocks noGrp="1"/>
          </p:cNvSpPr>
          <p:nvPr>
            <p:ph sz="half" idx="2"/>
          </p:nvPr>
        </p:nvSpPr>
        <p:spPr>
          <a:xfrm>
            <a:off x="839788" y="2505075"/>
            <a:ext cx="5157787"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teks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6" name="Plassholder for innhold 5"/>
          <p:cNvSpPr>
            <a:spLocks noGrp="1"/>
          </p:cNvSpPr>
          <p:nvPr>
            <p:ph sz="quarter" idx="4"/>
          </p:nvPr>
        </p:nvSpPr>
        <p:spPr>
          <a:xfrm>
            <a:off x="6172200" y="2505075"/>
            <a:ext cx="5183188"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7" name="Plassholder for dato 6"/>
          <p:cNvSpPr>
            <a:spLocks noGrp="1"/>
          </p:cNvSpPr>
          <p:nvPr>
            <p:ph type="dt" sz="half" idx="10"/>
          </p:nvPr>
        </p:nvSpPr>
        <p:spPr/>
        <p:txBody>
          <a:bodyPr/>
          <a:lstStyle/>
          <a:p>
            <a:fld id="{A6901B04-5848-4411-AE33-B6171213FBF1}" type="datetime1">
              <a:rPr lang="nb-NO" smtClean="0"/>
              <a:t>27.08.2024</a:t>
            </a:fld>
            <a:endParaRPr lang="nb-NO"/>
          </a:p>
        </p:txBody>
      </p:sp>
      <p:sp>
        <p:nvSpPr>
          <p:cNvPr id="8" name="Plassholder for bunntekst 7"/>
          <p:cNvSpPr>
            <a:spLocks noGrp="1"/>
          </p:cNvSpPr>
          <p:nvPr>
            <p:ph type="ftr" sz="quarter" idx="11"/>
          </p:nvPr>
        </p:nvSpPr>
        <p:spPr/>
        <p:txBody>
          <a:bodyPr/>
          <a:lstStyle/>
          <a:p>
            <a:r>
              <a:rPr lang="nb-NO"/>
              <a:t>Control Trafikkskole</a:t>
            </a:r>
          </a:p>
        </p:txBody>
      </p:sp>
      <p:sp>
        <p:nvSpPr>
          <p:cNvPr id="9" name="Plassholder for lysbildenummer 8"/>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1668823949"/>
      </p:ext>
    </p:extLst>
  </p:cSld>
  <p:clrMapOvr>
    <a:masterClrMapping/>
  </p:clrMapOvr>
</p:sldLayout>
</file>

<file path=ppt/slideLayouts/slideLayout460.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dato 2"/>
          <p:cNvSpPr>
            <a:spLocks noGrp="1"/>
          </p:cNvSpPr>
          <p:nvPr>
            <p:ph type="dt" sz="half" idx="10"/>
          </p:nvPr>
        </p:nvSpPr>
        <p:spPr/>
        <p:txBody>
          <a:bodyPr/>
          <a:lstStyle/>
          <a:p>
            <a:fld id="{6DDE73B6-08FE-4576-9B62-D5E1756E7F52}" type="datetime1">
              <a:rPr lang="nb-NO" smtClean="0"/>
              <a:t>27.08.2024</a:t>
            </a:fld>
            <a:endParaRPr lang="nb-NO"/>
          </a:p>
        </p:txBody>
      </p:sp>
      <p:sp>
        <p:nvSpPr>
          <p:cNvPr id="4" name="Plassholder for bunntekst 3"/>
          <p:cNvSpPr>
            <a:spLocks noGrp="1"/>
          </p:cNvSpPr>
          <p:nvPr>
            <p:ph type="ftr" sz="quarter" idx="11"/>
          </p:nvPr>
        </p:nvSpPr>
        <p:spPr/>
        <p:txBody>
          <a:bodyPr/>
          <a:lstStyle/>
          <a:p>
            <a:r>
              <a:rPr lang="nb-NO"/>
              <a:t>Control Trafikkskole</a:t>
            </a:r>
          </a:p>
        </p:txBody>
      </p:sp>
      <p:sp>
        <p:nvSpPr>
          <p:cNvPr id="5" name="Plassholder for lysbildenummer 4"/>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1690729570"/>
      </p:ext>
    </p:extLst>
  </p:cSld>
  <p:clrMapOvr>
    <a:masterClrMapping/>
  </p:clrMapOvr>
</p:sldLayout>
</file>

<file path=ppt/slideLayouts/slideLayout461.xml><?xml version="1.0" encoding="utf-8"?>
<p:sldLayout xmlns:a="http://schemas.openxmlformats.org/drawingml/2006/main" xmlns:r="http://schemas.openxmlformats.org/officeDocument/2006/relationships" xmlns:p="http://schemas.openxmlformats.org/presentationml/2006/main" type="blank" preserve="1">
  <p:cSld name="Rutevalg">
    <p:spTree>
      <p:nvGrpSpPr>
        <p:cNvPr id="1" name=""/>
        <p:cNvGrpSpPr/>
        <p:nvPr/>
      </p:nvGrpSpPr>
      <p:grpSpPr>
        <a:xfrm>
          <a:off x="0" y="0"/>
          <a:ext cx="0" cy="0"/>
          <a:chOff x="0" y="0"/>
          <a:chExt cx="0" cy="0"/>
        </a:xfrm>
      </p:grpSpPr>
      <p:sp>
        <p:nvSpPr>
          <p:cNvPr id="2" name="Plassholder for dato 1"/>
          <p:cNvSpPr>
            <a:spLocks noGrp="1"/>
          </p:cNvSpPr>
          <p:nvPr>
            <p:ph type="dt" sz="half" idx="10"/>
          </p:nvPr>
        </p:nvSpPr>
        <p:spPr/>
        <p:txBody>
          <a:bodyPr/>
          <a:lstStyle/>
          <a:p>
            <a:fld id="{A95D3600-FF99-4952-86FD-66BD3FCE69D2}" type="datetime1">
              <a:rPr lang="nb-NO" smtClean="0"/>
              <a:t>27.08.2024</a:t>
            </a:fld>
            <a:endParaRPr lang="nb-NO"/>
          </a:p>
        </p:txBody>
      </p:sp>
      <p:sp>
        <p:nvSpPr>
          <p:cNvPr id="3" name="Plassholder for bunntekst 2"/>
          <p:cNvSpPr>
            <a:spLocks noGrp="1"/>
          </p:cNvSpPr>
          <p:nvPr>
            <p:ph type="ftr" sz="quarter" idx="11"/>
          </p:nvPr>
        </p:nvSpPr>
        <p:spPr/>
        <p:txBody>
          <a:bodyPr/>
          <a:lstStyle/>
          <a:p>
            <a:r>
              <a:rPr lang="nb-NO"/>
              <a:t>Control Trafikkskole</a:t>
            </a:r>
          </a:p>
        </p:txBody>
      </p:sp>
      <p:sp>
        <p:nvSpPr>
          <p:cNvPr id="4" name="Plassholder for lysbildenummer 3"/>
          <p:cNvSpPr>
            <a:spLocks noGrp="1"/>
          </p:cNvSpPr>
          <p:nvPr>
            <p:ph type="sldNum" sz="quarter" idx="12"/>
          </p:nvPr>
        </p:nvSpPr>
        <p:spPr/>
        <p:txBody>
          <a:bodyPr/>
          <a:lstStyle/>
          <a:p>
            <a:fld id="{2EEBBCFE-599B-47F9-B84D-4259C5E2055D}" type="slidenum">
              <a:rPr lang="nb-NO" smtClean="0"/>
              <a:t>‹#›</a:t>
            </a:fld>
            <a:endParaRPr lang="nb-NO"/>
          </a:p>
        </p:txBody>
      </p:sp>
      <p:sp>
        <p:nvSpPr>
          <p:cNvPr id="5" name="Parallellogram 4">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6" name="Parallellogram 5">
            <a:hlinkClick r:id="rId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7" name="Parallellogram 6">
            <a:hlinkClick r:id="rId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8" name="Parallellogram 7">
            <a:hlinkClick r:id="rId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9" name="Parallellogram 8">
            <a:hlinkClick r:id="rId6" action="ppaction://hlinksldjump"/>
          </p:cNvPr>
          <p:cNvSpPr/>
          <p:nvPr userDrawn="1"/>
        </p:nvSpPr>
        <p:spPr>
          <a:xfrm>
            <a:off x="7469491"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0" name="Parallellogram 9">
            <a:hlinkClick r:id="rId7" action="ppaction://hlinksldjump"/>
          </p:cNvPr>
          <p:cNvSpPr/>
          <p:nvPr userDrawn="1"/>
        </p:nvSpPr>
        <p:spPr>
          <a:xfrm>
            <a:off x="8979304"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11" name="Parallellogram 10">
            <a:hlinkClick r:id="rId8" action="ppaction://hlinksldjump"/>
          </p:cNvPr>
          <p:cNvSpPr/>
          <p:nvPr userDrawn="1"/>
        </p:nvSpPr>
        <p:spPr>
          <a:xfrm>
            <a:off x="10489865"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4211435814"/>
      </p:ext>
    </p:extLst>
  </p:cSld>
  <p:clrMapOvr>
    <a:masterClrMapping/>
  </p:clrMapOvr>
</p:sldLayout>
</file>

<file path=ppt/slideLayouts/slideLayout462.xml><?xml version="1.0" encoding="utf-8"?>
<p:sldLayout xmlns:a="http://schemas.openxmlformats.org/drawingml/2006/main" xmlns:r="http://schemas.openxmlformats.org/officeDocument/2006/relationships" xmlns:p="http://schemas.openxmlformats.org/presentationml/2006/main" type="objTx" preserve="1">
  <p:cSld name="Innhold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innhold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CCECCEA1-C8A5-4F82-B2FD-67B8259FF40C}"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294744584"/>
      </p:ext>
    </p:extLst>
  </p:cSld>
  <p:clrMapOvr>
    <a:masterClrMapping/>
  </p:clrMapOvr>
</p:sldLayout>
</file>

<file path=ppt/slideLayouts/slideLayout463.xml><?xml version="1.0" encoding="utf-8"?>
<p:sldLayout xmlns:a="http://schemas.openxmlformats.org/drawingml/2006/main" xmlns:r="http://schemas.openxmlformats.org/officeDocument/2006/relationships" xmlns:p="http://schemas.openxmlformats.org/presentationml/2006/main" type="picTx" preserve="1">
  <p:cSld name="Bilde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bild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ED12634F-8609-45AC-932E-B2D1D9E3FA5A}"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784943562"/>
      </p:ext>
    </p:extLst>
  </p:cSld>
  <p:clrMapOvr>
    <a:masterClrMapping/>
  </p:clrMapOvr>
</p:sldLayout>
</file>

<file path=ppt/slideLayouts/slideLayout464.xml><?xml version="1.0" encoding="utf-8"?>
<p:sldLayout xmlns:a="http://schemas.openxmlformats.org/drawingml/2006/main" xmlns:r="http://schemas.openxmlformats.org/officeDocument/2006/relationships" xmlns:p="http://schemas.openxmlformats.org/presentationml/2006/main" type="vertTx" preserve="1">
  <p:cSld name="Loddrett tekst">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loddrett tekst 2"/>
          <p:cNvSpPr>
            <a:spLocks noGrp="1"/>
          </p:cNvSpPr>
          <p:nvPr>
            <p:ph type="body" orient="vert" idx="1"/>
          </p:nvPr>
        </p:nvSpPr>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9DF59E5F-1C36-445A-AF06-6DD58F0D4218}"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469818285"/>
      </p:ext>
    </p:extLst>
  </p:cSld>
  <p:clrMapOvr>
    <a:masterClrMapping/>
  </p:clrMapOvr>
</p:sldLayout>
</file>

<file path=ppt/slideLayouts/slideLayout465.xml><?xml version="1.0" encoding="utf-8"?>
<p:sldLayout xmlns:a="http://schemas.openxmlformats.org/drawingml/2006/main" xmlns:r="http://schemas.openxmlformats.org/officeDocument/2006/relationships" xmlns:p="http://schemas.openxmlformats.org/presentationml/2006/main" type="vertTitleAndTx" preserve="1">
  <p:cSld name="Loddrett tittel og tekst">
    <p:spTree>
      <p:nvGrpSpPr>
        <p:cNvPr id="1" name=""/>
        <p:cNvGrpSpPr/>
        <p:nvPr/>
      </p:nvGrpSpPr>
      <p:grpSpPr>
        <a:xfrm>
          <a:off x="0" y="0"/>
          <a:ext cx="0" cy="0"/>
          <a:chOff x="0" y="0"/>
          <a:chExt cx="0" cy="0"/>
        </a:xfrm>
      </p:grpSpPr>
      <p:sp>
        <p:nvSpPr>
          <p:cNvPr id="2" name="Loddrett tittel 1"/>
          <p:cNvSpPr>
            <a:spLocks noGrp="1"/>
          </p:cNvSpPr>
          <p:nvPr>
            <p:ph type="title" orient="vert"/>
          </p:nvPr>
        </p:nvSpPr>
        <p:spPr>
          <a:xfrm>
            <a:off x="8724900" y="365125"/>
            <a:ext cx="2628900" cy="5811838"/>
          </a:xfrm>
        </p:spPr>
        <p:txBody>
          <a:bodyPr vert="eaVert"/>
          <a:lstStyle/>
          <a:p>
            <a:r>
              <a:rPr lang="nb-NO"/>
              <a:t>Klikk for å redigere tittelstil</a:t>
            </a:r>
          </a:p>
        </p:txBody>
      </p:sp>
      <p:sp>
        <p:nvSpPr>
          <p:cNvPr id="3" name="Plassholder for loddrett tekst 2"/>
          <p:cNvSpPr>
            <a:spLocks noGrp="1"/>
          </p:cNvSpPr>
          <p:nvPr>
            <p:ph type="body" orient="vert" idx="1"/>
          </p:nvPr>
        </p:nvSpPr>
        <p:spPr>
          <a:xfrm>
            <a:off x="838200" y="365125"/>
            <a:ext cx="7734300" cy="5811838"/>
          </a:xfrm>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4FCDE45D-73BD-46D6-B292-659F585A4D6D}"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910041091"/>
      </p:ext>
    </p:extLst>
  </p:cSld>
  <p:clrMapOvr>
    <a:masterClrMapping/>
  </p:clrMapOvr>
</p:sldLayout>
</file>

<file path=ppt/slideLayouts/slideLayout466.xml><?xml version="1.0" encoding="utf-8"?>
<p:sldLayout xmlns:a="http://schemas.openxmlformats.org/drawingml/2006/main" xmlns:r="http://schemas.openxmlformats.org/officeDocument/2006/relationships" xmlns:p="http://schemas.openxmlformats.org/presentationml/2006/main" userDrawn="1">
  <p:cSld name="Mål">
    <p:spTree>
      <p:nvGrpSpPr>
        <p:cNvPr id="1" name=""/>
        <p:cNvGrpSpPr/>
        <p:nvPr/>
      </p:nvGrpSpPr>
      <p:grpSpPr>
        <a:xfrm>
          <a:off x="0" y="0"/>
          <a:ext cx="0" cy="0"/>
          <a:chOff x="0" y="0"/>
          <a:chExt cx="0" cy="0"/>
        </a:xfrm>
      </p:grpSpPr>
      <p:sp>
        <p:nvSpPr>
          <p:cNvPr id="7" name="Parallellogram 6">
            <a:hlinkClick r:id="rId2" action="ppaction://hlinksldjump"/>
          </p:cNvPr>
          <p:cNvSpPr/>
          <p:nvPr userDrawn="1"/>
        </p:nvSpPr>
        <p:spPr>
          <a:xfrm>
            <a:off x="1428744"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8" name="Parallellogram 7">
            <a:hlinkClick r:id="rId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9" name="Parallellogram 8">
            <a:hlinkClick r:id="rId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0" name="Parallellogram 9">
            <a:hlinkClick r:id="rId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1" name="Parallellogram 10">
            <a:hlinkClick r:id="rId6" action="ppaction://hlinksldjump"/>
          </p:cNvPr>
          <p:cNvSpPr/>
          <p:nvPr userDrawn="1"/>
        </p:nvSpPr>
        <p:spPr>
          <a:xfrm>
            <a:off x="7469491"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2" name="Parallellogram 11">
            <a:hlinkClick r:id="rId7" action="ppaction://hlinksldjump"/>
          </p:cNvPr>
          <p:cNvSpPr/>
          <p:nvPr userDrawn="1"/>
        </p:nvSpPr>
        <p:spPr>
          <a:xfrm>
            <a:off x="897930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13" name="Parallellogram 12">
            <a:hlinkClick r:id="rId8" action="ppaction://hlinksldjump"/>
          </p:cNvPr>
          <p:cNvSpPr/>
          <p:nvPr userDrawn="1"/>
        </p:nvSpPr>
        <p:spPr>
          <a:xfrm>
            <a:off x="10489865"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4271128301"/>
      </p:ext>
    </p:extLst>
  </p:cSld>
  <p:clrMapOvr>
    <a:masterClrMapping/>
  </p:clrMapOvr>
</p:sldLayout>
</file>

<file path=ppt/slideLayouts/slideLayout467.xml><?xml version="1.0" encoding="utf-8"?>
<p:sldLayout xmlns:a="http://schemas.openxmlformats.org/drawingml/2006/main" xmlns:r="http://schemas.openxmlformats.org/officeDocument/2006/relationships" xmlns:p="http://schemas.openxmlformats.org/presentationml/2006/main" userDrawn="1">
  <p:cSld name="Innhold">
    <p:spTree>
      <p:nvGrpSpPr>
        <p:cNvPr id="1" name=""/>
        <p:cNvGrpSpPr/>
        <p:nvPr/>
      </p:nvGrpSpPr>
      <p:grpSpPr>
        <a:xfrm>
          <a:off x="0" y="0"/>
          <a:ext cx="0" cy="0"/>
          <a:chOff x="0" y="0"/>
          <a:chExt cx="0" cy="0"/>
        </a:xfrm>
      </p:grpSpPr>
      <p:sp>
        <p:nvSpPr>
          <p:cNvPr id="14" name="Parallellogram 13">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5" name="Parallellogram 14">
            <a:hlinkClick r:id="rId3" action="ppaction://hlinksldjump"/>
          </p:cNvPr>
          <p:cNvSpPr/>
          <p:nvPr userDrawn="1"/>
        </p:nvSpPr>
        <p:spPr>
          <a:xfrm>
            <a:off x="2938557"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6" name="Parallellogram 15">
            <a:hlinkClick r:id="rId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7" name="Parallellogram 16">
            <a:hlinkClick r:id="rId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8" name="Parallellogram 17">
            <a:hlinkClick r:id="rId6" action="ppaction://hlinksldjump"/>
          </p:cNvPr>
          <p:cNvSpPr/>
          <p:nvPr userDrawn="1"/>
        </p:nvSpPr>
        <p:spPr>
          <a:xfrm>
            <a:off x="7469491"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9" name="Parallellogram 18">
            <a:hlinkClick r:id="rId7" action="ppaction://hlinksldjump"/>
          </p:cNvPr>
          <p:cNvSpPr/>
          <p:nvPr userDrawn="1"/>
        </p:nvSpPr>
        <p:spPr>
          <a:xfrm>
            <a:off x="897930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20" name="Parallellogram 19">
            <a:hlinkClick r:id="rId8" action="ppaction://hlinksldjump"/>
          </p:cNvPr>
          <p:cNvSpPr/>
          <p:nvPr userDrawn="1"/>
        </p:nvSpPr>
        <p:spPr>
          <a:xfrm>
            <a:off x="10489865"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676401154"/>
      </p:ext>
    </p:extLst>
  </p:cSld>
  <p:clrMapOvr>
    <a:masterClrMapping/>
  </p:clrMapOvr>
</p:sldLayout>
</file>

<file path=ppt/slideLayouts/slideLayout468.xml><?xml version="1.0" encoding="utf-8"?>
<p:sldLayout xmlns:a="http://schemas.openxmlformats.org/drawingml/2006/main" xmlns:r="http://schemas.openxmlformats.org/officeDocument/2006/relationships" xmlns:p="http://schemas.openxmlformats.org/presentationml/2006/main" userDrawn="1">
  <p:cSld name="Elev">
    <p:spTree>
      <p:nvGrpSpPr>
        <p:cNvPr id="1" name=""/>
        <p:cNvGrpSpPr/>
        <p:nvPr/>
      </p:nvGrpSpPr>
      <p:grpSpPr>
        <a:xfrm>
          <a:off x="0" y="0"/>
          <a:ext cx="0" cy="0"/>
          <a:chOff x="0" y="0"/>
          <a:chExt cx="0" cy="0"/>
        </a:xfrm>
      </p:grpSpPr>
      <p:sp>
        <p:nvSpPr>
          <p:cNvPr id="15" name="Parallellogram 14">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6" name="Parallellogram 15">
            <a:hlinkClick r:id="rId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7" name="Parallellogram 16">
            <a:hlinkClick r:id="rId4" action="ppaction://hlinksldjump"/>
          </p:cNvPr>
          <p:cNvSpPr/>
          <p:nvPr userDrawn="1"/>
        </p:nvSpPr>
        <p:spPr>
          <a:xfrm>
            <a:off x="4449118"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8" name="Parallellogram 17">
            <a:hlinkClick r:id="rId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9" name="Parallellogram 18">
            <a:hlinkClick r:id="rId6" action="ppaction://hlinksldjump"/>
          </p:cNvPr>
          <p:cNvSpPr/>
          <p:nvPr userDrawn="1"/>
        </p:nvSpPr>
        <p:spPr>
          <a:xfrm>
            <a:off x="7469491"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20" name="Parallellogram 19">
            <a:hlinkClick r:id="rId7" action="ppaction://hlinksldjump"/>
          </p:cNvPr>
          <p:cNvSpPr/>
          <p:nvPr userDrawn="1"/>
        </p:nvSpPr>
        <p:spPr>
          <a:xfrm>
            <a:off x="897930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21" name="Parallellogram 20">
            <a:hlinkClick r:id="rId8" action="ppaction://hlinksldjump"/>
          </p:cNvPr>
          <p:cNvSpPr/>
          <p:nvPr userDrawn="1"/>
        </p:nvSpPr>
        <p:spPr>
          <a:xfrm>
            <a:off x="10489865"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3962452811"/>
      </p:ext>
    </p:extLst>
  </p:cSld>
  <p:clrMapOvr>
    <a:masterClrMapping/>
  </p:clrMapOvr>
</p:sldLayout>
</file>

<file path=ppt/slideLayouts/slideLayout469.xml><?xml version="1.0" encoding="utf-8"?>
<p:sldLayout xmlns:a="http://schemas.openxmlformats.org/drawingml/2006/main" xmlns:r="http://schemas.openxmlformats.org/officeDocument/2006/relationships" xmlns:p="http://schemas.openxmlformats.org/presentationml/2006/main" userDrawn="1">
  <p:cSld name="Lærer">
    <p:spTree>
      <p:nvGrpSpPr>
        <p:cNvPr id="1" name=""/>
        <p:cNvGrpSpPr/>
        <p:nvPr/>
      </p:nvGrpSpPr>
      <p:grpSpPr>
        <a:xfrm>
          <a:off x="0" y="0"/>
          <a:ext cx="0" cy="0"/>
          <a:chOff x="0" y="0"/>
          <a:chExt cx="0" cy="0"/>
        </a:xfrm>
      </p:grpSpPr>
      <p:sp>
        <p:nvSpPr>
          <p:cNvPr id="9" name="Parallellogram 8">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7" name="Parallellogram 16">
            <a:hlinkClick r:id="rId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8" name="Parallellogram 17">
            <a:hlinkClick r:id="rId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9" name="Parallellogram 18">
            <a:hlinkClick r:id="rId5" action="ppaction://hlinksldjump"/>
          </p:cNvPr>
          <p:cNvSpPr/>
          <p:nvPr userDrawn="1"/>
        </p:nvSpPr>
        <p:spPr>
          <a:xfrm>
            <a:off x="5959678"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20" name="Parallellogram 19">
            <a:hlinkClick r:id="rId6" action="ppaction://hlinksldjump"/>
          </p:cNvPr>
          <p:cNvSpPr/>
          <p:nvPr userDrawn="1"/>
        </p:nvSpPr>
        <p:spPr>
          <a:xfrm>
            <a:off x="7469491"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21" name="Parallellogram 20">
            <a:hlinkClick r:id="rId7" action="ppaction://hlinksldjump"/>
          </p:cNvPr>
          <p:cNvSpPr/>
          <p:nvPr userDrawn="1"/>
        </p:nvSpPr>
        <p:spPr>
          <a:xfrm>
            <a:off x="897930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22" name="Parallellogram 21">
            <a:hlinkClick r:id="rId8" action="ppaction://hlinksldjump"/>
          </p:cNvPr>
          <p:cNvSpPr/>
          <p:nvPr userDrawn="1"/>
        </p:nvSpPr>
        <p:spPr>
          <a:xfrm>
            <a:off x="10489865"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3373764620"/>
      </p:ext>
    </p:extLst>
  </p:cSld>
  <p:clrMapOvr>
    <a:masterClrMapping/>
  </p:clrMapOvr>
</p:sldLayout>
</file>

<file path=ppt/slideLayouts/slideLayout470.xml><?xml version="1.0" encoding="utf-8"?>
<p:sldLayout xmlns:a="http://schemas.openxmlformats.org/drawingml/2006/main" xmlns:r="http://schemas.openxmlformats.org/officeDocument/2006/relationships" xmlns:p="http://schemas.openxmlformats.org/presentationml/2006/main" userDrawn="1">
  <p:cSld name="Metode">
    <p:spTree>
      <p:nvGrpSpPr>
        <p:cNvPr id="1" name=""/>
        <p:cNvGrpSpPr/>
        <p:nvPr/>
      </p:nvGrpSpPr>
      <p:grpSpPr>
        <a:xfrm>
          <a:off x="0" y="0"/>
          <a:ext cx="0" cy="0"/>
          <a:chOff x="0" y="0"/>
          <a:chExt cx="0" cy="0"/>
        </a:xfrm>
      </p:grpSpPr>
      <p:sp>
        <p:nvSpPr>
          <p:cNvPr id="13" name="Parallellogram 12">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4" name="Parallellogram 13">
            <a:hlinkClick r:id="rId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5" name="Parallellogram 14">
            <a:hlinkClick r:id="rId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6" name="Parallellogram 15">
            <a:hlinkClick r:id="rId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7" name="Parallellogram 16">
            <a:hlinkClick r:id="rId6" action="ppaction://hlinksldjump"/>
          </p:cNvPr>
          <p:cNvSpPr/>
          <p:nvPr userDrawn="1"/>
        </p:nvSpPr>
        <p:spPr>
          <a:xfrm>
            <a:off x="7469491"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8" name="Parallellogram 17">
            <a:hlinkClick r:id="rId7" action="ppaction://hlinksldjump"/>
          </p:cNvPr>
          <p:cNvSpPr/>
          <p:nvPr userDrawn="1"/>
        </p:nvSpPr>
        <p:spPr>
          <a:xfrm>
            <a:off x="897930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19" name="Parallellogram 18">
            <a:hlinkClick r:id="rId8" action="ppaction://hlinksldjump"/>
          </p:cNvPr>
          <p:cNvSpPr/>
          <p:nvPr userDrawn="1"/>
        </p:nvSpPr>
        <p:spPr>
          <a:xfrm>
            <a:off x="10489865"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266321429"/>
      </p:ext>
    </p:extLst>
  </p:cSld>
  <p:clrMapOvr>
    <a:masterClrMapping/>
  </p:clrMapOvr>
</p:sldLayout>
</file>

<file path=ppt/slideLayouts/slideLayout471.xml><?xml version="1.0" encoding="utf-8"?>
<p:sldLayout xmlns:a="http://schemas.openxmlformats.org/drawingml/2006/main" xmlns:r="http://schemas.openxmlformats.org/officeDocument/2006/relationships" xmlns:p="http://schemas.openxmlformats.org/presentationml/2006/main" userDrawn="1">
  <p:cSld name="Vurdering">
    <p:spTree>
      <p:nvGrpSpPr>
        <p:cNvPr id="1" name=""/>
        <p:cNvGrpSpPr/>
        <p:nvPr/>
      </p:nvGrpSpPr>
      <p:grpSpPr>
        <a:xfrm>
          <a:off x="0" y="0"/>
          <a:ext cx="0" cy="0"/>
          <a:chOff x="0" y="0"/>
          <a:chExt cx="0" cy="0"/>
        </a:xfrm>
      </p:grpSpPr>
      <p:sp>
        <p:nvSpPr>
          <p:cNvPr id="15" name="Parallellogram 14">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6" name="Parallellogram 15">
            <a:hlinkClick r:id="rId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7" name="Parallellogram 16">
            <a:hlinkClick r:id="rId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8" name="Parallellogram 17">
            <a:hlinkClick r:id="rId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9" name="Parallellogram 18">
            <a:hlinkClick r:id="rId6" action="ppaction://hlinksldjump"/>
          </p:cNvPr>
          <p:cNvSpPr/>
          <p:nvPr userDrawn="1"/>
        </p:nvSpPr>
        <p:spPr>
          <a:xfrm>
            <a:off x="7469491"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20" name="Parallellogram 19">
            <a:hlinkClick r:id="rId7" action="ppaction://hlinksldjump"/>
          </p:cNvPr>
          <p:cNvSpPr/>
          <p:nvPr userDrawn="1"/>
        </p:nvSpPr>
        <p:spPr>
          <a:xfrm>
            <a:off x="897930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21" name="Parallellogram 20">
            <a:hlinkClick r:id="rId8" action="ppaction://hlinksldjump"/>
          </p:cNvPr>
          <p:cNvSpPr/>
          <p:nvPr userDrawn="1"/>
        </p:nvSpPr>
        <p:spPr>
          <a:xfrm>
            <a:off x="10489865"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942049840"/>
      </p:ext>
    </p:extLst>
  </p:cSld>
  <p:clrMapOvr>
    <a:masterClrMapping/>
  </p:clrMapOvr>
</p:sldLayout>
</file>

<file path=ppt/slideLayouts/slideLayout472.xml><?xml version="1.0" encoding="utf-8"?>
<p:sldLayout xmlns:a="http://schemas.openxmlformats.org/drawingml/2006/main" xmlns:r="http://schemas.openxmlformats.org/officeDocument/2006/relationships" xmlns:p="http://schemas.openxmlformats.org/presentationml/2006/main" type="title" preserve="1">
  <p:cSld name="Tittellysbilde">
    <p:spTree>
      <p:nvGrpSpPr>
        <p:cNvPr id="1" name=""/>
        <p:cNvGrpSpPr/>
        <p:nvPr/>
      </p:nvGrpSpPr>
      <p:grpSpPr>
        <a:xfrm>
          <a:off x="0" y="0"/>
          <a:ext cx="0" cy="0"/>
          <a:chOff x="0" y="0"/>
          <a:chExt cx="0" cy="0"/>
        </a:xfrm>
      </p:grpSpPr>
      <p:sp>
        <p:nvSpPr>
          <p:cNvPr id="2" name="Tittel 1"/>
          <p:cNvSpPr>
            <a:spLocks noGrp="1"/>
          </p:cNvSpPr>
          <p:nvPr>
            <p:ph type="ctrTitle"/>
          </p:nvPr>
        </p:nvSpPr>
        <p:spPr>
          <a:xfrm>
            <a:off x="1524000" y="1122363"/>
            <a:ext cx="9144000" cy="2387600"/>
          </a:xfrm>
        </p:spPr>
        <p:txBody>
          <a:bodyPr anchor="b"/>
          <a:lstStyle>
            <a:lvl1pPr algn="ctr">
              <a:defRPr sz="6000"/>
            </a:lvl1pPr>
          </a:lstStyle>
          <a:p>
            <a:r>
              <a:rPr lang="nb-NO"/>
              <a:t>Klikk for å redigere tittelstil</a:t>
            </a:r>
          </a:p>
        </p:txBody>
      </p:sp>
      <p:sp>
        <p:nvSpPr>
          <p:cNvPr id="3" name="Undertit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b-NO"/>
              <a:t>Klikk for å redigere undertittelstil i malen</a:t>
            </a:r>
          </a:p>
        </p:txBody>
      </p:sp>
      <p:sp>
        <p:nvSpPr>
          <p:cNvPr id="4" name="Plassholder for dato 3"/>
          <p:cNvSpPr>
            <a:spLocks noGrp="1"/>
          </p:cNvSpPr>
          <p:nvPr>
            <p:ph type="dt" sz="half" idx="10"/>
          </p:nvPr>
        </p:nvSpPr>
        <p:spPr/>
        <p:txBody>
          <a:bodyPr/>
          <a:lstStyle/>
          <a:p>
            <a:fld id="{1454E3CE-CFD1-45C0-A06B-716B774F9312}"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522384070"/>
      </p:ext>
    </p:extLst>
  </p:cSld>
  <p:clrMapOvr>
    <a:masterClrMapping/>
  </p:clrMapOvr>
</p:sldLayout>
</file>

<file path=ppt/slideLayouts/slideLayout473.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idx="1"/>
          </p:nvPr>
        </p:nvSpPr>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C7121F55-EEB2-4496-B36B-FBD285DDE4D2}"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1724557455"/>
      </p:ext>
    </p:extLst>
  </p:cSld>
  <p:clrMapOvr>
    <a:masterClrMapping/>
  </p:clrMapOvr>
</p:sldLayout>
</file>

<file path=ppt/slideLayouts/slideLayout474.xml><?xml version="1.0" encoding="utf-8"?>
<p:sldLayout xmlns:a="http://schemas.openxmlformats.org/drawingml/2006/main" xmlns:r="http://schemas.openxmlformats.org/officeDocument/2006/relationships" xmlns:p="http://schemas.openxmlformats.org/presentationml/2006/main" type="secHead" preserve="1">
  <p:cSld name="Deloverskrift">
    <p:spTree>
      <p:nvGrpSpPr>
        <p:cNvPr id="1" name=""/>
        <p:cNvGrpSpPr/>
        <p:nvPr/>
      </p:nvGrpSpPr>
      <p:grpSpPr>
        <a:xfrm>
          <a:off x="0" y="0"/>
          <a:ext cx="0" cy="0"/>
          <a:chOff x="0" y="0"/>
          <a:chExt cx="0" cy="0"/>
        </a:xfrm>
      </p:grpSpPr>
      <p:sp>
        <p:nvSpPr>
          <p:cNvPr id="2" name="Tittel 1"/>
          <p:cNvSpPr>
            <a:spLocks noGrp="1"/>
          </p:cNvSpPr>
          <p:nvPr>
            <p:ph type="title"/>
          </p:nvPr>
        </p:nvSpPr>
        <p:spPr>
          <a:xfrm>
            <a:off x="831850" y="1709738"/>
            <a:ext cx="10515600" cy="2852737"/>
          </a:xfrm>
        </p:spPr>
        <p:txBody>
          <a:bodyPr anchor="b"/>
          <a:lstStyle>
            <a:lvl1pPr>
              <a:defRPr sz="6000"/>
            </a:lvl1pPr>
          </a:lstStyle>
          <a:p>
            <a:r>
              <a:rPr lang="nb-NO"/>
              <a:t>Klikk for å redigere tittelstil</a:t>
            </a:r>
          </a:p>
        </p:txBody>
      </p:sp>
      <p:sp>
        <p:nvSpPr>
          <p:cNvPr id="3" name="Plassholder for teks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b-NO"/>
              <a:t>Rediger tekststiler i malen</a:t>
            </a:r>
          </a:p>
        </p:txBody>
      </p:sp>
      <p:sp>
        <p:nvSpPr>
          <p:cNvPr id="4" name="Plassholder for dato 3"/>
          <p:cNvSpPr>
            <a:spLocks noGrp="1"/>
          </p:cNvSpPr>
          <p:nvPr>
            <p:ph type="dt" sz="half" idx="10"/>
          </p:nvPr>
        </p:nvSpPr>
        <p:spPr/>
        <p:txBody>
          <a:bodyPr/>
          <a:lstStyle/>
          <a:p>
            <a:fld id="{6CEF4D32-D4BC-4FAA-9BA9-A23E390D48FC}"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2740588687"/>
      </p:ext>
    </p:extLst>
  </p:cSld>
  <p:clrMapOvr>
    <a:masterClrMapping/>
  </p:clrMapOvr>
</p:sldLayout>
</file>

<file path=ppt/slideLayouts/slideLayout475.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sz="half" idx="1"/>
          </p:nvPr>
        </p:nvSpPr>
        <p:spPr>
          <a:xfrm>
            <a:off x="838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innhold 3"/>
          <p:cNvSpPr>
            <a:spLocks noGrp="1"/>
          </p:cNvSpPr>
          <p:nvPr>
            <p:ph sz="half" idx="2"/>
          </p:nvPr>
        </p:nvSpPr>
        <p:spPr>
          <a:xfrm>
            <a:off x="6172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dato 4"/>
          <p:cNvSpPr>
            <a:spLocks noGrp="1"/>
          </p:cNvSpPr>
          <p:nvPr>
            <p:ph type="dt" sz="half" idx="10"/>
          </p:nvPr>
        </p:nvSpPr>
        <p:spPr/>
        <p:txBody>
          <a:bodyPr/>
          <a:lstStyle/>
          <a:p>
            <a:fld id="{38CB1F3A-4D9F-4C84-BE94-1E5B48BE587D}"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667782955"/>
      </p:ext>
    </p:extLst>
  </p:cSld>
  <p:clrMapOvr>
    <a:masterClrMapping/>
  </p:clrMapOvr>
</p:sldLayout>
</file>

<file path=ppt/slideLayouts/slideLayout476.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tel 1"/>
          <p:cNvSpPr>
            <a:spLocks noGrp="1"/>
          </p:cNvSpPr>
          <p:nvPr>
            <p:ph type="title"/>
          </p:nvPr>
        </p:nvSpPr>
        <p:spPr>
          <a:xfrm>
            <a:off x="839788" y="365125"/>
            <a:ext cx="10515600" cy="1325563"/>
          </a:xfrm>
        </p:spPr>
        <p:txBody>
          <a:bodyPr/>
          <a:lstStyle/>
          <a:p>
            <a:r>
              <a:rPr lang="nb-NO"/>
              <a:t>Klikk for å redigere tittelstil</a:t>
            </a:r>
          </a:p>
        </p:txBody>
      </p:sp>
      <p:sp>
        <p:nvSpPr>
          <p:cNvPr id="3" name="Plassholder for teks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4" name="Plassholder for innhold 3"/>
          <p:cNvSpPr>
            <a:spLocks noGrp="1"/>
          </p:cNvSpPr>
          <p:nvPr>
            <p:ph sz="half" idx="2"/>
          </p:nvPr>
        </p:nvSpPr>
        <p:spPr>
          <a:xfrm>
            <a:off x="839788" y="2505075"/>
            <a:ext cx="5157787"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teks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6" name="Plassholder for innhold 5"/>
          <p:cNvSpPr>
            <a:spLocks noGrp="1"/>
          </p:cNvSpPr>
          <p:nvPr>
            <p:ph sz="quarter" idx="4"/>
          </p:nvPr>
        </p:nvSpPr>
        <p:spPr>
          <a:xfrm>
            <a:off x="6172200" y="2505075"/>
            <a:ext cx="5183188"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7" name="Plassholder for dato 6"/>
          <p:cNvSpPr>
            <a:spLocks noGrp="1"/>
          </p:cNvSpPr>
          <p:nvPr>
            <p:ph type="dt" sz="half" idx="10"/>
          </p:nvPr>
        </p:nvSpPr>
        <p:spPr/>
        <p:txBody>
          <a:bodyPr/>
          <a:lstStyle/>
          <a:p>
            <a:fld id="{A4B48737-D106-4145-B5CD-58346CA5B02B}" type="datetime1">
              <a:rPr lang="nb-NO" smtClean="0"/>
              <a:t>27.08.2024</a:t>
            </a:fld>
            <a:endParaRPr lang="nb-NO"/>
          </a:p>
        </p:txBody>
      </p:sp>
      <p:sp>
        <p:nvSpPr>
          <p:cNvPr id="8" name="Plassholder for bunntekst 7"/>
          <p:cNvSpPr>
            <a:spLocks noGrp="1"/>
          </p:cNvSpPr>
          <p:nvPr>
            <p:ph type="ftr" sz="quarter" idx="11"/>
          </p:nvPr>
        </p:nvSpPr>
        <p:spPr/>
        <p:txBody>
          <a:bodyPr/>
          <a:lstStyle/>
          <a:p>
            <a:r>
              <a:rPr lang="nb-NO"/>
              <a:t>Control Trafikkskole</a:t>
            </a:r>
          </a:p>
        </p:txBody>
      </p:sp>
      <p:sp>
        <p:nvSpPr>
          <p:cNvPr id="9" name="Plassholder for lysbildenummer 8"/>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2171616563"/>
      </p:ext>
    </p:extLst>
  </p:cSld>
  <p:clrMapOvr>
    <a:masterClrMapping/>
  </p:clrMapOvr>
</p:sldLayout>
</file>

<file path=ppt/slideLayouts/slideLayout477.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dato 2"/>
          <p:cNvSpPr>
            <a:spLocks noGrp="1"/>
          </p:cNvSpPr>
          <p:nvPr>
            <p:ph type="dt" sz="half" idx="10"/>
          </p:nvPr>
        </p:nvSpPr>
        <p:spPr/>
        <p:txBody>
          <a:bodyPr/>
          <a:lstStyle/>
          <a:p>
            <a:fld id="{71860EB1-A54F-4499-B728-7235DBF870F3}" type="datetime1">
              <a:rPr lang="nb-NO" smtClean="0"/>
              <a:t>27.08.2024</a:t>
            </a:fld>
            <a:endParaRPr lang="nb-NO"/>
          </a:p>
        </p:txBody>
      </p:sp>
      <p:sp>
        <p:nvSpPr>
          <p:cNvPr id="4" name="Plassholder for bunntekst 3"/>
          <p:cNvSpPr>
            <a:spLocks noGrp="1"/>
          </p:cNvSpPr>
          <p:nvPr>
            <p:ph type="ftr" sz="quarter" idx="11"/>
          </p:nvPr>
        </p:nvSpPr>
        <p:spPr/>
        <p:txBody>
          <a:bodyPr/>
          <a:lstStyle/>
          <a:p>
            <a:r>
              <a:rPr lang="nb-NO"/>
              <a:t>Control Trafikkskole</a:t>
            </a:r>
          </a:p>
        </p:txBody>
      </p:sp>
      <p:sp>
        <p:nvSpPr>
          <p:cNvPr id="5" name="Plassholder for lysbildenummer 4"/>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532047403"/>
      </p:ext>
    </p:extLst>
  </p:cSld>
  <p:clrMapOvr>
    <a:masterClrMapping/>
  </p:clrMapOvr>
</p:sldLayout>
</file>

<file path=ppt/slideLayouts/slideLayout478.xml><?xml version="1.0" encoding="utf-8"?>
<p:sldLayout xmlns:a="http://schemas.openxmlformats.org/drawingml/2006/main" xmlns:r="http://schemas.openxmlformats.org/officeDocument/2006/relationships" xmlns:p="http://schemas.openxmlformats.org/presentationml/2006/main" type="blank" preserve="1">
  <p:cSld name="Rutevalg">
    <p:spTree>
      <p:nvGrpSpPr>
        <p:cNvPr id="1" name=""/>
        <p:cNvGrpSpPr/>
        <p:nvPr/>
      </p:nvGrpSpPr>
      <p:grpSpPr>
        <a:xfrm>
          <a:off x="0" y="0"/>
          <a:ext cx="0" cy="0"/>
          <a:chOff x="0" y="0"/>
          <a:chExt cx="0" cy="0"/>
        </a:xfrm>
      </p:grpSpPr>
      <p:sp>
        <p:nvSpPr>
          <p:cNvPr id="2" name="Plassholder for dato 1"/>
          <p:cNvSpPr>
            <a:spLocks noGrp="1"/>
          </p:cNvSpPr>
          <p:nvPr>
            <p:ph type="dt" sz="half" idx="10"/>
          </p:nvPr>
        </p:nvSpPr>
        <p:spPr/>
        <p:txBody>
          <a:bodyPr/>
          <a:lstStyle/>
          <a:p>
            <a:fld id="{F113FB07-D970-4EA9-8D79-38735A65E2F4}" type="datetime1">
              <a:rPr lang="nb-NO" smtClean="0"/>
              <a:t>27.08.2024</a:t>
            </a:fld>
            <a:endParaRPr lang="nb-NO"/>
          </a:p>
        </p:txBody>
      </p:sp>
      <p:sp>
        <p:nvSpPr>
          <p:cNvPr id="3" name="Plassholder for bunntekst 2"/>
          <p:cNvSpPr>
            <a:spLocks noGrp="1"/>
          </p:cNvSpPr>
          <p:nvPr>
            <p:ph type="ftr" sz="quarter" idx="11"/>
          </p:nvPr>
        </p:nvSpPr>
        <p:spPr/>
        <p:txBody>
          <a:bodyPr/>
          <a:lstStyle/>
          <a:p>
            <a:r>
              <a:rPr lang="nb-NO"/>
              <a:t>Control Trafikkskole</a:t>
            </a:r>
          </a:p>
        </p:txBody>
      </p:sp>
      <p:sp>
        <p:nvSpPr>
          <p:cNvPr id="4" name="Plassholder for lysbildenummer 3"/>
          <p:cNvSpPr>
            <a:spLocks noGrp="1"/>
          </p:cNvSpPr>
          <p:nvPr>
            <p:ph type="sldNum" sz="quarter" idx="12"/>
          </p:nvPr>
        </p:nvSpPr>
        <p:spPr/>
        <p:txBody>
          <a:bodyPr/>
          <a:lstStyle/>
          <a:p>
            <a:fld id="{2EEBBCFE-599B-47F9-B84D-4259C5E2055D}" type="slidenum">
              <a:rPr lang="nb-NO" smtClean="0"/>
              <a:t>‹#›</a:t>
            </a:fld>
            <a:endParaRPr lang="nb-NO"/>
          </a:p>
        </p:txBody>
      </p:sp>
      <p:sp>
        <p:nvSpPr>
          <p:cNvPr id="5" name="Parallellogram 4">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6" name="Parallellogram 5">
            <a:hlinkClick r:id="rId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7" name="Parallellogram 6">
            <a:hlinkClick r:id="rId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8" name="Parallellogram 7">
            <a:hlinkClick r:id="rId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9" name="Parallellogram 8">
            <a:hlinkClick r:id="rId6" action="ppaction://hlinksldjump"/>
          </p:cNvPr>
          <p:cNvSpPr/>
          <p:nvPr userDrawn="1"/>
        </p:nvSpPr>
        <p:spPr>
          <a:xfrm>
            <a:off x="7469491"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0" name="Parallellogram 9">
            <a:hlinkClick r:id="rId7" action="ppaction://hlinksldjump"/>
          </p:cNvPr>
          <p:cNvSpPr/>
          <p:nvPr userDrawn="1"/>
        </p:nvSpPr>
        <p:spPr>
          <a:xfrm>
            <a:off x="8979304"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11" name="Parallellogram 10">
            <a:hlinkClick r:id="rId8" action="ppaction://hlinksldjump"/>
          </p:cNvPr>
          <p:cNvSpPr/>
          <p:nvPr userDrawn="1"/>
        </p:nvSpPr>
        <p:spPr>
          <a:xfrm>
            <a:off x="10489865"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2267371173"/>
      </p:ext>
    </p:extLst>
  </p:cSld>
  <p:clrMapOvr>
    <a:masterClrMapping/>
  </p:clrMapOvr>
</p:sldLayout>
</file>

<file path=ppt/slideLayouts/slideLayout479.xml><?xml version="1.0" encoding="utf-8"?>
<p:sldLayout xmlns:a="http://schemas.openxmlformats.org/drawingml/2006/main" xmlns:r="http://schemas.openxmlformats.org/officeDocument/2006/relationships" xmlns:p="http://schemas.openxmlformats.org/presentationml/2006/main" type="objTx" preserve="1">
  <p:cSld name="Innhold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innhold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1EB9FC66-71E1-4721-94B5-39C97D3528EC}"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600453225"/>
      </p:ext>
    </p:extLst>
  </p:cSld>
  <p:clrMapOvr>
    <a:masterClrMapping/>
  </p:clrMapOvr>
</p:sldLayout>
</file>

<file path=ppt/slideLayouts/slideLayout480.xml><?xml version="1.0" encoding="utf-8"?>
<p:sldLayout xmlns:a="http://schemas.openxmlformats.org/drawingml/2006/main" xmlns:r="http://schemas.openxmlformats.org/officeDocument/2006/relationships" xmlns:p="http://schemas.openxmlformats.org/presentationml/2006/main" type="picTx" preserve="1">
  <p:cSld name="Bilde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bild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50ADB1E0-F9FC-4167-8BCA-53293D72EF51}"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226863294"/>
      </p:ext>
    </p:extLst>
  </p:cSld>
  <p:clrMapOvr>
    <a:masterClrMapping/>
  </p:clrMapOvr>
</p:sldLayout>
</file>

<file path=ppt/slideLayouts/slideLayout481.xml><?xml version="1.0" encoding="utf-8"?>
<p:sldLayout xmlns:a="http://schemas.openxmlformats.org/drawingml/2006/main" xmlns:r="http://schemas.openxmlformats.org/officeDocument/2006/relationships" xmlns:p="http://schemas.openxmlformats.org/presentationml/2006/main" type="vertTx" preserve="1">
  <p:cSld name="Loddrett tekst">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loddrett tekst 2"/>
          <p:cNvSpPr>
            <a:spLocks noGrp="1"/>
          </p:cNvSpPr>
          <p:nvPr>
            <p:ph type="body" orient="vert" idx="1"/>
          </p:nvPr>
        </p:nvSpPr>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2FCE0A1F-2498-45B2-BE3A-A4D682471F20}"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590034714"/>
      </p:ext>
    </p:extLst>
  </p:cSld>
  <p:clrMapOvr>
    <a:masterClrMapping/>
  </p:clrMapOvr>
</p:sldLayout>
</file>

<file path=ppt/slideLayouts/slideLayout482.xml><?xml version="1.0" encoding="utf-8"?>
<p:sldLayout xmlns:a="http://schemas.openxmlformats.org/drawingml/2006/main" xmlns:r="http://schemas.openxmlformats.org/officeDocument/2006/relationships" xmlns:p="http://schemas.openxmlformats.org/presentationml/2006/main" type="vertTitleAndTx" preserve="1">
  <p:cSld name="Loddrett tittel og tekst">
    <p:spTree>
      <p:nvGrpSpPr>
        <p:cNvPr id="1" name=""/>
        <p:cNvGrpSpPr/>
        <p:nvPr/>
      </p:nvGrpSpPr>
      <p:grpSpPr>
        <a:xfrm>
          <a:off x="0" y="0"/>
          <a:ext cx="0" cy="0"/>
          <a:chOff x="0" y="0"/>
          <a:chExt cx="0" cy="0"/>
        </a:xfrm>
      </p:grpSpPr>
      <p:sp>
        <p:nvSpPr>
          <p:cNvPr id="2" name="Loddrett tittel 1"/>
          <p:cNvSpPr>
            <a:spLocks noGrp="1"/>
          </p:cNvSpPr>
          <p:nvPr>
            <p:ph type="title" orient="vert"/>
          </p:nvPr>
        </p:nvSpPr>
        <p:spPr>
          <a:xfrm>
            <a:off x="8724900" y="365125"/>
            <a:ext cx="2628900" cy="5811838"/>
          </a:xfrm>
        </p:spPr>
        <p:txBody>
          <a:bodyPr vert="eaVert"/>
          <a:lstStyle/>
          <a:p>
            <a:r>
              <a:rPr lang="nb-NO"/>
              <a:t>Klikk for å redigere tittelstil</a:t>
            </a:r>
          </a:p>
        </p:txBody>
      </p:sp>
      <p:sp>
        <p:nvSpPr>
          <p:cNvPr id="3" name="Plassholder for loddrett tekst 2"/>
          <p:cNvSpPr>
            <a:spLocks noGrp="1"/>
          </p:cNvSpPr>
          <p:nvPr>
            <p:ph type="body" orient="vert" idx="1"/>
          </p:nvPr>
        </p:nvSpPr>
        <p:spPr>
          <a:xfrm>
            <a:off x="838200" y="365125"/>
            <a:ext cx="7734300" cy="5811838"/>
          </a:xfrm>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B0B443C8-17BE-4F58-A999-1B704A3BB182}"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007302068"/>
      </p:ext>
    </p:extLst>
  </p:cSld>
  <p:clrMapOvr>
    <a:masterClrMapping/>
  </p:clrMapOvr>
</p:sldLayout>
</file>

<file path=ppt/slideLayouts/slideLayout483.xml><?xml version="1.0" encoding="utf-8"?>
<p:sldLayout xmlns:a="http://schemas.openxmlformats.org/drawingml/2006/main" xmlns:r="http://schemas.openxmlformats.org/officeDocument/2006/relationships" xmlns:p="http://schemas.openxmlformats.org/presentationml/2006/main" userDrawn="1">
  <p:cSld name="Mål">
    <p:spTree>
      <p:nvGrpSpPr>
        <p:cNvPr id="1" name=""/>
        <p:cNvGrpSpPr/>
        <p:nvPr/>
      </p:nvGrpSpPr>
      <p:grpSpPr>
        <a:xfrm>
          <a:off x="0" y="0"/>
          <a:ext cx="0" cy="0"/>
          <a:chOff x="0" y="0"/>
          <a:chExt cx="0" cy="0"/>
        </a:xfrm>
      </p:grpSpPr>
      <p:sp>
        <p:nvSpPr>
          <p:cNvPr id="7" name="Parallellogram 6">
            <a:hlinkClick r:id="rId2" action="ppaction://hlinksldjump"/>
          </p:cNvPr>
          <p:cNvSpPr/>
          <p:nvPr userDrawn="1"/>
        </p:nvSpPr>
        <p:spPr>
          <a:xfrm>
            <a:off x="1428744"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8" name="Parallellogram 7">
            <a:hlinkClick r:id="rId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9" name="Parallellogram 8">
            <a:hlinkClick r:id="rId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0" name="Parallellogram 9">
            <a:hlinkClick r:id="rId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1" name="Parallellogram 10">
            <a:hlinkClick r:id="rId6" action="ppaction://hlinksldjump"/>
          </p:cNvPr>
          <p:cNvSpPr/>
          <p:nvPr userDrawn="1"/>
        </p:nvSpPr>
        <p:spPr>
          <a:xfrm>
            <a:off x="7469491"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2" name="Parallellogram 11">
            <a:hlinkClick r:id="rId7" action="ppaction://hlinksldjump"/>
          </p:cNvPr>
          <p:cNvSpPr/>
          <p:nvPr userDrawn="1"/>
        </p:nvSpPr>
        <p:spPr>
          <a:xfrm>
            <a:off x="897930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13" name="Parallellogram 12">
            <a:hlinkClick r:id="rId8" action="ppaction://hlinksldjump"/>
          </p:cNvPr>
          <p:cNvSpPr/>
          <p:nvPr userDrawn="1"/>
        </p:nvSpPr>
        <p:spPr>
          <a:xfrm>
            <a:off x="10489865"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171765047"/>
      </p:ext>
    </p:extLst>
  </p:cSld>
  <p:clrMapOvr>
    <a:masterClrMapping/>
  </p:clrMapOvr>
</p:sldLayout>
</file>

<file path=ppt/slideLayouts/slideLayout484.xml><?xml version="1.0" encoding="utf-8"?>
<p:sldLayout xmlns:a="http://schemas.openxmlformats.org/drawingml/2006/main" xmlns:r="http://schemas.openxmlformats.org/officeDocument/2006/relationships" xmlns:p="http://schemas.openxmlformats.org/presentationml/2006/main" userDrawn="1">
  <p:cSld name="Innhold">
    <p:spTree>
      <p:nvGrpSpPr>
        <p:cNvPr id="1" name=""/>
        <p:cNvGrpSpPr/>
        <p:nvPr/>
      </p:nvGrpSpPr>
      <p:grpSpPr>
        <a:xfrm>
          <a:off x="0" y="0"/>
          <a:ext cx="0" cy="0"/>
          <a:chOff x="0" y="0"/>
          <a:chExt cx="0" cy="0"/>
        </a:xfrm>
      </p:grpSpPr>
      <p:sp>
        <p:nvSpPr>
          <p:cNvPr id="9" name="Parallellogram 8">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0" name="Parallellogram 9">
            <a:hlinkClick r:id="rId3" action="ppaction://hlinksldjump"/>
          </p:cNvPr>
          <p:cNvSpPr/>
          <p:nvPr userDrawn="1"/>
        </p:nvSpPr>
        <p:spPr>
          <a:xfrm>
            <a:off x="2938557"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1" name="Parallellogram 10">
            <a:hlinkClick r:id="rId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2" name="Parallellogram 11">
            <a:hlinkClick r:id="rId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3" name="Parallellogram 12">
            <a:hlinkClick r:id="rId6" action="ppaction://hlinksldjump"/>
          </p:cNvPr>
          <p:cNvSpPr/>
          <p:nvPr userDrawn="1"/>
        </p:nvSpPr>
        <p:spPr>
          <a:xfrm>
            <a:off x="7469491"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21" name="Parallellogram 20">
            <a:hlinkClick r:id="rId7" action="ppaction://hlinksldjump"/>
          </p:cNvPr>
          <p:cNvSpPr/>
          <p:nvPr userDrawn="1"/>
        </p:nvSpPr>
        <p:spPr>
          <a:xfrm>
            <a:off x="897930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22" name="Parallellogram 21">
            <a:hlinkClick r:id="rId8" action="ppaction://hlinksldjump"/>
          </p:cNvPr>
          <p:cNvSpPr/>
          <p:nvPr userDrawn="1"/>
        </p:nvSpPr>
        <p:spPr>
          <a:xfrm>
            <a:off x="10489865"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4270820016"/>
      </p:ext>
    </p:extLst>
  </p:cSld>
  <p:clrMapOvr>
    <a:masterClrMapping/>
  </p:clrMapOvr>
</p:sldLayout>
</file>

<file path=ppt/slideLayouts/slideLayout485.xml><?xml version="1.0" encoding="utf-8"?>
<p:sldLayout xmlns:a="http://schemas.openxmlformats.org/drawingml/2006/main" xmlns:r="http://schemas.openxmlformats.org/officeDocument/2006/relationships" xmlns:p="http://schemas.openxmlformats.org/presentationml/2006/main" userDrawn="1">
  <p:cSld name="Elev">
    <p:spTree>
      <p:nvGrpSpPr>
        <p:cNvPr id="1" name=""/>
        <p:cNvGrpSpPr/>
        <p:nvPr/>
      </p:nvGrpSpPr>
      <p:grpSpPr>
        <a:xfrm>
          <a:off x="0" y="0"/>
          <a:ext cx="0" cy="0"/>
          <a:chOff x="0" y="0"/>
          <a:chExt cx="0" cy="0"/>
        </a:xfrm>
      </p:grpSpPr>
      <p:sp>
        <p:nvSpPr>
          <p:cNvPr id="9" name="Parallellogram 8">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0" name="Parallellogram 9">
            <a:hlinkClick r:id="rId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1" name="Parallellogram 10">
            <a:hlinkClick r:id="rId4" action="ppaction://hlinksldjump"/>
          </p:cNvPr>
          <p:cNvSpPr/>
          <p:nvPr userDrawn="1"/>
        </p:nvSpPr>
        <p:spPr>
          <a:xfrm>
            <a:off x="4449118"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2" name="Parallellogram 11">
            <a:hlinkClick r:id="rId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3" name="Parallellogram 12">
            <a:hlinkClick r:id="rId6" action="ppaction://hlinksldjump"/>
          </p:cNvPr>
          <p:cNvSpPr/>
          <p:nvPr userDrawn="1"/>
        </p:nvSpPr>
        <p:spPr>
          <a:xfrm>
            <a:off x="7469491"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4" name="Parallellogram 13">
            <a:hlinkClick r:id="rId7" action="ppaction://hlinksldjump"/>
          </p:cNvPr>
          <p:cNvSpPr/>
          <p:nvPr userDrawn="1"/>
        </p:nvSpPr>
        <p:spPr>
          <a:xfrm>
            <a:off x="897930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22" name="Parallellogram 21">
            <a:hlinkClick r:id="rId8" action="ppaction://hlinksldjump"/>
          </p:cNvPr>
          <p:cNvSpPr/>
          <p:nvPr userDrawn="1"/>
        </p:nvSpPr>
        <p:spPr>
          <a:xfrm>
            <a:off x="10489865"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2846551997"/>
      </p:ext>
    </p:extLst>
  </p:cSld>
  <p:clrMapOvr>
    <a:masterClrMapping/>
  </p:clrMapOvr>
</p:sldLayout>
</file>

<file path=ppt/slideLayouts/slideLayout486.xml><?xml version="1.0" encoding="utf-8"?>
<p:sldLayout xmlns:a="http://schemas.openxmlformats.org/drawingml/2006/main" xmlns:r="http://schemas.openxmlformats.org/officeDocument/2006/relationships" xmlns:p="http://schemas.openxmlformats.org/presentationml/2006/main" userDrawn="1">
  <p:cSld name="Lærer">
    <p:spTree>
      <p:nvGrpSpPr>
        <p:cNvPr id="1" name=""/>
        <p:cNvGrpSpPr/>
        <p:nvPr/>
      </p:nvGrpSpPr>
      <p:grpSpPr>
        <a:xfrm>
          <a:off x="0" y="0"/>
          <a:ext cx="0" cy="0"/>
          <a:chOff x="0" y="0"/>
          <a:chExt cx="0" cy="0"/>
        </a:xfrm>
      </p:grpSpPr>
      <p:sp>
        <p:nvSpPr>
          <p:cNvPr id="10" name="Parallellogram 9">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1" name="Parallellogram 10">
            <a:hlinkClick r:id="rId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2" name="Parallellogram 11">
            <a:hlinkClick r:id="rId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3" name="Parallellogram 12">
            <a:hlinkClick r:id="rId5" action="ppaction://hlinksldjump"/>
          </p:cNvPr>
          <p:cNvSpPr/>
          <p:nvPr userDrawn="1"/>
        </p:nvSpPr>
        <p:spPr>
          <a:xfrm>
            <a:off x="5959678"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4" name="Parallellogram 13">
            <a:hlinkClick r:id="rId6" action="ppaction://hlinksldjump"/>
          </p:cNvPr>
          <p:cNvSpPr/>
          <p:nvPr userDrawn="1"/>
        </p:nvSpPr>
        <p:spPr>
          <a:xfrm>
            <a:off x="7469491"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5" name="Parallellogram 14">
            <a:hlinkClick r:id="rId7" action="ppaction://hlinksldjump"/>
          </p:cNvPr>
          <p:cNvSpPr/>
          <p:nvPr userDrawn="1"/>
        </p:nvSpPr>
        <p:spPr>
          <a:xfrm>
            <a:off x="897930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16" name="Parallellogram 15">
            <a:hlinkClick r:id="rId8" action="ppaction://hlinksldjump"/>
          </p:cNvPr>
          <p:cNvSpPr/>
          <p:nvPr userDrawn="1"/>
        </p:nvSpPr>
        <p:spPr>
          <a:xfrm>
            <a:off x="10489865"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2971302504"/>
      </p:ext>
    </p:extLst>
  </p:cSld>
  <p:clrMapOvr>
    <a:masterClrMapping/>
  </p:clrMapOvr>
</p:sldLayout>
</file>

<file path=ppt/slideLayouts/slideLayout487.xml><?xml version="1.0" encoding="utf-8"?>
<p:sldLayout xmlns:a="http://schemas.openxmlformats.org/drawingml/2006/main" xmlns:r="http://schemas.openxmlformats.org/officeDocument/2006/relationships" xmlns:p="http://schemas.openxmlformats.org/presentationml/2006/main" userDrawn="1">
  <p:cSld name="Metode">
    <p:spTree>
      <p:nvGrpSpPr>
        <p:cNvPr id="1" name=""/>
        <p:cNvGrpSpPr/>
        <p:nvPr/>
      </p:nvGrpSpPr>
      <p:grpSpPr>
        <a:xfrm>
          <a:off x="0" y="0"/>
          <a:ext cx="0" cy="0"/>
          <a:chOff x="0" y="0"/>
          <a:chExt cx="0" cy="0"/>
        </a:xfrm>
      </p:grpSpPr>
      <p:sp>
        <p:nvSpPr>
          <p:cNvPr id="9" name="Parallellogram 8">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0" name="Parallellogram 9">
            <a:hlinkClick r:id="rId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1" name="Parallellogram 10">
            <a:hlinkClick r:id="rId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2" name="Parallellogram 11">
            <a:hlinkClick r:id="rId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20" name="Parallellogram 19">
            <a:hlinkClick r:id="rId6" action="ppaction://hlinksldjump"/>
          </p:cNvPr>
          <p:cNvSpPr/>
          <p:nvPr userDrawn="1"/>
        </p:nvSpPr>
        <p:spPr>
          <a:xfrm>
            <a:off x="7469491"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21" name="Parallellogram 20">
            <a:hlinkClick r:id="rId7" action="ppaction://hlinksldjump"/>
          </p:cNvPr>
          <p:cNvSpPr/>
          <p:nvPr userDrawn="1"/>
        </p:nvSpPr>
        <p:spPr>
          <a:xfrm>
            <a:off x="897930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22" name="Parallellogram 21">
            <a:hlinkClick r:id="rId8" action="ppaction://hlinksldjump"/>
          </p:cNvPr>
          <p:cNvSpPr/>
          <p:nvPr userDrawn="1"/>
        </p:nvSpPr>
        <p:spPr>
          <a:xfrm>
            <a:off x="10489865"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361242423"/>
      </p:ext>
    </p:extLst>
  </p:cSld>
  <p:clrMapOvr>
    <a:masterClrMapping/>
  </p:clrMapOvr>
</p:sldLayout>
</file>

<file path=ppt/slideLayouts/slideLayout488.xml><?xml version="1.0" encoding="utf-8"?>
<p:sldLayout xmlns:a="http://schemas.openxmlformats.org/drawingml/2006/main" xmlns:r="http://schemas.openxmlformats.org/officeDocument/2006/relationships" xmlns:p="http://schemas.openxmlformats.org/presentationml/2006/main" userDrawn="1">
  <p:cSld name="Vurdering">
    <p:spTree>
      <p:nvGrpSpPr>
        <p:cNvPr id="1" name=""/>
        <p:cNvGrpSpPr/>
        <p:nvPr/>
      </p:nvGrpSpPr>
      <p:grpSpPr>
        <a:xfrm>
          <a:off x="0" y="0"/>
          <a:ext cx="0" cy="0"/>
          <a:chOff x="0" y="0"/>
          <a:chExt cx="0" cy="0"/>
        </a:xfrm>
      </p:grpSpPr>
      <p:sp>
        <p:nvSpPr>
          <p:cNvPr id="9" name="Parallellogram 8">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0" name="Parallellogram 9">
            <a:hlinkClick r:id="rId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1" name="Parallellogram 10">
            <a:hlinkClick r:id="rId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2" name="Parallellogram 11">
            <a:hlinkClick r:id="rId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3" name="Parallellogram 12">
            <a:hlinkClick r:id="rId6" action="ppaction://hlinksldjump"/>
          </p:cNvPr>
          <p:cNvSpPr/>
          <p:nvPr userDrawn="1"/>
        </p:nvSpPr>
        <p:spPr>
          <a:xfrm>
            <a:off x="7469491"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4" name="Parallellogram 13">
            <a:hlinkClick r:id="rId7" action="ppaction://hlinksldjump"/>
          </p:cNvPr>
          <p:cNvSpPr/>
          <p:nvPr userDrawn="1"/>
        </p:nvSpPr>
        <p:spPr>
          <a:xfrm>
            <a:off x="897930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22" name="Parallellogram 21">
            <a:hlinkClick r:id="rId8" action="ppaction://hlinksldjump"/>
          </p:cNvPr>
          <p:cNvSpPr/>
          <p:nvPr userDrawn="1"/>
        </p:nvSpPr>
        <p:spPr>
          <a:xfrm>
            <a:off x="10489865"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3044391497"/>
      </p:ext>
    </p:extLst>
  </p:cSld>
  <p:clrMapOvr>
    <a:masterClrMapping/>
  </p:clrMapOvr>
</p:sldLayout>
</file>

<file path=ppt/slideLayouts/slideLayout489.xml><?xml version="1.0" encoding="utf-8"?>
<p:sldLayout xmlns:a="http://schemas.openxmlformats.org/drawingml/2006/main" xmlns:r="http://schemas.openxmlformats.org/officeDocument/2006/relationships" xmlns:p="http://schemas.openxmlformats.org/presentationml/2006/main" type="title" preserve="1">
  <p:cSld name="Tittellysbilde">
    <p:spTree>
      <p:nvGrpSpPr>
        <p:cNvPr id="1" name=""/>
        <p:cNvGrpSpPr/>
        <p:nvPr/>
      </p:nvGrpSpPr>
      <p:grpSpPr>
        <a:xfrm>
          <a:off x="0" y="0"/>
          <a:ext cx="0" cy="0"/>
          <a:chOff x="0" y="0"/>
          <a:chExt cx="0" cy="0"/>
        </a:xfrm>
      </p:grpSpPr>
      <p:sp>
        <p:nvSpPr>
          <p:cNvPr id="2" name="Tittel 1"/>
          <p:cNvSpPr>
            <a:spLocks noGrp="1"/>
          </p:cNvSpPr>
          <p:nvPr>
            <p:ph type="ctrTitle"/>
          </p:nvPr>
        </p:nvSpPr>
        <p:spPr>
          <a:xfrm>
            <a:off x="1524000" y="1122363"/>
            <a:ext cx="9144000" cy="2387600"/>
          </a:xfrm>
        </p:spPr>
        <p:txBody>
          <a:bodyPr anchor="b"/>
          <a:lstStyle>
            <a:lvl1pPr algn="ctr">
              <a:defRPr sz="6000"/>
            </a:lvl1pPr>
          </a:lstStyle>
          <a:p>
            <a:r>
              <a:rPr lang="nb-NO"/>
              <a:t>Klikk for å redigere tittelstil</a:t>
            </a:r>
          </a:p>
        </p:txBody>
      </p:sp>
      <p:sp>
        <p:nvSpPr>
          <p:cNvPr id="3" name="Undertit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b-NO"/>
              <a:t>Klikk for å redigere undertittelstil i malen</a:t>
            </a:r>
          </a:p>
        </p:txBody>
      </p:sp>
      <p:sp>
        <p:nvSpPr>
          <p:cNvPr id="4" name="Plassholder for dato 3"/>
          <p:cNvSpPr>
            <a:spLocks noGrp="1"/>
          </p:cNvSpPr>
          <p:nvPr>
            <p:ph type="dt" sz="half" idx="10"/>
          </p:nvPr>
        </p:nvSpPr>
        <p:spPr/>
        <p:txBody>
          <a:bodyPr/>
          <a:lstStyle/>
          <a:p>
            <a:fld id="{988CEAA8-632E-4D33-AC8D-5FD15B4E0791}"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441359172"/>
      </p:ext>
    </p:extLst>
  </p:cSld>
  <p:clrMapOvr>
    <a:masterClrMapping/>
  </p:clrMapOvr>
</p:sldLayout>
</file>

<file path=ppt/slideLayouts/slideLayout490.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idx="1"/>
          </p:nvPr>
        </p:nvSpPr>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FD4EA9E3-92A2-4FC3-9D41-3440AC5C5DB6}"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3204115834"/>
      </p:ext>
    </p:extLst>
  </p:cSld>
  <p:clrMapOvr>
    <a:masterClrMapping/>
  </p:clrMapOvr>
</p:sldLayout>
</file>

<file path=ppt/slideLayouts/slideLayout491.xml><?xml version="1.0" encoding="utf-8"?>
<p:sldLayout xmlns:a="http://schemas.openxmlformats.org/drawingml/2006/main" xmlns:r="http://schemas.openxmlformats.org/officeDocument/2006/relationships" xmlns:p="http://schemas.openxmlformats.org/presentationml/2006/main" type="secHead" preserve="1">
  <p:cSld name="Deloverskrift">
    <p:spTree>
      <p:nvGrpSpPr>
        <p:cNvPr id="1" name=""/>
        <p:cNvGrpSpPr/>
        <p:nvPr/>
      </p:nvGrpSpPr>
      <p:grpSpPr>
        <a:xfrm>
          <a:off x="0" y="0"/>
          <a:ext cx="0" cy="0"/>
          <a:chOff x="0" y="0"/>
          <a:chExt cx="0" cy="0"/>
        </a:xfrm>
      </p:grpSpPr>
      <p:sp>
        <p:nvSpPr>
          <p:cNvPr id="2" name="Tittel 1"/>
          <p:cNvSpPr>
            <a:spLocks noGrp="1"/>
          </p:cNvSpPr>
          <p:nvPr>
            <p:ph type="title"/>
          </p:nvPr>
        </p:nvSpPr>
        <p:spPr>
          <a:xfrm>
            <a:off x="831850" y="1709738"/>
            <a:ext cx="10515600" cy="2852737"/>
          </a:xfrm>
        </p:spPr>
        <p:txBody>
          <a:bodyPr anchor="b"/>
          <a:lstStyle>
            <a:lvl1pPr>
              <a:defRPr sz="6000"/>
            </a:lvl1pPr>
          </a:lstStyle>
          <a:p>
            <a:r>
              <a:rPr lang="nb-NO"/>
              <a:t>Klikk for å redigere tittelstil</a:t>
            </a:r>
          </a:p>
        </p:txBody>
      </p:sp>
      <p:sp>
        <p:nvSpPr>
          <p:cNvPr id="3" name="Plassholder for teks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b-NO"/>
              <a:t>Rediger tekststiler i malen</a:t>
            </a:r>
          </a:p>
        </p:txBody>
      </p:sp>
      <p:sp>
        <p:nvSpPr>
          <p:cNvPr id="4" name="Plassholder for dato 3"/>
          <p:cNvSpPr>
            <a:spLocks noGrp="1"/>
          </p:cNvSpPr>
          <p:nvPr>
            <p:ph type="dt" sz="half" idx="10"/>
          </p:nvPr>
        </p:nvSpPr>
        <p:spPr/>
        <p:txBody>
          <a:bodyPr/>
          <a:lstStyle/>
          <a:p>
            <a:fld id="{64F0055A-2337-4029-A2ED-BE498B241F3A}"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3809461061"/>
      </p:ext>
    </p:extLst>
  </p:cSld>
  <p:clrMapOvr>
    <a:masterClrMapping/>
  </p:clrMapOvr>
</p:sldLayout>
</file>

<file path=ppt/slideLayouts/slideLayout492.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sz="half" idx="1"/>
          </p:nvPr>
        </p:nvSpPr>
        <p:spPr>
          <a:xfrm>
            <a:off x="838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innhold 3"/>
          <p:cNvSpPr>
            <a:spLocks noGrp="1"/>
          </p:cNvSpPr>
          <p:nvPr>
            <p:ph sz="half" idx="2"/>
          </p:nvPr>
        </p:nvSpPr>
        <p:spPr>
          <a:xfrm>
            <a:off x="6172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dato 4"/>
          <p:cNvSpPr>
            <a:spLocks noGrp="1"/>
          </p:cNvSpPr>
          <p:nvPr>
            <p:ph type="dt" sz="half" idx="10"/>
          </p:nvPr>
        </p:nvSpPr>
        <p:spPr/>
        <p:txBody>
          <a:bodyPr/>
          <a:lstStyle/>
          <a:p>
            <a:fld id="{B69FDAF4-0404-49D5-913C-9119AD18DA5D}"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3085450451"/>
      </p:ext>
    </p:extLst>
  </p:cSld>
  <p:clrMapOvr>
    <a:masterClrMapping/>
  </p:clrMapOvr>
</p:sldLayout>
</file>

<file path=ppt/slideLayouts/slideLayout493.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tel 1"/>
          <p:cNvSpPr>
            <a:spLocks noGrp="1"/>
          </p:cNvSpPr>
          <p:nvPr>
            <p:ph type="title"/>
          </p:nvPr>
        </p:nvSpPr>
        <p:spPr>
          <a:xfrm>
            <a:off x="839788" y="365125"/>
            <a:ext cx="10515600" cy="1325563"/>
          </a:xfrm>
        </p:spPr>
        <p:txBody>
          <a:bodyPr/>
          <a:lstStyle/>
          <a:p>
            <a:r>
              <a:rPr lang="nb-NO"/>
              <a:t>Klikk for å redigere tittelstil</a:t>
            </a:r>
          </a:p>
        </p:txBody>
      </p:sp>
      <p:sp>
        <p:nvSpPr>
          <p:cNvPr id="3" name="Plassholder for teks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4" name="Plassholder for innhold 3"/>
          <p:cNvSpPr>
            <a:spLocks noGrp="1"/>
          </p:cNvSpPr>
          <p:nvPr>
            <p:ph sz="half" idx="2"/>
          </p:nvPr>
        </p:nvSpPr>
        <p:spPr>
          <a:xfrm>
            <a:off x="839788" y="2505075"/>
            <a:ext cx="5157787"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teks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6" name="Plassholder for innhold 5"/>
          <p:cNvSpPr>
            <a:spLocks noGrp="1"/>
          </p:cNvSpPr>
          <p:nvPr>
            <p:ph sz="quarter" idx="4"/>
          </p:nvPr>
        </p:nvSpPr>
        <p:spPr>
          <a:xfrm>
            <a:off x="6172200" y="2505075"/>
            <a:ext cx="5183188"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7" name="Plassholder for dato 6"/>
          <p:cNvSpPr>
            <a:spLocks noGrp="1"/>
          </p:cNvSpPr>
          <p:nvPr>
            <p:ph type="dt" sz="half" idx="10"/>
          </p:nvPr>
        </p:nvSpPr>
        <p:spPr/>
        <p:txBody>
          <a:bodyPr/>
          <a:lstStyle/>
          <a:p>
            <a:fld id="{8BFBA26D-20FB-46D7-A4B3-5F77084E174D}" type="datetime1">
              <a:rPr lang="nb-NO" smtClean="0"/>
              <a:t>27.08.2024</a:t>
            </a:fld>
            <a:endParaRPr lang="nb-NO"/>
          </a:p>
        </p:txBody>
      </p:sp>
      <p:sp>
        <p:nvSpPr>
          <p:cNvPr id="8" name="Plassholder for bunntekst 7"/>
          <p:cNvSpPr>
            <a:spLocks noGrp="1"/>
          </p:cNvSpPr>
          <p:nvPr>
            <p:ph type="ftr" sz="quarter" idx="11"/>
          </p:nvPr>
        </p:nvSpPr>
        <p:spPr/>
        <p:txBody>
          <a:bodyPr/>
          <a:lstStyle/>
          <a:p>
            <a:r>
              <a:rPr lang="nb-NO"/>
              <a:t>Control Trafikkskole</a:t>
            </a:r>
          </a:p>
        </p:txBody>
      </p:sp>
      <p:sp>
        <p:nvSpPr>
          <p:cNvPr id="9" name="Plassholder for lysbildenummer 8"/>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3016356546"/>
      </p:ext>
    </p:extLst>
  </p:cSld>
  <p:clrMapOvr>
    <a:masterClrMapping/>
  </p:clrMapOvr>
</p:sldLayout>
</file>

<file path=ppt/slideLayouts/slideLayout494.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dato 2"/>
          <p:cNvSpPr>
            <a:spLocks noGrp="1"/>
          </p:cNvSpPr>
          <p:nvPr>
            <p:ph type="dt" sz="half" idx="10"/>
          </p:nvPr>
        </p:nvSpPr>
        <p:spPr/>
        <p:txBody>
          <a:bodyPr/>
          <a:lstStyle/>
          <a:p>
            <a:fld id="{EA3D8ED8-8985-41A6-9DA9-D00430B881F4}" type="datetime1">
              <a:rPr lang="nb-NO" smtClean="0"/>
              <a:t>27.08.2024</a:t>
            </a:fld>
            <a:endParaRPr lang="nb-NO"/>
          </a:p>
        </p:txBody>
      </p:sp>
      <p:sp>
        <p:nvSpPr>
          <p:cNvPr id="4" name="Plassholder for bunntekst 3"/>
          <p:cNvSpPr>
            <a:spLocks noGrp="1"/>
          </p:cNvSpPr>
          <p:nvPr>
            <p:ph type="ftr" sz="quarter" idx="11"/>
          </p:nvPr>
        </p:nvSpPr>
        <p:spPr/>
        <p:txBody>
          <a:bodyPr/>
          <a:lstStyle/>
          <a:p>
            <a:r>
              <a:rPr lang="nb-NO"/>
              <a:t>Control Trafikkskole</a:t>
            </a:r>
          </a:p>
        </p:txBody>
      </p:sp>
      <p:sp>
        <p:nvSpPr>
          <p:cNvPr id="5" name="Plassholder for lysbildenummer 4"/>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417931904"/>
      </p:ext>
    </p:extLst>
  </p:cSld>
  <p:clrMapOvr>
    <a:masterClrMapping/>
  </p:clrMapOvr>
</p:sldLayout>
</file>

<file path=ppt/slideLayouts/slideLayout495.xml><?xml version="1.0" encoding="utf-8"?>
<p:sldLayout xmlns:a="http://schemas.openxmlformats.org/drawingml/2006/main" xmlns:r="http://schemas.openxmlformats.org/officeDocument/2006/relationships" xmlns:p="http://schemas.openxmlformats.org/presentationml/2006/main" type="blank" preserve="1">
  <p:cSld name="Rutevalg">
    <p:spTree>
      <p:nvGrpSpPr>
        <p:cNvPr id="1" name=""/>
        <p:cNvGrpSpPr/>
        <p:nvPr/>
      </p:nvGrpSpPr>
      <p:grpSpPr>
        <a:xfrm>
          <a:off x="0" y="0"/>
          <a:ext cx="0" cy="0"/>
          <a:chOff x="0" y="0"/>
          <a:chExt cx="0" cy="0"/>
        </a:xfrm>
      </p:grpSpPr>
      <p:sp>
        <p:nvSpPr>
          <p:cNvPr id="2" name="Plassholder for dato 1"/>
          <p:cNvSpPr>
            <a:spLocks noGrp="1"/>
          </p:cNvSpPr>
          <p:nvPr>
            <p:ph type="dt" sz="half" idx="10"/>
          </p:nvPr>
        </p:nvSpPr>
        <p:spPr/>
        <p:txBody>
          <a:bodyPr/>
          <a:lstStyle/>
          <a:p>
            <a:fld id="{B6AAED13-2823-4ABF-95AB-D62AD2CFA37E}" type="datetime1">
              <a:rPr lang="nb-NO" smtClean="0"/>
              <a:t>27.08.2024</a:t>
            </a:fld>
            <a:endParaRPr lang="nb-NO"/>
          </a:p>
        </p:txBody>
      </p:sp>
      <p:sp>
        <p:nvSpPr>
          <p:cNvPr id="3" name="Plassholder for bunntekst 2"/>
          <p:cNvSpPr>
            <a:spLocks noGrp="1"/>
          </p:cNvSpPr>
          <p:nvPr>
            <p:ph type="ftr" sz="quarter" idx="11"/>
          </p:nvPr>
        </p:nvSpPr>
        <p:spPr/>
        <p:txBody>
          <a:bodyPr/>
          <a:lstStyle/>
          <a:p>
            <a:r>
              <a:rPr lang="nb-NO"/>
              <a:t>Control Trafikkskole</a:t>
            </a:r>
          </a:p>
        </p:txBody>
      </p:sp>
      <p:sp>
        <p:nvSpPr>
          <p:cNvPr id="4" name="Plassholder for lysbildenummer 3"/>
          <p:cNvSpPr>
            <a:spLocks noGrp="1"/>
          </p:cNvSpPr>
          <p:nvPr>
            <p:ph type="sldNum" sz="quarter" idx="12"/>
          </p:nvPr>
        </p:nvSpPr>
        <p:spPr/>
        <p:txBody>
          <a:bodyPr/>
          <a:lstStyle/>
          <a:p>
            <a:fld id="{2EEBBCFE-599B-47F9-B84D-4259C5E2055D}" type="slidenum">
              <a:rPr lang="nb-NO" smtClean="0"/>
              <a:t>‹#›</a:t>
            </a:fld>
            <a:endParaRPr lang="nb-NO"/>
          </a:p>
        </p:txBody>
      </p:sp>
      <p:sp>
        <p:nvSpPr>
          <p:cNvPr id="5" name="Parallellogram 4">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6" name="Parallellogram 5">
            <a:hlinkClick r:id="rId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7" name="Parallellogram 6">
            <a:hlinkClick r:id="rId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8" name="Parallellogram 7">
            <a:hlinkClick r:id="rId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9" name="Parallellogram 8">
            <a:hlinkClick r:id="rId6" action="ppaction://hlinksldjump"/>
          </p:cNvPr>
          <p:cNvSpPr/>
          <p:nvPr userDrawn="1"/>
        </p:nvSpPr>
        <p:spPr>
          <a:xfrm>
            <a:off x="7469491"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0" name="Parallellogram 9">
            <a:hlinkClick r:id="rId7" action="ppaction://hlinksldjump"/>
          </p:cNvPr>
          <p:cNvSpPr/>
          <p:nvPr userDrawn="1"/>
        </p:nvSpPr>
        <p:spPr>
          <a:xfrm>
            <a:off x="8979304"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11" name="Parallellogram 10">
            <a:hlinkClick r:id="rId8" action="ppaction://hlinksldjump"/>
          </p:cNvPr>
          <p:cNvSpPr/>
          <p:nvPr userDrawn="1"/>
        </p:nvSpPr>
        <p:spPr>
          <a:xfrm>
            <a:off x="10489865"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2674013323"/>
      </p:ext>
    </p:extLst>
  </p:cSld>
  <p:clrMapOvr>
    <a:masterClrMapping/>
  </p:clrMapOvr>
</p:sldLayout>
</file>

<file path=ppt/slideLayouts/slideLayout496.xml><?xml version="1.0" encoding="utf-8"?>
<p:sldLayout xmlns:a="http://schemas.openxmlformats.org/drawingml/2006/main" xmlns:r="http://schemas.openxmlformats.org/officeDocument/2006/relationships" xmlns:p="http://schemas.openxmlformats.org/presentationml/2006/main" type="objTx" preserve="1">
  <p:cSld name="Innhold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innhold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C2CE4DA8-99DE-49C0-A1B4-6CAF81CF44FC}"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2833642704"/>
      </p:ext>
    </p:extLst>
  </p:cSld>
  <p:clrMapOvr>
    <a:masterClrMapping/>
  </p:clrMapOvr>
</p:sldLayout>
</file>

<file path=ppt/slideLayouts/slideLayout497.xml><?xml version="1.0" encoding="utf-8"?>
<p:sldLayout xmlns:a="http://schemas.openxmlformats.org/drawingml/2006/main" xmlns:r="http://schemas.openxmlformats.org/officeDocument/2006/relationships" xmlns:p="http://schemas.openxmlformats.org/presentationml/2006/main" type="picTx" preserve="1">
  <p:cSld name="Bilde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bild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878F9665-D79B-4371-ABE5-BC50091909B8}"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4055645941"/>
      </p:ext>
    </p:extLst>
  </p:cSld>
  <p:clrMapOvr>
    <a:masterClrMapping/>
  </p:clrMapOvr>
</p:sldLayout>
</file>

<file path=ppt/slideLayouts/slideLayout498.xml><?xml version="1.0" encoding="utf-8"?>
<p:sldLayout xmlns:a="http://schemas.openxmlformats.org/drawingml/2006/main" xmlns:r="http://schemas.openxmlformats.org/officeDocument/2006/relationships" xmlns:p="http://schemas.openxmlformats.org/presentationml/2006/main" type="vertTx" preserve="1">
  <p:cSld name="Loddrett tekst">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loddrett tekst 2"/>
          <p:cNvSpPr>
            <a:spLocks noGrp="1"/>
          </p:cNvSpPr>
          <p:nvPr>
            <p:ph type="body" orient="vert" idx="1"/>
          </p:nvPr>
        </p:nvSpPr>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5D426ECE-F367-4E3A-B618-217FA9B19991}"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404065724"/>
      </p:ext>
    </p:extLst>
  </p:cSld>
  <p:clrMapOvr>
    <a:masterClrMapping/>
  </p:clrMapOvr>
</p:sldLayout>
</file>

<file path=ppt/slideLayouts/slideLayout499.xml><?xml version="1.0" encoding="utf-8"?>
<p:sldLayout xmlns:a="http://schemas.openxmlformats.org/drawingml/2006/main" xmlns:r="http://schemas.openxmlformats.org/officeDocument/2006/relationships" xmlns:p="http://schemas.openxmlformats.org/presentationml/2006/main" type="vertTitleAndTx" preserve="1">
  <p:cSld name="Loddrett tittel og tekst">
    <p:spTree>
      <p:nvGrpSpPr>
        <p:cNvPr id="1" name=""/>
        <p:cNvGrpSpPr/>
        <p:nvPr/>
      </p:nvGrpSpPr>
      <p:grpSpPr>
        <a:xfrm>
          <a:off x="0" y="0"/>
          <a:ext cx="0" cy="0"/>
          <a:chOff x="0" y="0"/>
          <a:chExt cx="0" cy="0"/>
        </a:xfrm>
      </p:grpSpPr>
      <p:sp>
        <p:nvSpPr>
          <p:cNvPr id="2" name="Loddrett tittel 1"/>
          <p:cNvSpPr>
            <a:spLocks noGrp="1"/>
          </p:cNvSpPr>
          <p:nvPr>
            <p:ph type="title" orient="vert"/>
          </p:nvPr>
        </p:nvSpPr>
        <p:spPr>
          <a:xfrm>
            <a:off x="8724900" y="365125"/>
            <a:ext cx="2628900" cy="5811838"/>
          </a:xfrm>
        </p:spPr>
        <p:txBody>
          <a:bodyPr vert="eaVert"/>
          <a:lstStyle/>
          <a:p>
            <a:r>
              <a:rPr lang="nb-NO"/>
              <a:t>Klikk for å redigere tittelstil</a:t>
            </a:r>
          </a:p>
        </p:txBody>
      </p:sp>
      <p:sp>
        <p:nvSpPr>
          <p:cNvPr id="3" name="Plassholder for loddrett tekst 2"/>
          <p:cNvSpPr>
            <a:spLocks noGrp="1"/>
          </p:cNvSpPr>
          <p:nvPr>
            <p:ph type="body" orient="vert" idx="1"/>
          </p:nvPr>
        </p:nvSpPr>
        <p:spPr>
          <a:xfrm>
            <a:off x="838200" y="365125"/>
            <a:ext cx="7734300" cy="5811838"/>
          </a:xfrm>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A42875A8-D570-4271-A42F-3746F7C87873}"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63569872"/>
      </p:ext>
    </p:extLst>
  </p:cSld>
  <p:clrMapOvr>
    <a:masterClrMapping/>
  </p:clrMapOvr>
</p:sldLayout>
</file>

<file path=ppt/slideLayouts/slideLayout500.xml><?xml version="1.0" encoding="utf-8"?>
<p:sldLayout xmlns:a="http://schemas.openxmlformats.org/drawingml/2006/main" xmlns:r="http://schemas.openxmlformats.org/officeDocument/2006/relationships" xmlns:p="http://schemas.openxmlformats.org/presentationml/2006/main" userDrawn="1">
  <p:cSld name="Mål">
    <p:spTree>
      <p:nvGrpSpPr>
        <p:cNvPr id="1" name=""/>
        <p:cNvGrpSpPr/>
        <p:nvPr/>
      </p:nvGrpSpPr>
      <p:grpSpPr>
        <a:xfrm>
          <a:off x="0" y="0"/>
          <a:ext cx="0" cy="0"/>
          <a:chOff x="0" y="0"/>
          <a:chExt cx="0" cy="0"/>
        </a:xfrm>
      </p:grpSpPr>
      <p:sp>
        <p:nvSpPr>
          <p:cNvPr id="7" name="Parallellogram 6">
            <a:hlinkClick r:id="rId2" action="ppaction://hlinksldjump"/>
          </p:cNvPr>
          <p:cNvSpPr/>
          <p:nvPr userDrawn="1"/>
        </p:nvSpPr>
        <p:spPr>
          <a:xfrm>
            <a:off x="1428744"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8" name="Parallellogram 7">
            <a:hlinkClick r:id="rId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9" name="Parallellogram 8">
            <a:hlinkClick r:id="rId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0" name="Parallellogram 9">
            <a:hlinkClick r:id="rId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1" name="Parallellogram 10">
            <a:hlinkClick r:id="rId6" action="ppaction://hlinksldjump"/>
          </p:cNvPr>
          <p:cNvSpPr/>
          <p:nvPr userDrawn="1"/>
        </p:nvSpPr>
        <p:spPr>
          <a:xfrm>
            <a:off x="7469491"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2" name="Parallellogram 11">
            <a:hlinkClick r:id="rId7" action="ppaction://hlinksldjump"/>
          </p:cNvPr>
          <p:cNvSpPr/>
          <p:nvPr userDrawn="1"/>
        </p:nvSpPr>
        <p:spPr>
          <a:xfrm>
            <a:off x="897930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13" name="Parallellogram 12">
            <a:hlinkClick r:id="rId8" action="ppaction://hlinksldjump"/>
          </p:cNvPr>
          <p:cNvSpPr/>
          <p:nvPr userDrawn="1"/>
        </p:nvSpPr>
        <p:spPr>
          <a:xfrm>
            <a:off x="10489865"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814177637"/>
      </p:ext>
    </p:extLst>
  </p:cSld>
  <p:clrMapOvr>
    <a:masterClrMapping/>
  </p:clrMapOvr>
</p:sldLayout>
</file>

<file path=ppt/slideLayouts/slideLayout501.xml><?xml version="1.0" encoding="utf-8"?>
<p:sldLayout xmlns:a="http://schemas.openxmlformats.org/drawingml/2006/main" xmlns:r="http://schemas.openxmlformats.org/officeDocument/2006/relationships" xmlns:p="http://schemas.openxmlformats.org/presentationml/2006/main" userDrawn="1">
  <p:cSld name="Innhold">
    <p:spTree>
      <p:nvGrpSpPr>
        <p:cNvPr id="1" name=""/>
        <p:cNvGrpSpPr/>
        <p:nvPr/>
      </p:nvGrpSpPr>
      <p:grpSpPr>
        <a:xfrm>
          <a:off x="0" y="0"/>
          <a:ext cx="0" cy="0"/>
          <a:chOff x="0" y="0"/>
          <a:chExt cx="0" cy="0"/>
        </a:xfrm>
      </p:grpSpPr>
      <p:sp>
        <p:nvSpPr>
          <p:cNvPr id="14" name="Parallellogram 13">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5" name="Parallellogram 14">
            <a:hlinkClick r:id="rId3" action="ppaction://hlinksldjump"/>
          </p:cNvPr>
          <p:cNvSpPr/>
          <p:nvPr userDrawn="1"/>
        </p:nvSpPr>
        <p:spPr>
          <a:xfrm>
            <a:off x="2938557"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6" name="Parallellogram 15">
            <a:hlinkClick r:id="rId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7" name="Parallellogram 16">
            <a:hlinkClick r:id="rId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8" name="Parallellogram 17">
            <a:hlinkClick r:id="rId6" action="ppaction://hlinksldjump"/>
          </p:cNvPr>
          <p:cNvSpPr/>
          <p:nvPr userDrawn="1"/>
        </p:nvSpPr>
        <p:spPr>
          <a:xfrm>
            <a:off x="7469491"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9" name="Parallellogram 18">
            <a:hlinkClick r:id="rId7" action="ppaction://hlinksldjump"/>
          </p:cNvPr>
          <p:cNvSpPr/>
          <p:nvPr userDrawn="1"/>
        </p:nvSpPr>
        <p:spPr>
          <a:xfrm>
            <a:off x="897930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20" name="Parallellogram 19">
            <a:hlinkClick r:id="rId8" action="ppaction://hlinksldjump"/>
          </p:cNvPr>
          <p:cNvSpPr/>
          <p:nvPr userDrawn="1"/>
        </p:nvSpPr>
        <p:spPr>
          <a:xfrm>
            <a:off x="10489865"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2456026239"/>
      </p:ext>
    </p:extLst>
  </p:cSld>
  <p:clrMapOvr>
    <a:masterClrMapping/>
  </p:clrMapOvr>
</p:sldLayout>
</file>

<file path=ppt/slideLayouts/slideLayout502.xml><?xml version="1.0" encoding="utf-8"?>
<p:sldLayout xmlns:a="http://schemas.openxmlformats.org/drawingml/2006/main" xmlns:r="http://schemas.openxmlformats.org/officeDocument/2006/relationships" xmlns:p="http://schemas.openxmlformats.org/presentationml/2006/main" userDrawn="1">
  <p:cSld name="Elev">
    <p:spTree>
      <p:nvGrpSpPr>
        <p:cNvPr id="1" name=""/>
        <p:cNvGrpSpPr/>
        <p:nvPr/>
      </p:nvGrpSpPr>
      <p:grpSpPr>
        <a:xfrm>
          <a:off x="0" y="0"/>
          <a:ext cx="0" cy="0"/>
          <a:chOff x="0" y="0"/>
          <a:chExt cx="0" cy="0"/>
        </a:xfrm>
      </p:grpSpPr>
      <p:sp>
        <p:nvSpPr>
          <p:cNvPr id="15" name="Parallellogram 14">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6" name="Parallellogram 15">
            <a:hlinkClick r:id="rId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7" name="Parallellogram 16">
            <a:hlinkClick r:id="rId4" action="ppaction://hlinksldjump"/>
          </p:cNvPr>
          <p:cNvSpPr/>
          <p:nvPr userDrawn="1"/>
        </p:nvSpPr>
        <p:spPr>
          <a:xfrm>
            <a:off x="4449118"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8" name="Parallellogram 17">
            <a:hlinkClick r:id="rId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9" name="Parallellogram 18">
            <a:hlinkClick r:id="rId6" action="ppaction://hlinksldjump"/>
          </p:cNvPr>
          <p:cNvSpPr/>
          <p:nvPr userDrawn="1"/>
        </p:nvSpPr>
        <p:spPr>
          <a:xfrm>
            <a:off x="7469491"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20" name="Parallellogram 19">
            <a:hlinkClick r:id="rId7" action="ppaction://hlinksldjump"/>
          </p:cNvPr>
          <p:cNvSpPr/>
          <p:nvPr userDrawn="1"/>
        </p:nvSpPr>
        <p:spPr>
          <a:xfrm>
            <a:off x="897930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21" name="Parallellogram 20">
            <a:hlinkClick r:id="rId8" action="ppaction://hlinksldjump"/>
          </p:cNvPr>
          <p:cNvSpPr/>
          <p:nvPr userDrawn="1"/>
        </p:nvSpPr>
        <p:spPr>
          <a:xfrm>
            <a:off x="10489865"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1555647097"/>
      </p:ext>
    </p:extLst>
  </p:cSld>
  <p:clrMapOvr>
    <a:masterClrMapping/>
  </p:clrMapOvr>
</p:sldLayout>
</file>

<file path=ppt/slideLayouts/slideLayout503.xml><?xml version="1.0" encoding="utf-8"?>
<p:sldLayout xmlns:a="http://schemas.openxmlformats.org/drawingml/2006/main" xmlns:r="http://schemas.openxmlformats.org/officeDocument/2006/relationships" xmlns:p="http://schemas.openxmlformats.org/presentationml/2006/main" userDrawn="1">
  <p:cSld name="Lærer">
    <p:spTree>
      <p:nvGrpSpPr>
        <p:cNvPr id="1" name=""/>
        <p:cNvGrpSpPr/>
        <p:nvPr/>
      </p:nvGrpSpPr>
      <p:grpSpPr>
        <a:xfrm>
          <a:off x="0" y="0"/>
          <a:ext cx="0" cy="0"/>
          <a:chOff x="0" y="0"/>
          <a:chExt cx="0" cy="0"/>
        </a:xfrm>
      </p:grpSpPr>
      <p:sp>
        <p:nvSpPr>
          <p:cNvPr id="9" name="Parallellogram 8">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7" name="Parallellogram 16">
            <a:hlinkClick r:id="rId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8" name="Parallellogram 17">
            <a:hlinkClick r:id="rId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9" name="Parallellogram 18">
            <a:hlinkClick r:id="rId5" action="ppaction://hlinksldjump"/>
          </p:cNvPr>
          <p:cNvSpPr/>
          <p:nvPr userDrawn="1"/>
        </p:nvSpPr>
        <p:spPr>
          <a:xfrm>
            <a:off x="5959678"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20" name="Parallellogram 19">
            <a:hlinkClick r:id="rId6" action="ppaction://hlinksldjump"/>
          </p:cNvPr>
          <p:cNvSpPr/>
          <p:nvPr userDrawn="1"/>
        </p:nvSpPr>
        <p:spPr>
          <a:xfrm>
            <a:off x="7469491"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21" name="Parallellogram 20">
            <a:hlinkClick r:id="rId7" action="ppaction://hlinksldjump"/>
          </p:cNvPr>
          <p:cNvSpPr/>
          <p:nvPr userDrawn="1"/>
        </p:nvSpPr>
        <p:spPr>
          <a:xfrm>
            <a:off x="897930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22" name="Parallellogram 21">
            <a:hlinkClick r:id="rId8" action="ppaction://hlinksldjump"/>
          </p:cNvPr>
          <p:cNvSpPr/>
          <p:nvPr userDrawn="1"/>
        </p:nvSpPr>
        <p:spPr>
          <a:xfrm>
            <a:off x="10489865"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2599330989"/>
      </p:ext>
    </p:extLst>
  </p:cSld>
  <p:clrMapOvr>
    <a:masterClrMapping/>
  </p:clrMapOvr>
</p:sldLayout>
</file>

<file path=ppt/slideLayouts/slideLayout504.xml><?xml version="1.0" encoding="utf-8"?>
<p:sldLayout xmlns:a="http://schemas.openxmlformats.org/drawingml/2006/main" xmlns:r="http://schemas.openxmlformats.org/officeDocument/2006/relationships" xmlns:p="http://schemas.openxmlformats.org/presentationml/2006/main" userDrawn="1">
  <p:cSld name="Metode">
    <p:spTree>
      <p:nvGrpSpPr>
        <p:cNvPr id="1" name=""/>
        <p:cNvGrpSpPr/>
        <p:nvPr/>
      </p:nvGrpSpPr>
      <p:grpSpPr>
        <a:xfrm>
          <a:off x="0" y="0"/>
          <a:ext cx="0" cy="0"/>
          <a:chOff x="0" y="0"/>
          <a:chExt cx="0" cy="0"/>
        </a:xfrm>
      </p:grpSpPr>
      <p:sp>
        <p:nvSpPr>
          <p:cNvPr id="13" name="Parallellogram 12">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4" name="Parallellogram 13">
            <a:hlinkClick r:id="rId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5" name="Parallellogram 14">
            <a:hlinkClick r:id="rId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6" name="Parallellogram 15">
            <a:hlinkClick r:id="rId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7" name="Parallellogram 16">
            <a:hlinkClick r:id="rId6" action="ppaction://hlinksldjump"/>
          </p:cNvPr>
          <p:cNvSpPr/>
          <p:nvPr userDrawn="1"/>
        </p:nvSpPr>
        <p:spPr>
          <a:xfrm>
            <a:off x="7469491"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8" name="Parallellogram 17">
            <a:hlinkClick r:id="rId7" action="ppaction://hlinksldjump"/>
          </p:cNvPr>
          <p:cNvSpPr/>
          <p:nvPr userDrawn="1"/>
        </p:nvSpPr>
        <p:spPr>
          <a:xfrm>
            <a:off x="897930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19" name="Parallellogram 18">
            <a:hlinkClick r:id="rId8" action="ppaction://hlinksldjump"/>
          </p:cNvPr>
          <p:cNvSpPr/>
          <p:nvPr userDrawn="1"/>
        </p:nvSpPr>
        <p:spPr>
          <a:xfrm>
            <a:off x="10489865"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1015752506"/>
      </p:ext>
    </p:extLst>
  </p:cSld>
  <p:clrMapOvr>
    <a:masterClrMapping/>
  </p:clrMapOvr>
</p:sldLayout>
</file>

<file path=ppt/slideLayouts/slideLayout505.xml><?xml version="1.0" encoding="utf-8"?>
<p:sldLayout xmlns:a="http://schemas.openxmlformats.org/drawingml/2006/main" xmlns:r="http://schemas.openxmlformats.org/officeDocument/2006/relationships" xmlns:p="http://schemas.openxmlformats.org/presentationml/2006/main" userDrawn="1">
  <p:cSld name="Vurdering">
    <p:spTree>
      <p:nvGrpSpPr>
        <p:cNvPr id="1" name=""/>
        <p:cNvGrpSpPr/>
        <p:nvPr/>
      </p:nvGrpSpPr>
      <p:grpSpPr>
        <a:xfrm>
          <a:off x="0" y="0"/>
          <a:ext cx="0" cy="0"/>
          <a:chOff x="0" y="0"/>
          <a:chExt cx="0" cy="0"/>
        </a:xfrm>
      </p:grpSpPr>
      <p:sp>
        <p:nvSpPr>
          <p:cNvPr id="15" name="Parallellogram 14">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6" name="Parallellogram 15">
            <a:hlinkClick r:id="rId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7" name="Parallellogram 16">
            <a:hlinkClick r:id="rId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8" name="Parallellogram 17">
            <a:hlinkClick r:id="rId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9" name="Parallellogram 18">
            <a:hlinkClick r:id="rId6" action="ppaction://hlinksldjump"/>
          </p:cNvPr>
          <p:cNvSpPr/>
          <p:nvPr userDrawn="1"/>
        </p:nvSpPr>
        <p:spPr>
          <a:xfrm>
            <a:off x="7469491"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20" name="Parallellogram 19">
            <a:hlinkClick r:id="rId7" action="ppaction://hlinksldjump"/>
          </p:cNvPr>
          <p:cNvSpPr/>
          <p:nvPr userDrawn="1"/>
        </p:nvSpPr>
        <p:spPr>
          <a:xfrm>
            <a:off x="897930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21" name="Parallellogram 20">
            <a:hlinkClick r:id="rId8" action="ppaction://hlinksldjump"/>
          </p:cNvPr>
          <p:cNvSpPr/>
          <p:nvPr userDrawn="1"/>
        </p:nvSpPr>
        <p:spPr>
          <a:xfrm>
            <a:off x="10489865"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3565717024"/>
      </p:ext>
    </p:extLst>
  </p:cSld>
  <p:clrMapOvr>
    <a:masterClrMapping/>
  </p:clrMapOvr>
</p:sldLayout>
</file>

<file path=ppt/slideLayouts/slideLayout506.xml><?xml version="1.0" encoding="utf-8"?>
<p:sldLayout xmlns:a="http://schemas.openxmlformats.org/drawingml/2006/main" xmlns:r="http://schemas.openxmlformats.org/officeDocument/2006/relationships" xmlns:p="http://schemas.openxmlformats.org/presentationml/2006/main" type="title" preserve="1">
  <p:cSld name="Tittellysbilde">
    <p:spTree>
      <p:nvGrpSpPr>
        <p:cNvPr id="1" name=""/>
        <p:cNvGrpSpPr/>
        <p:nvPr/>
      </p:nvGrpSpPr>
      <p:grpSpPr>
        <a:xfrm>
          <a:off x="0" y="0"/>
          <a:ext cx="0" cy="0"/>
          <a:chOff x="0" y="0"/>
          <a:chExt cx="0" cy="0"/>
        </a:xfrm>
      </p:grpSpPr>
      <p:sp>
        <p:nvSpPr>
          <p:cNvPr id="2" name="Tittel 1"/>
          <p:cNvSpPr>
            <a:spLocks noGrp="1"/>
          </p:cNvSpPr>
          <p:nvPr>
            <p:ph type="ctrTitle"/>
          </p:nvPr>
        </p:nvSpPr>
        <p:spPr>
          <a:xfrm>
            <a:off x="1524000" y="1122363"/>
            <a:ext cx="9144000" cy="2387600"/>
          </a:xfrm>
        </p:spPr>
        <p:txBody>
          <a:bodyPr anchor="b"/>
          <a:lstStyle>
            <a:lvl1pPr algn="ctr">
              <a:defRPr sz="6000"/>
            </a:lvl1pPr>
          </a:lstStyle>
          <a:p>
            <a:r>
              <a:rPr lang="nb-NO"/>
              <a:t>Klikk for å redigere tittelstil</a:t>
            </a:r>
          </a:p>
        </p:txBody>
      </p:sp>
      <p:sp>
        <p:nvSpPr>
          <p:cNvPr id="3" name="Undertit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b-NO"/>
              <a:t>Klikk for å redigere undertittelstil i malen</a:t>
            </a:r>
          </a:p>
        </p:txBody>
      </p:sp>
      <p:sp>
        <p:nvSpPr>
          <p:cNvPr id="4" name="Plassholder for dato 3"/>
          <p:cNvSpPr>
            <a:spLocks noGrp="1"/>
          </p:cNvSpPr>
          <p:nvPr>
            <p:ph type="dt" sz="half" idx="10"/>
          </p:nvPr>
        </p:nvSpPr>
        <p:spPr/>
        <p:txBody>
          <a:bodyPr/>
          <a:lstStyle/>
          <a:p>
            <a:fld id="{D5DEAE33-B2E6-46A0-BF8B-1FAF32EFF8A2}"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493342475"/>
      </p:ext>
    </p:extLst>
  </p:cSld>
  <p:clrMapOvr>
    <a:masterClrMapping/>
  </p:clrMapOvr>
</p:sldLayout>
</file>

<file path=ppt/slideLayouts/slideLayout507.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idx="1"/>
          </p:nvPr>
        </p:nvSpPr>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C1CBAD7E-E6A2-4B5E-A315-1E2F50BCD5E4}"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597264236"/>
      </p:ext>
    </p:extLst>
  </p:cSld>
  <p:clrMapOvr>
    <a:masterClrMapping/>
  </p:clrMapOvr>
</p:sldLayout>
</file>

<file path=ppt/slideLayouts/slideLayout508.xml><?xml version="1.0" encoding="utf-8"?>
<p:sldLayout xmlns:a="http://schemas.openxmlformats.org/drawingml/2006/main" xmlns:r="http://schemas.openxmlformats.org/officeDocument/2006/relationships" xmlns:p="http://schemas.openxmlformats.org/presentationml/2006/main" type="secHead" preserve="1">
  <p:cSld name="Deloverskrift">
    <p:spTree>
      <p:nvGrpSpPr>
        <p:cNvPr id="1" name=""/>
        <p:cNvGrpSpPr/>
        <p:nvPr/>
      </p:nvGrpSpPr>
      <p:grpSpPr>
        <a:xfrm>
          <a:off x="0" y="0"/>
          <a:ext cx="0" cy="0"/>
          <a:chOff x="0" y="0"/>
          <a:chExt cx="0" cy="0"/>
        </a:xfrm>
      </p:grpSpPr>
      <p:sp>
        <p:nvSpPr>
          <p:cNvPr id="2" name="Tittel 1"/>
          <p:cNvSpPr>
            <a:spLocks noGrp="1"/>
          </p:cNvSpPr>
          <p:nvPr>
            <p:ph type="title"/>
          </p:nvPr>
        </p:nvSpPr>
        <p:spPr>
          <a:xfrm>
            <a:off x="831850" y="1709738"/>
            <a:ext cx="10515600" cy="2852737"/>
          </a:xfrm>
        </p:spPr>
        <p:txBody>
          <a:bodyPr anchor="b"/>
          <a:lstStyle>
            <a:lvl1pPr>
              <a:defRPr sz="6000"/>
            </a:lvl1pPr>
          </a:lstStyle>
          <a:p>
            <a:r>
              <a:rPr lang="nb-NO"/>
              <a:t>Klikk for å redigere tittelstil</a:t>
            </a:r>
          </a:p>
        </p:txBody>
      </p:sp>
      <p:sp>
        <p:nvSpPr>
          <p:cNvPr id="3" name="Plassholder for teks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b-NO"/>
              <a:t>Rediger tekststiler i malen</a:t>
            </a:r>
          </a:p>
        </p:txBody>
      </p:sp>
      <p:sp>
        <p:nvSpPr>
          <p:cNvPr id="4" name="Plassholder for dato 3"/>
          <p:cNvSpPr>
            <a:spLocks noGrp="1"/>
          </p:cNvSpPr>
          <p:nvPr>
            <p:ph type="dt" sz="half" idx="10"/>
          </p:nvPr>
        </p:nvSpPr>
        <p:spPr/>
        <p:txBody>
          <a:bodyPr/>
          <a:lstStyle/>
          <a:p>
            <a:fld id="{86FDB7FA-60A7-4448-B0EE-B069465CA28D}"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305460106"/>
      </p:ext>
    </p:extLst>
  </p:cSld>
  <p:clrMapOvr>
    <a:masterClrMapping/>
  </p:clrMapOvr>
</p:sldLayout>
</file>

<file path=ppt/slideLayouts/slideLayout509.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sz="half" idx="1"/>
          </p:nvPr>
        </p:nvSpPr>
        <p:spPr>
          <a:xfrm>
            <a:off x="838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innhold 3"/>
          <p:cNvSpPr>
            <a:spLocks noGrp="1"/>
          </p:cNvSpPr>
          <p:nvPr>
            <p:ph sz="half" idx="2"/>
          </p:nvPr>
        </p:nvSpPr>
        <p:spPr>
          <a:xfrm>
            <a:off x="6172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dato 4"/>
          <p:cNvSpPr>
            <a:spLocks noGrp="1"/>
          </p:cNvSpPr>
          <p:nvPr>
            <p:ph type="dt" sz="half" idx="10"/>
          </p:nvPr>
        </p:nvSpPr>
        <p:spPr/>
        <p:txBody>
          <a:bodyPr/>
          <a:lstStyle/>
          <a:p>
            <a:fld id="{5984E22E-DBA0-431A-851A-650C60BD2795}"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883678667"/>
      </p:ext>
    </p:extLst>
  </p:cSld>
  <p:clrMapOvr>
    <a:masterClrMapping/>
  </p:clrMapOvr>
</p:sldLayout>
</file>

<file path=ppt/slideLayouts/slideLayout510.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tel 1"/>
          <p:cNvSpPr>
            <a:spLocks noGrp="1"/>
          </p:cNvSpPr>
          <p:nvPr>
            <p:ph type="title"/>
          </p:nvPr>
        </p:nvSpPr>
        <p:spPr>
          <a:xfrm>
            <a:off x="839788" y="365125"/>
            <a:ext cx="10515600" cy="1325563"/>
          </a:xfrm>
        </p:spPr>
        <p:txBody>
          <a:bodyPr/>
          <a:lstStyle/>
          <a:p>
            <a:r>
              <a:rPr lang="nb-NO"/>
              <a:t>Klikk for å redigere tittelstil</a:t>
            </a:r>
          </a:p>
        </p:txBody>
      </p:sp>
      <p:sp>
        <p:nvSpPr>
          <p:cNvPr id="3" name="Plassholder for teks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4" name="Plassholder for innhold 3"/>
          <p:cNvSpPr>
            <a:spLocks noGrp="1"/>
          </p:cNvSpPr>
          <p:nvPr>
            <p:ph sz="half" idx="2"/>
          </p:nvPr>
        </p:nvSpPr>
        <p:spPr>
          <a:xfrm>
            <a:off x="839788" y="2505075"/>
            <a:ext cx="5157787"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teks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6" name="Plassholder for innhold 5"/>
          <p:cNvSpPr>
            <a:spLocks noGrp="1"/>
          </p:cNvSpPr>
          <p:nvPr>
            <p:ph sz="quarter" idx="4"/>
          </p:nvPr>
        </p:nvSpPr>
        <p:spPr>
          <a:xfrm>
            <a:off x="6172200" y="2505075"/>
            <a:ext cx="5183188"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7" name="Plassholder for dato 6"/>
          <p:cNvSpPr>
            <a:spLocks noGrp="1"/>
          </p:cNvSpPr>
          <p:nvPr>
            <p:ph type="dt" sz="half" idx="10"/>
          </p:nvPr>
        </p:nvSpPr>
        <p:spPr/>
        <p:txBody>
          <a:bodyPr/>
          <a:lstStyle/>
          <a:p>
            <a:fld id="{04F9B4A8-459E-4CCD-8B7D-8904CC9A8DD9}" type="datetime1">
              <a:rPr lang="nb-NO" smtClean="0"/>
              <a:t>27.08.2024</a:t>
            </a:fld>
            <a:endParaRPr lang="nb-NO"/>
          </a:p>
        </p:txBody>
      </p:sp>
      <p:sp>
        <p:nvSpPr>
          <p:cNvPr id="8" name="Plassholder for bunntekst 7"/>
          <p:cNvSpPr>
            <a:spLocks noGrp="1"/>
          </p:cNvSpPr>
          <p:nvPr>
            <p:ph type="ftr" sz="quarter" idx="11"/>
          </p:nvPr>
        </p:nvSpPr>
        <p:spPr/>
        <p:txBody>
          <a:bodyPr/>
          <a:lstStyle/>
          <a:p>
            <a:r>
              <a:rPr lang="nb-NO"/>
              <a:t>Control Trafikkskole</a:t>
            </a:r>
          </a:p>
        </p:txBody>
      </p:sp>
      <p:sp>
        <p:nvSpPr>
          <p:cNvPr id="9" name="Plassholder for lysbildenummer 8"/>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568919305"/>
      </p:ext>
    </p:extLst>
  </p:cSld>
  <p:clrMapOvr>
    <a:masterClrMapping/>
  </p:clrMapOvr>
</p:sldLayout>
</file>

<file path=ppt/slideLayouts/slideLayout511.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dato 2"/>
          <p:cNvSpPr>
            <a:spLocks noGrp="1"/>
          </p:cNvSpPr>
          <p:nvPr>
            <p:ph type="dt" sz="half" idx="10"/>
          </p:nvPr>
        </p:nvSpPr>
        <p:spPr/>
        <p:txBody>
          <a:bodyPr/>
          <a:lstStyle/>
          <a:p>
            <a:fld id="{204396B5-D981-423B-B18D-6E037F21E011}" type="datetime1">
              <a:rPr lang="nb-NO" smtClean="0"/>
              <a:t>27.08.2024</a:t>
            </a:fld>
            <a:endParaRPr lang="nb-NO"/>
          </a:p>
        </p:txBody>
      </p:sp>
      <p:sp>
        <p:nvSpPr>
          <p:cNvPr id="4" name="Plassholder for bunntekst 3"/>
          <p:cNvSpPr>
            <a:spLocks noGrp="1"/>
          </p:cNvSpPr>
          <p:nvPr>
            <p:ph type="ftr" sz="quarter" idx="11"/>
          </p:nvPr>
        </p:nvSpPr>
        <p:spPr/>
        <p:txBody>
          <a:bodyPr/>
          <a:lstStyle/>
          <a:p>
            <a:r>
              <a:rPr lang="nb-NO"/>
              <a:t>Control Trafikkskole</a:t>
            </a:r>
          </a:p>
        </p:txBody>
      </p:sp>
      <p:sp>
        <p:nvSpPr>
          <p:cNvPr id="5" name="Plassholder for lysbildenummer 4"/>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670135137"/>
      </p:ext>
    </p:extLst>
  </p:cSld>
  <p:clrMapOvr>
    <a:masterClrMapping/>
  </p:clrMapOvr>
</p:sldLayout>
</file>

<file path=ppt/slideLayouts/slideLayout512.xml><?xml version="1.0" encoding="utf-8"?>
<p:sldLayout xmlns:a="http://schemas.openxmlformats.org/drawingml/2006/main" xmlns:r="http://schemas.openxmlformats.org/officeDocument/2006/relationships" xmlns:p="http://schemas.openxmlformats.org/presentationml/2006/main" type="blank" preserve="1">
  <p:cSld name="Tomt">
    <p:spTree>
      <p:nvGrpSpPr>
        <p:cNvPr id="1" name=""/>
        <p:cNvGrpSpPr/>
        <p:nvPr/>
      </p:nvGrpSpPr>
      <p:grpSpPr>
        <a:xfrm>
          <a:off x="0" y="0"/>
          <a:ext cx="0" cy="0"/>
          <a:chOff x="0" y="0"/>
          <a:chExt cx="0" cy="0"/>
        </a:xfrm>
      </p:grpSpPr>
      <p:sp>
        <p:nvSpPr>
          <p:cNvPr id="2" name="Plassholder for dato 1"/>
          <p:cNvSpPr>
            <a:spLocks noGrp="1"/>
          </p:cNvSpPr>
          <p:nvPr>
            <p:ph type="dt" sz="half" idx="10"/>
          </p:nvPr>
        </p:nvSpPr>
        <p:spPr/>
        <p:txBody>
          <a:bodyPr/>
          <a:lstStyle/>
          <a:p>
            <a:fld id="{07A2497E-9702-4B8B-AC59-C6DE004DD8C1}" type="datetime1">
              <a:rPr lang="nb-NO" smtClean="0"/>
              <a:t>27.08.2024</a:t>
            </a:fld>
            <a:endParaRPr lang="nb-NO"/>
          </a:p>
        </p:txBody>
      </p:sp>
      <p:sp>
        <p:nvSpPr>
          <p:cNvPr id="3" name="Plassholder for bunntekst 2"/>
          <p:cNvSpPr>
            <a:spLocks noGrp="1"/>
          </p:cNvSpPr>
          <p:nvPr>
            <p:ph type="ftr" sz="quarter" idx="11"/>
          </p:nvPr>
        </p:nvSpPr>
        <p:spPr/>
        <p:txBody>
          <a:bodyPr/>
          <a:lstStyle/>
          <a:p>
            <a:r>
              <a:rPr lang="nb-NO"/>
              <a:t>Control Trafikkskole</a:t>
            </a:r>
          </a:p>
        </p:txBody>
      </p:sp>
      <p:sp>
        <p:nvSpPr>
          <p:cNvPr id="4" name="Plassholder for lysbildenummer 3"/>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95534550"/>
      </p:ext>
    </p:extLst>
  </p:cSld>
  <p:clrMapOvr>
    <a:masterClrMapping/>
  </p:clrMapOvr>
</p:sldLayout>
</file>

<file path=ppt/slideLayouts/slideLayout513.xml><?xml version="1.0" encoding="utf-8"?>
<p:sldLayout xmlns:a="http://schemas.openxmlformats.org/drawingml/2006/main" xmlns:r="http://schemas.openxmlformats.org/officeDocument/2006/relationships" xmlns:p="http://schemas.openxmlformats.org/presentationml/2006/main" type="objTx" preserve="1">
  <p:cSld name="Innhold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innhold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E95D8440-AC7D-44CE-9150-1EC8B247F6E9}"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591487231"/>
      </p:ext>
    </p:extLst>
  </p:cSld>
  <p:clrMapOvr>
    <a:masterClrMapping/>
  </p:clrMapOvr>
</p:sldLayout>
</file>

<file path=ppt/slideLayouts/slideLayout514.xml><?xml version="1.0" encoding="utf-8"?>
<p:sldLayout xmlns:a="http://schemas.openxmlformats.org/drawingml/2006/main" xmlns:r="http://schemas.openxmlformats.org/officeDocument/2006/relationships" xmlns:p="http://schemas.openxmlformats.org/presentationml/2006/main" type="picTx" preserve="1">
  <p:cSld name="Bilde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bild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B21A0920-8FB5-42C1-9A8E-D2DADA18E072}"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424992110"/>
      </p:ext>
    </p:extLst>
  </p:cSld>
  <p:clrMapOvr>
    <a:masterClrMapping/>
  </p:clrMapOvr>
</p:sldLayout>
</file>

<file path=ppt/slideLayouts/slideLayout515.xml><?xml version="1.0" encoding="utf-8"?>
<p:sldLayout xmlns:a="http://schemas.openxmlformats.org/drawingml/2006/main" xmlns:r="http://schemas.openxmlformats.org/officeDocument/2006/relationships" xmlns:p="http://schemas.openxmlformats.org/presentationml/2006/main" type="vertTx" preserve="1">
  <p:cSld name="Loddrett tekst">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loddrett tekst 2"/>
          <p:cNvSpPr>
            <a:spLocks noGrp="1"/>
          </p:cNvSpPr>
          <p:nvPr>
            <p:ph type="body" orient="vert" idx="1"/>
          </p:nvPr>
        </p:nvSpPr>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8A5F1969-FC8F-4C91-9CFE-D28038A8CE22}"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723672206"/>
      </p:ext>
    </p:extLst>
  </p:cSld>
  <p:clrMapOvr>
    <a:masterClrMapping/>
  </p:clrMapOvr>
</p:sldLayout>
</file>

<file path=ppt/slideLayouts/slideLayout516.xml><?xml version="1.0" encoding="utf-8"?>
<p:sldLayout xmlns:a="http://schemas.openxmlformats.org/drawingml/2006/main" xmlns:r="http://schemas.openxmlformats.org/officeDocument/2006/relationships" xmlns:p="http://schemas.openxmlformats.org/presentationml/2006/main" type="vertTitleAndTx" preserve="1">
  <p:cSld name="Loddrett tittel og tekst">
    <p:spTree>
      <p:nvGrpSpPr>
        <p:cNvPr id="1" name=""/>
        <p:cNvGrpSpPr/>
        <p:nvPr/>
      </p:nvGrpSpPr>
      <p:grpSpPr>
        <a:xfrm>
          <a:off x="0" y="0"/>
          <a:ext cx="0" cy="0"/>
          <a:chOff x="0" y="0"/>
          <a:chExt cx="0" cy="0"/>
        </a:xfrm>
      </p:grpSpPr>
      <p:sp>
        <p:nvSpPr>
          <p:cNvPr id="2" name="Loddrett tittel 1"/>
          <p:cNvSpPr>
            <a:spLocks noGrp="1"/>
          </p:cNvSpPr>
          <p:nvPr>
            <p:ph type="title" orient="vert"/>
          </p:nvPr>
        </p:nvSpPr>
        <p:spPr>
          <a:xfrm>
            <a:off x="8724900" y="365125"/>
            <a:ext cx="2628900" cy="5811838"/>
          </a:xfrm>
        </p:spPr>
        <p:txBody>
          <a:bodyPr vert="eaVert"/>
          <a:lstStyle/>
          <a:p>
            <a:r>
              <a:rPr lang="nb-NO"/>
              <a:t>Klikk for å redigere tittelstil</a:t>
            </a:r>
          </a:p>
        </p:txBody>
      </p:sp>
      <p:sp>
        <p:nvSpPr>
          <p:cNvPr id="3" name="Plassholder for loddrett tekst 2"/>
          <p:cNvSpPr>
            <a:spLocks noGrp="1"/>
          </p:cNvSpPr>
          <p:nvPr>
            <p:ph type="body" orient="vert" idx="1"/>
          </p:nvPr>
        </p:nvSpPr>
        <p:spPr>
          <a:xfrm>
            <a:off x="838200" y="365125"/>
            <a:ext cx="7734300" cy="5811838"/>
          </a:xfrm>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423467FD-5436-4C8C-BC11-AC752B3F326E}"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687549040"/>
      </p:ext>
    </p:extLst>
  </p:cSld>
  <p:clrMapOvr>
    <a:masterClrMapping/>
  </p:clrMapOvr>
</p:sldLayout>
</file>

<file path=ppt/slideLayouts/slideLayout517.xml><?xml version="1.0" encoding="utf-8"?>
<p:sldLayout xmlns:a="http://schemas.openxmlformats.org/drawingml/2006/main" xmlns:r="http://schemas.openxmlformats.org/officeDocument/2006/relationships" xmlns:p="http://schemas.openxmlformats.org/presentationml/2006/main" type="title" preserve="1">
  <p:cSld name="Tittellysbilde">
    <p:spTree>
      <p:nvGrpSpPr>
        <p:cNvPr id="1" name=""/>
        <p:cNvGrpSpPr/>
        <p:nvPr/>
      </p:nvGrpSpPr>
      <p:grpSpPr>
        <a:xfrm>
          <a:off x="0" y="0"/>
          <a:ext cx="0" cy="0"/>
          <a:chOff x="0" y="0"/>
          <a:chExt cx="0" cy="0"/>
        </a:xfrm>
      </p:grpSpPr>
      <p:sp>
        <p:nvSpPr>
          <p:cNvPr id="2" name="Tittel 1"/>
          <p:cNvSpPr>
            <a:spLocks noGrp="1"/>
          </p:cNvSpPr>
          <p:nvPr>
            <p:ph type="ctrTitle"/>
          </p:nvPr>
        </p:nvSpPr>
        <p:spPr>
          <a:xfrm>
            <a:off x="1524000" y="1122363"/>
            <a:ext cx="9144000" cy="2387600"/>
          </a:xfrm>
        </p:spPr>
        <p:txBody>
          <a:bodyPr anchor="b"/>
          <a:lstStyle>
            <a:lvl1pPr algn="ctr">
              <a:defRPr sz="6000"/>
            </a:lvl1pPr>
          </a:lstStyle>
          <a:p>
            <a:r>
              <a:rPr lang="nb-NO"/>
              <a:t>Klikk for å redigere tittelstil</a:t>
            </a:r>
          </a:p>
        </p:txBody>
      </p:sp>
      <p:sp>
        <p:nvSpPr>
          <p:cNvPr id="3" name="Undertit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b-NO"/>
              <a:t>Klikk for å redigere undertittelstil i malen</a:t>
            </a:r>
          </a:p>
        </p:txBody>
      </p:sp>
      <p:sp>
        <p:nvSpPr>
          <p:cNvPr id="4" name="Plassholder for dato 3"/>
          <p:cNvSpPr>
            <a:spLocks noGrp="1"/>
          </p:cNvSpPr>
          <p:nvPr>
            <p:ph type="dt" sz="half" idx="10"/>
          </p:nvPr>
        </p:nvSpPr>
        <p:spPr/>
        <p:txBody>
          <a:bodyPr/>
          <a:lstStyle/>
          <a:p>
            <a:fld id="{343482A7-AFFD-46DC-9704-A23662240A26}"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068458267"/>
      </p:ext>
    </p:extLst>
  </p:cSld>
  <p:clrMapOvr>
    <a:masterClrMapping/>
  </p:clrMapOvr>
</p:sldLayout>
</file>

<file path=ppt/slideLayouts/slideLayout518.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idx="1"/>
          </p:nvPr>
        </p:nvSpPr>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4E63D9F6-0B69-4748-9FFC-DD103A7F4634}"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2741300353"/>
      </p:ext>
    </p:extLst>
  </p:cSld>
  <p:clrMapOvr>
    <a:masterClrMapping/>
  </p:clrMapOvr>
</p:sldLayout>
</file>

<file path=ppt/slideLayouts/slideLayout519.xml><?xml version="1.0" encoding="utf-8"?>
<p:sldLayout xmlns:a="http://schemas.openxmlformats.org/drawingml/2006/main" xmlns:r="http://schemas.openxmlformats.org/officeDocument/2006/relationships" xmlns:p="http://schemas.openxmlformats.org/presentationml/2006/main" type="secHead" preserve="1">
  <p:cSld name="Deloverskrift">
    <p:spTree>
      <p:nvGrpSpPr>
        <p:cNvPr id="1" name=""/>
        <p:cNvGrpSpPr/>
        <p:nvPr/>
      </p:nvGrpSpPr>
      <p:grpSpPr>
        <a:xfrm>
          <a:off x="0" y="0"/>
          <a:ext cx="0" cy="0"/>
          <a:chOff x="0" y="0"/>
          <a:chExt cx="0" cy="0"/>
        </a:xfrm>
      </p:grpSpPr>
      <p:sp>
        <p:nvSpPr>
          <p:cNvPr id="2" name="Tittel 1"/>
          <p:cNvSpPr>
            <a:spLocks noGrp="1"/>
          </p:cNvSpPr>
          <p:nvPr>
            <p:ph type="title"/>
          </p:nvPr>
        </p:nvSpPr>
        <p:spPr>
          <a:xfrm>
            <a:off x="831850" y="1709738"/>
            <a:ext cx="10515600" cy="2852737"/>
          </a:xfrm>
        </p:spPr>
        <p:txBody>
          <a:bodyPr anchor="b"/>
          <a:lstStyle>
            <a:lvl1pPr>
              <a:defRPr sz="6000"/>
            </a:lvl1pPr>
          </a:lstStyle>
          <a:p>
            <a:r>
              <a:rPr lang="nb-NO"/>
              <a:t>Klikk for å redigere tittelstil</a:t>
            </a:r>
          </a:p>
        </p:txBody>
      </p:sp>
      <p:sp>
        <p:nvSpPr>
          <p:cNvPr id="3" name="Plassholder for teks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b-NO"/>
              <a:t>Rediger tekststiler i malen</a:t>
            </a:r>
          </a:p>
        </p:txBody>
      </p:sp>
      <p:sp>
        <p:nvSpPr>
          <p:cNvPr id="4" name="Plassholder for dato 3"/>
          <p:cNvSpPr>
            <a:spLocks noGrp="1"/>
          </p:cNvSpPr>
          <p:nvPr>
            <p:ph type="dt" sz="half" idx="10"/>
          </p:nvPr>
        </p:nvSpPr>
        <p:spPr/>
        <p:txBody>
          <a:bodyPr/>
          <a:lstStyle/>
          <a:p>
            <a:fld id="{84A69F4F-67BE-4856-8B9C-732B9C2A7AB8}"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2025252071"/>
      </p:ext>
    </p:extLst>
  </p:cSld>
  <p:clrMapOvr>
    <a:masterClrMapping/>
  </p:clrMapOvr>
</p:sldLayout>
</file>

<file path=ppt/slideLayouts/slideLayout520.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sz="half" idx="1"/>
          </p:nvPr>
        </p:nvSpPr>
        <p:spPr>
          <a:xfrm>
            <a:off x="838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innhold 3"/>
          <p:cNvSpPr>
            <a:spLocks noGrp="1"/>
          </p:cNvSpPr>
          <p:nvPr>
            <p:ph sz="half" idx="2"/>
          </p:nvPr>
        </p:nvSpPr>
        <p:spPr>
          <a:xfrm>
            <a:off x="6172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dato 4"/>
          <p:cNvSpPr>
            <a:spLocks noGrp="1"/>
          </p:cNvSpPr>
          <p:nvPr>
            <p:ph type="dt" sz="half" idx="10"/>
          </p:nvPr>
        </p:nvSpPr>
        <p:spPr/>
        <p:txBody>
          <a:bodyPr/>
          <a:lstStyle/>
          <a:p>
            <a:fld id="{E3F3D4BD-A2D7-488A-B9BF-135A961AF7C1}"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4082808256"/>
      </p:ext>
    </p:extLst>
  </p:cSld>
  <p:clrMapOvr>
    <a:masterClrMapping/>
  </p:clrMapOvr>
</p:sldLayout>
</file>

<file path=ppt/slideLayouts/slideLayout521.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tel 1"/>
          <p:cNvSpPr>
            <a:spLocks noGrp="1"/>
          </p:cNvSpPr>
          <p:nvPr>
            <p:ph type="title"/>
          </p:nvPr>
        </p:nvSpPr>
        <p:spPr>
          <a:xfrm>
            <a:off x="839788" y="365125"/>
            <a:ext cx="10515600" cy="1325563"/>
          </a:xfrm>
        </p:spPr>
        <p:txBody>
          <a:bodyPr/>
          <a:lstStyle/>
          <a:p>
            <a:r>
              <a:rPr lang="nb-NO"/>
              <a:t>Klikk for å redigere tittelstil</a:t>
            </a:r>
          </a:p>
        </p:txBody>
      </p:sp>
      <p:sp>
        <p:nvSpPr>
          <p:cNvPr id="3" name="Plassholder for teks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4" name="Plassholder for innhold 3"/>
          <p:cNvSpPr>
            <a:spLocks noGrp="1"/>
          </p:cNvSpPr>
          <p:nvPr>
            <p:ph sz="half" idx="2"/>
          </p:nvPr>
        </p:nvSpPr>
        <p:spPr>
          <a:xfrm>
            <a:off x="839788" y="2505075"/>
            <a:ext cx="5157787"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teks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6" name="Plassholder for innhold 5"/>
          <p:cNvSpPr>
            <a:spLocks noGrp="1"/>
          </p:cNvSpPr>
          <p:nvPr>
            <p:ph sz="quarter" idx="4"/>
          </p:nvPr>
        </p:nvSpPr>
        <p:spPr>
          <a:xfrm>
            <a:off x="6172200" y="2505075"/>
            <a:ext cx="5183188"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7" name="Plassholder for dato 6"/>
          <p:cNvSpPr>
            <a:spLocks noGrp="1"/>
          </p:cNvSpPr>
          <p:nvPr>
            <p:ph type="dt" sz="half" idx="10"/>
          </p:nvPr>
        </p:nvSpPr>
        <p:spPr/>
        <p:txBody>
          <a:bodyPr/>
          <a:lstStyle/>
          <a:p>
            <a:fld id="{824A612E-3ECE-48A0-98AE-8FBA5D790C54}" type="datetime1">
              <a:rPr lang="nb-NO" smtClean="0"/>
              <a:t>27.08.2024</a:t>
            </a:fld>
            <a:endParaRPr lang="nb-NO"/>
          </a:p>
        </p:txBody>
      </p:sp>
      <p:sp>
        <p:nvSpPr>
          <p:cNvPr id="8" name="Plassholder for bunntekst 7"/>
          <p:cNvSpPr>
            <a:spLocks noGrp="1"/>
          </p:cNvSpPr>
          <p:nvPr>
            <p:ph type="ftr" sz="quarter" idx="11"/>
          </p:nvPr>
        </p:nvSpPr>
        <p:spPr/>
        <p:txBody>
          <a:bodyPr/>
          <a:lstStyle/>
          <a:p>
            <a:r>
              <a:rPr lang="nb-NO"/>
              <a:t>Control Trafikkskole</a:t>
            </a:r>
          </a:p>
        </p:txBody>
      </p:sp>
      <p:sp>
        <p:nvSpPr>
          <p:cNvPr id="9" name="Plassholder for lysbildenummer 8"/>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155567119"/>
      </p:ext>
    </p:extLst>
  </p:cSld>
  <p:clrMapOvr>
    <a:masterClrMapping/>
  </p:clrMapOvr>
</p:sldLayout>
</file>

<file path=ppt/slideLayouts/slideLayout522.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dato 2"/>
          <p:cNvSpPr>
            <a:spLocks noGrp="1"/>
          </p:cNvSpPr>
          <p:nvPr>
            <p:ph type="dt" sz="half" idx="10"/>
          </p:nvPr>
        </p:nvSpPr>
        <p:spPr/>
        <p:txBody>
          <a:bodyPr/>
          <a:lstStyle/>
          <a:p>
            <a:fld id="{A32C75BF-A6FE-43E6-BAD1-0EC8F0363315}" type="datetime1">
              <a:rPr lang="nb-NO" smtClean="0"/>
              <a:t>27.08.2024</a:t>
            </a:fld>
            <a:endParaRPr lang="nb-NO"/>
          </a:p>
        </p:txBody>
      </p:sp>
      <p:sp>
        <p:nvSpPr>
          <p:cNvPr id="4" name="Plassholder for bunntekst 3"/>
          <p:cNvSpPr>
            <a:spLocks noGrp="1"/>
          </p:cNvSpPr>
          <p:nvPr>
            <p:ph type="ftr" sz="quarter" idx="11"/>
          </p:nvPr>
        </p:nvSpPr>
        <p:spPr/>
        <p:txBody>
          <a:bodyPr/>
          <a:lstStyle/>
          <a:p>
            <a:r>
              <a:rPr lang="nb-NO"/>
              <a:t>Control Trafikkskole</a:t>
            </a:r>
          </a:p>
        </p:txBody>
      </p:sp>
      <p:sp>
        <p:nvSpPr>
          <p:cNvPr id="5" name="Plassholder for lysbildenummer 4"/>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951610857"/>
      </p:ext>
    </p:extLst>
  </p:cSld>
  <p:clrMapOvr>
    <a:masterClrMapping/>
  </p:clrMapOvr>
</p:sldLayout>
</file>

<file path=ppt/slideLayouts/slideLayout523.xml><?xml version="1.0" encoding="utf-8"?>
<p:sldLayout xmlns:a="http://schemas.openxmlformats.org/drawingml/2006/main" xmlns:r="http://schemas.openxmlformats.org/officeDocument/2006/relationships" xmlns:p="http://schemas.openxmlformats.org/presentationml/2006/main" type="blank" preserve="1">
  <p:cSld name="Rutevalg">
    <p:spTree>
      <p:nvGrpSpPr>
        <p:cNvPr id="1" name=""/>
        <p:cNvGrpSpPr/>
        <p:nvPr/>
      </p:nvGrpSpPr>
      <p:grpSpPr>
        <a:xfrm>
          <a:off x="0" y="0"/>
          <a:ext cx="0" cy="0"/>
          <a:chOff x="0" y="0"/>
          <a:chExt cx="0" cy="0"/>
        </a:xfrm>
      </p:grpSpPr>
      <p:sp>
        <p:nvSpPr>
          <p:cNvPr id="2" name="Plassholder for dato 1"/>
          <p:cNvSpPr>
            <a:spLocks noGrp="1"/>
          </p:cNvSpPr>
          <p:nvPr>
            <p:ph type="dt" sz="half" idx="10"/>
          </p:nvPr>
        </p:nvSpPr>
        <p:spPr/>
        <p:txBody>
          <a:bodyPr/>
          <a:lstStyle/>
          <a:p>
            <a:fld id="{1079040B-9351-4D78-B225-3C52B4E45C43}" type="datetime1">
              <a:rPr lang="nb-NO" smtClean="0"/>
              <a:t>27.08.2024</a:t>
            </a:fld>
            <a:endParaRPr lang="nb-NO"/>
          </a:p>
        </p:txBody>
      </p:sp>
      <p:sp>
        <p:nvSpPr>
          <p:cNvPr id="3" name="Plassholder for bunntekst 2"/>
          <p:cNvSpPr>
            <a:spLocks noGrp="1"/>
          </p:cNvSpPr>
          <p:nvPr>
            <p:ph type="ftr" sz="quarter" idx="11"/>
          </p:nvPr>
        </p:nvSpPr>
        <p:spPr/>
        <p:txBody>
          <a:bodyPr/>
          <a:lstStyle/>
          <a:p>
            <a:r>
              <a:rPr lang="nb-NO"/>
              <a:t>Control Trafikkskole</a:t>
            </a:r>
          </a:p>
        </p:txBody>
      </p:sp>
      <p:sp>
        <p:nvSpPr>
          <p:cNvPr id="4" name="Plassholder for lysbildenummer 3"/>
          <p:cNvSpPr>
            <a:spLocks noGrp="1"/>
          </p:cNvSpPr>
          <p:nvPr>
            <p:ph type="sldNum" sz="quarter" idx="12"/>
          </p:nvPr>
        </p:nvSpPr>
        <p:spPr/>
        <p:txBody>
          <a:bodyPr/>
          <a:lstStyle/>
          <a:p>
            <a:fld id="{2EEBBCFE-599B-47F9-B84D-4259C5E2055D}" type="slidenum">
              <a:rPr lang="nb-NO" smtClean="0"/>
              <a:t>‹#›</a:t>
            </a:fld>
            <a:endParaRPr lang="nb-NO"/>
          </a:p>
        </p:txBody>
      </p:sp>
      <p:sp>
        <p:nvSpPr>
          <p:cNvPr id="5" name="Parallellogram 4">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6" name="Parallellogram 5">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7" name="Parallellogram 6">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8" name="Parallellogram 7">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9" name="Parallellogram 8">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0" name="Parallellogram 9">
            <a:hlinkClick r:id="rId7" action="ppaction://hlinksldjump"/>
          </p:cNvPr>
          <p:cNvSpPr/>
          <p:nvPr userDrawn="1"/>
        </p:nvSpPr>
        <p:spPr>
          <a:xfrm>
            <a:off x="8979304"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11" name="Parallellogram 10">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3055798077"/>
      </p:ext>
    </p:extLst>
  </p:cSld>
  <p:clrMapOvr>
    <a:masterClrMapping/>
  </p:clrMapOvr>
</p:sldLayout>
</file>

<file path=ppt/slideLayouts/slideLayout524.xml><?xml version="1.0" encoding="utf-8"?>
<p:sldLayout xmlns:a="http://schemas.openxmlformats.org/drawingml/2006/main" xmlns:r="http://schemas.openxmlformats.org/officeDocument/2006/relationships" xmlns:p="http://schemas.openxmlformats.org/presentationml/2006/main" type="objTx" preserve="1">
  <p:cSld name="Innhold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innhold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7723755B-A2E6-4DBC-AB8B-997EF5847056}"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2812547087"/>
      </p:ext>
    </p:extLst>
  </p:cSld>
  <p:clrMapOvr>
    <a:masterClrMapping/>
  </p:clrMapOvr>
</p:sldLayout>
</file>

<file path=ppt/slideLayouts/slideLayout525.xml><?xml version="1.0" encoding="utf-8"?>
<p:sldLayout xmlns:a="http://schemas.openxmlformats.org/drawingml/2006/main" xmlns:r="http://schemas.openxmlformats.org/officeDocument/2006/relationships" xmlns:p="http://schemas.openxmlformats.org/presentationml/2006/main" type="picTx" preserve="1">
  <p:cSld name="Bilde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bild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6D25C2B4-F357-4D7C-A423-AF70028C015D}"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871964980"/>
      </p:ext>
    </p:extLst>
  </p:cSld>
  <p:clrMapOvr>
    <a:masterClrMapping/>
  </p:clrMapOvr>
</p:sldLayout>
</file>

<file path=ppt/slideLayouts/slideLayout526.xml><?xml version="1.0" encoding="utf-8"?>
<p:sldLayout xmlns:a="http://schemas.openxmlformats.org/drawingml/2006/main" xmlns:r="http://schemas.openxmlformats.org/officeDocument/2006/relationships" xmlns:p="http://schemas.openxmlformats.org/presentationml/2006/main" type="vertTx" preserve="1">
  <p:cSld name="Loddrett tekst">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loddrett tekst 2"/>
          <p:cNvSpPr>
            <a:spLocks noGrp="1"/>
          </p:cNvSpPr>
          <p:nvPr>
            <p:ph type="body" orient="vert" idx="1"/>
          </p:nvPr>
        </p:nvSpPr>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8433B6D3-1223-48C0-8BF0-E1C2A22C5242}"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806562004"/>
      </p:ext>
    </p:extLst>
  </p:cSld>
  <p:clrMapOvr>
    <a:masterClrMapping/>
  </p:clrMapOvr>
</p:sldLayout>
</file>

<file path=ppt/slideLayouts/slideLayout527.xml><?xml version="1.0" encoding="utf-8"?>
<p:sldLayout xmlns:a="http://schemas.openxmlformats.org/drawingml/2006/main" xmlns:r="http://schemas.openxmlformats.org/officeDocument/2006/relationships" xmlns:p="http://schemas.openxmlformats.org/presentationml/2006/main" type="vertTitleAndTx" preserve="1">
  <p:cSld name="Loddrett tittel og tekst">
    <p:spTree>
      <p:nvGrpSpPr>
        <p:cNvPr id="1" name=""/>
        <p:cNvGrpSpPr/>
        <p:nvPr/>
      </p:nvGrpSpPr>
      <p:grpSpPr>
        <a:xfrm>
          <a:off x="0" y="0"/>
          <a:ext cx="0" cy="0"/>
          <a:chOff x="0" y="0"/>
          <a:chExt cx="0" cy="0"/>
        </a:xfrm>
      </p:grpSpPr>
      <p:sp>
        <p:nvSpPr>
          <p:cNvPr id="2" name="Loddrett tittel 1"/>
          <p:cNvSpPr>
            <a:spLocks noGrp="1"/>
          </p:cNvSpPr>
          <p:nvPr>
            <p:ph type="title" orient="vert"/>
          </p:nvPr>
        </p:nvSpPr>
        <p:spPr>
          <a:xfrm>
            <a:off x="8724900" y="365125"/>
            <a:ext cx="2628900" cy="5811838"/>
          </a:xfrm>
        </p:spPr>
        <p:txBody>
          <a:bodyPr vert="eaVert"/>
          <a:lstStyle/>
          <a:p>
            <a:r>
              <a:rPr lang="nb-NO"/>
              <a:t>Klikk for å redigere tittelstil</a:t>
            </a:r>
          </a:p>
        </p:txBody>
      </p:sp>
      <p:sp>
        <p:nvSpPr>
          <p:cNvPr id="3" name="Plassholder for loddrett tekst 2"/>
          <p:cNvSpPr>
            <a:spLocks noGrp="1"/>
          </p:cNvSpPr>
          <p:nvPr>
            <p:ph type="body" orient="vert" idx="1"/>
          </p:nvPr>
        </p:nvSpPr>
        <p:spPr>
          <a:xfrm>
            <a:off x="838200" y="365125"/>
            <a:ext cx="7734300" cy="5811838"/>
          </a:xfrm>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8C0E68C4-071D-436C-A3A8-D759A6F54D8A}"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35298218"/>
      </p:ext>
    </p:extLst>
  </p:cSld>
  <p:clrMapOvr>
    <a:masterClrMapping/>
  </p:clrMapOvr>
</p:sldLayout>
</file>

<file path=ppt/slideLayouts/slideLayout528.xml><?xml version="1.0" encoding="utf-8"?>
<p:sldLayout xmlns:a="http://schemas.openxmlformats.org/drawingml/2006/main" xmlns:r="http://schemas.openxmlformats.org/officeDocument/2006/relationships" xmlns:p="http://schemas.openxmlformats.org/presentationml/2006/main" userDrawn="1">
  <p:cSld name="Mål">
    <p:spTree>
      <p:nvGrpSpPr>
        <p:cNvPr id="1" name=""/>
        <p:cNvGrpSpPr/>
        <p:nvPr/>
      </p:nvGrpSpPr>
      <p:grpSpPr>
        <a:xfrm>
          <a:off x="0" y="0"/>
          <a:ext cx="0" cy="0"/>
          <a:chOff x="0" y="0"/>
          <a:chExt cx="0" cy="0"/>
        </a:xfrm>
      </p:grpSpPr>
      <p:sp>
        <p:nvSpPr>
          <p:cNvPr id="7" name="Parallellogram 6">
            <a:hlinkClick r:id="rId2" action="ppaction://hlinksldjump"/>
          </p:cNvPr>
          <p:cNvSpPr/>
          <p:nvPr userDrawn="1"/>
        </p:nvSpPr>
        <p:spPr>
          <a:xfrm>
            <a:off x="1428744"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8" name="Parallellogram 7">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9" name="Parallellogram 8">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0" name="Parallellogram 9">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1" name="Parallellogram 10">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2" name="Parallellogram 11">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13" name="Parallellogram 12">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2328286022"/>
      </p:ext>
    </p:extLst>
  </p:cSld>
  <p:clrMapOvr>
    <a:masterClrMapping/>
  </p:clrMapOvr>
</p:sldLayout>
</file>

<file path=ppt/slideLayouts/slideLayout529.xml><?xml version="1.0" encoding="utf-8"?>
<p:sldLayout xmlns:a="http://schemas.openxmlformats.org/drawingml/2006/main" xmlns:r="http://schemas.openxmlformats.org/officeDocument/2006/relationships" xmlns:p="http://schemas.openxmlformats.org/presentationml/2006/main" userDrawn="1">
  <p:cSld name="Innhold">
    <p:spTree>
      <p:nvGrpSpPr>
        <p:cNvPr id="1" name=""/>
        <p:cNvGrpSpPr/>
        <p:nvPr/>
      </p:nvGrpSpPr>
      <p:grpSpPr>
        <a:xfrm>
          <a:off x="0" y="0"/>
          <a:ext cx="0" cy="0"/>
          <a:chOff x="0" y="0"/>
          <a:chExt cx="0" cy="0"/>
        </a:xfrm>
      </p:grpSpPr>
      <p:sp>
        <p:nvSpPr>
          <p:cNvPr id="7" name="Parallellogram 6">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8" name="Parallellogram 7">
            <a:hlinkClick r:id="rId3" action="ppaction://hlinksldjump"/>
          </p:cNvPr>
          <p:cNvSpPr/>
          <p:nvPr userDrawn="1"/>
        </p:nvSpPr>
        <p:spPr>
          <a:xfrm>
            <a:off x="2938557"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9" name="Parallellogram 8">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0" name="Parallellogram 9">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1" name="Parallellogram 10">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2" name="Parallellogram 11">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13" name="Parallellogram 12">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799004118"/>
      </p:ext>
    </p:extLst>
  </p:cSld>
  <p:clrMapOvr>
    <a:masterClrMapping/>
  </p:clrMapOvr>
</p:sldLayout>
</file>

<file path=ppt/slideLayouts/slideLayout530.xml><?xml version="1.0" encoding="utf-8"?>
<p:sldLayout xmlns:a="http://schemas.openxmlformats.org/drawingml/2006/main" xmlns:r="http://schemas.openxmlformats.org/officeDocument/2006/relationships" xmlns:p="http://schemas.openxmlformats.org/presentationml/2006/main" userDrawn="1">
  <p:cSld name="Elev">
    <p:spTree>
      <p:nvGrpSpPr>
        <p:cNvPr id="1" name=""/>
        <p:cNvGrpSpPr/>
        <p:nvPr/>
      </p:nvGrpSpPr>
      <p:grpSpPr>
        <a:xfrm>
          <a:off x="0" y="0"/>
          <a:ext cx="0" cy="0"/>
          <a:chOff x="0" y="0"/>
          <a:chExt cx="0" cy="0"/>
        </a:xfrm>
      </p:grpSpPr>
      <p:sp>
        <p:nvSpPr>
          <p:cNvPr id="8" name="Parallellogram 7">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9" name="Parallellogram 8">
            <a:hlinkClick r:id="rId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0" name="Parallellogram 9">
            <a:hlinkClick r:id="rId4" action="ppaction://hlinksldjump"/>
          </p:cNvPr>
          <p:cNvSpPr/>
          <p:nvPr userDrawn="1"/>
        </p:nvSpPr>
        <p:spPr>
          <a:xfrm>
            <a:off x="4449118"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1" name="Parallellogram 10">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2" name="Parallellogram 11">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3" name="Parallellogram 12">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14" name="Parallellogram 13">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2678252619"/>
      </p:ext>
    </p:extLst>
  </p:cSld>
  <p:clrMapOvr>
    <a:masterClrMapping/>
  </p:clrMapOvr>
</p:sldLayout>
</file>

<file path=ppt/slideLayouts/slideLayout531.xml><?xml version="1.0" encoding="utf-8"?>
<p:sldLayout xmlns:a="http://schemas.openxmlformats.org/drawingml/2006/main" xmlns:r="http://schemas.openxmlformats.org/officeDocument/2006/relationships" xmlns:p="http://schemas.openxmlformats.org/presentationml/2006/main" userDrawn="1">
  <p:cSld name="Lærer">
    <p:spTree>
      <p:nvGrpSpPr>
        <p:cNvPr id="1" name=""/>
        <p:cNvGrpSpPr/>
        <p:nvPr/>
      </p:nvGrpSpPr>
      <p:grpSpPr>
        <a:xfrm>
          <a:off x="0" y="0"/>
          <a:ext cx="0" cy="0"/>
          <a:chOff x="0" y="0"/>
          <a:chExt cx="0" cy="0"/>
        </a:xfrm>
      </p:grpSpPr>
      <p:sp>
        <p:nvSpPr>
          <p:cNvPr id="10" name="Parallellogram 9">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1" name="Parallellogram 10">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2" name="Parallellogram 11">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3" name="Parallellogram 12">
            <a:hlinkClick r:id="rId5" action="ppaction://hlinksldjump"/>
          </p:cNvPr>
          <p:cNvSpPr/>
          <p:nvPr userDrawn="1"/>
        </p:nvSpPr>
        <p:spPr>
          <a:xfrm>
            <a:off x="5959678"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4" name="Parallellogram 13">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5" name="Parallellogram 14">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16" name="Parallellogram 15">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1403933543"/>
      </p:ext>
    </p:extLst>
  </p:cSld>
  <p:clrMapOvr>
    <a:masterClrMapping/>
  </p:clrMapOvr>
</p:sldLayout>
</file>

<file path=ppt/slideLayouts/slideLayout532.xml><?xml version="1.0" encoding="utf-8"?>
<p:sldLayout xmlns:a="http://schemas.openxmlformats.org/drawingml/2006/main" xmlns:r="http://schemas.openxmlformats.org/officeDocument/2006/relationships" xmlns:p="http://schemas.openxmlformats.org/presentationml/2006/main" userDrawn="1">
  <p:cSld name="Metode">
    <p:spTree>
      <p:nvGrpSpPr>
        <p:cNvPr id="1" name=""/>
        <p:cNvGrpSpPr/>
        <p:nvPr/>
      </p:nvGrpSpPr>
      <p:grpSpPr>
        <a:xfrm>
          <a:off x="0" y="0"/>
          <a:ext cx="0" cy="0"/>
          <a:chOff x="0" y="0"/>
          <a:chExt cx="0" cy="0"/>
        </a:xfrm>
      </p:grpSpPr>
      <p:sp>
        <p:nvSpPr>
          <p:cNvPr id="6" name="Parallellogram 5">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7" name="Parallellogram 6">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8" name="Parallellogram 7">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9" name="Parallellogram 8">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0" name="Parallellogram 9">
            <a:hlinkClick r:id="rId6" action="ppaction://hlinksldjump"/>
          </p:cNvPr>
          <p:cNvSpPr/>
          <p:nvPr userDrawn="1"/>
        </p:nvSpPr>
        <p:spPr>
          <a:xfrm>
            <a:off x="7469491"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1" name="Parallellogram 10">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12" name="Parallellogram 11">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2339431759"/>
      </p:ext>
    </p:extLst>
  </p:cSld>
  <p:clrMapOvr>
    <a:masterClrMapping/>
  </p:clrMapOvr>
</p:sldLayout>
</file>

<file path=ppt/slideLayouts/slideLayout533.xml><?xml version="1.0" encoding="utf-8"?>
<p:sldLayout xmlns:a="http://schemas.openxmlformats.org/drawingml/2006/main" xmlns:r="http://schemas.openxmlformats.org/officeDocument/2006/relationships" xmlns:p="http://schemas.openxmlformats.org/presentationml/2006/main" userDrawn="1">
  <p:cSld name="Vurdering">
    <p:spTree>
      <p:nvGrpSpPr>
        <p:cNvPr id="1" name=""/>
        <p:cNvGrpSpPr/>
        <p:nvPr/>
      </p:nvGrpSpPr>
      <p:grpSpPr>
        <a:xfrm>
          <a:off x="0" y="0"/>
          <a:ext cx="0" cy="0"/>
          <a:chOff x="0" y="0"/>
          <a:chExt cx="0" cy="0"/>
        </a:xfrm>
      </p:grpSpPr>
      <p:sp>
        <p:nvSpPr>
          <p:cNvPr id="8" name="Parallellogram 7">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9" name="Parallellogram 8">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0" name="Parallellogram 9">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1" name="Parallellogram 10">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2" name="Parallellogram 11">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3" name="Parallellogram 12">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14" name="Parallellogram 13">
            <a:hlinkClick r:id="rId8" action="ppaction://hlinksldjump"/>
          </p:cNvPr>
          <p:cNvSpPr/>
          <p:nvPr userDrawn="1"/>
        </p:nvSpPr>
        <p:spPr>
          <a:xfrm>
            <a:off x="10489865"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3484074889"/>
      </p:ext>
    </p:extLst>
  </p:cSld>
  <p:clrMapOvr>
    <a:masterClrMapping/>
  </p:clrMapOvr>
</p:sldLayout>
</file>

<file path=ppt/slideLayouts/slideLayout534.xml><?xml version="1.0" encoding="utf-8"?>
<p:sldLayout xmlns:a="http://schemas.openxmlformats.org/drawingml/2006/main" xmlns:r="http://schemas.openxmlformats.org/officeDocument/2006/relationships" xmlns:p="http://schemas.openxmlformats.org/presentationml/2006/main" type="title" preserve="1">
  <p:cSld name="Tittellysbilde">
    <p:spTree>
      <p:nvGrpSpPr>
        <p:cNvPr id="1" name=""/>
        <p:cNvGrpSpPr/>
        <p:nvPr/>
      </p:nvGrpSpPr>
      <p:grpSpPr>
        <a:xfrm>
          <a:off x="0" y="0"/>
          <a:ext cx="0" cy="0"/>
          <a:chOff x="0" y="0"/>
          <a:chExt cx="0" cy="0"/>
        </a:xfrm>
      </p:grpSpPr>
      <p:sp>
        <p:nvSpPr>
          <p:cNvPr id="2" name="Tittel 1"/>
          <p:cNvSpPr>
            <a:spLocks noGrp="1"/>
          </p:cNvSpPr>
          <p:nvPr>
            <p:ph type="ctrTitle"/>
          </p:nvPr>
        </p:nvSpPr>
        <p:spPr>
          <a:xfrm>
            <a:off x="1524000" y="1122363"/>
            <a:ext cx="9144000" cy="2387600"/>
          </a:xfrm>
        </p:spPr>
        <p:txBody>
          <a:bodyPr anchor="b"/>
          <a:lstStyle>
            <a:lvl1pPr algn="ctr">
              <a:defRPr sz="6000"/>
            </a:lvl1pPr>
          </a:lstStyle>
          <a:p>
            <a:r>
              <a:rPr lang="nb-NO"/>
              <a:t>Klikk for å redigere tittelstil</a:t>
            </a:r>
          </a:p>
        </p:txBody>
      </p:sp>
      <p:sp>
        <p:nvSpPr>
          <p:cNvPr id="3" name="Undertit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b-NO"/>
              <a:t>Klikk for å redigere undertittelstil i malen</a:t>
            </a:r>
          </a:p>
        </p:txBody>
      </p:sp>
      <p:sp>
        <p:nvSpPr>
          <p:cNvPr id="4" name="Plassholder for dato 3"/>
          <p:cNvSpPr>
            <a:spLocks noGrp="1"/>
          </p:cNvSpPr>
          <p:nvPr>
            <p:ph type="dt" sz="half" idx="10"/>
          </p:nvPr>
        </p:nvSpPr>
        <p:spPr/>
        <p:txBody>
          <a:bodyPr/>
          <a:lstStyle/>
          <a:p>
            <a:fld id="{BF8BC448-6E71-46F9-8906-7D028978720C}"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57488692"/>
      </p:ext>
    </p:extLst>
  </p:cSld>
  <p:clrMapOvr>
    <a:masterClrMapping/>
  </p:clrMapOvr>
</p:sldLayout>
</file>

<file path=ppt/slideLayouts/slideLayout535.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idx="1"/>
          </p:nvPr>
        </p:nvSpPr>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2883478F-8F0F-4AA6-B14E-84C602418DF5}"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4199090913"/>
      </p:ext>
    </p:extLst>
  </p:cSld>
  <p:clrMapOvr>
    <a:masterClrMapping/>
  </p:clrMapOvr>
</p:sldLayout>
</file>

<file path=ppt/slideLayouts/slideLayout536.xml><?xml version="1.0" encoding="utf-8"?>
<p:sldLayout xmlns:a="http://schemas.openxmlformats.org/drawingml/2006/main" xmlns:r="http://schemas.openxmlformats.org/officeDocument/2006/relationships" xmlns:p="http://schemas.openxmlformats.org/presentationml/2006/main" type="secHead" preserve="1">
  <p:cSld name="Deloverskrift">
    <p:spTree>
      <p:nvGrpSpPr>
        <p:cNvPr id="1" name=""/>
        <p:cNvGrpSpPr/>
        <p:nvPr/>
      </p:nvGrpSpPr>
      <p:grpSpPr>
        <a:xfrm>
          <a:off x="0" y="0"/>
          <a:ext cx="0" cy="0"/>
          <a:chOff x="0" y="0"/>
          <a:chExt cx="0" cy="0"/>
        </a:xfrm>
      </p:grpSpPr>
      <p:sp>
        <p:nvSpPr>
          <p:cNvPr id="2" name="Tittel 1"/>
          <p:cNvSpPr>
            <a:spLocks noGrp="1"/>
          </p:cNvSpPr>
          <p:nvPr>
            <p:ph type="title"/>
          </p:nvPr>
        </p:nvSpPr>
        <p:spPr>
          <a:xfrm>
            <a:off x="831850" y="1709738"/>
            <a:ext cx="10515600" cy="2852737"/>
          </a:xfrm>
        </p:spPr>
        <p:txBody>
          <a:bodyPr anchor="b"/>
          <a:lstStyle>
            <a:lvl1pPr>
              <a:defRPr sz="6000"/>
            </a:lvl1pPr>
          </a:lstStyle>
          <a:p>
            <a:r>
              <a:rPr lang="nb-NO"/>
              <a:t>Klikk for å redigere tittelstil</a:t>
            </a:r>
          </a:p>
        </p:txBody>
      </p:sp>
      <p:sp>
        <p:nvSpPr>
          <p:cNvPr id="3" name="Plassholder for teks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b-NO"/>
              <a:t>Rediger tekststiler i malen</a:t>
            </a:r>
          </a:p>
        </p:txBody>
      </p:sp>
      <p:sp>
        <p:nvSpPr>
          <p:cNvPr id="4" name="Plassholder for dato 3"/>
          <p:cNvSpPr>
            <a:spLocks noGrp="1"/>
          </p:cNvSpPr>
          <p:nvPr>
            <p:ph type="dt" sz="half" idx="10"/>
          </p:nvPr>
        </p:nvSpPr>
        <p:spPr/>
        <p:txBody>
          <a:bodyPr/>
          <a:lstStyle/>
          <a:p>
            <a:fld id="{B23ECDFC-5708-4992-ADB9-4072C870195C}"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520871202"/>
      </p:ext>
    </p:extLst>
  </p:cSld>
  <p:clrMapOvr>
    <a:masterClrMapping/>
  </p:clrMapOvr>
</p:sldLayout>
</file>

<file path=ppt/slideLayouts/slideLayout537.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sz="half" idx="1"/>
          </p:nvPr>
        </p:nvSpPr>
        <p:spPr>
          <a:xfrm>
            <a:off x="838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innhold 3"/>
          <p:cNvSpPr>
            <a:spLocks noGrp="1"/>
          </p:cNvSpPr>
          <p:nvPr>
            <p:ph sz="half" idx="2"/>
          </p:nvPr>
        </p:nvSpPr>
        <p:spPr>
          <a:xfrm>
            <a:off x="6172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dato 4"/>
          <p:cNvSpPr>
            <a:spLocks noGrp="1"/>
          </p:cNvSpPr>
          <p:nvPr>
            <p:ph type="dt" sz="half" idx="10"/>
          </p:nvPr>
        </p:nvSpPr>
        <p:spPr/>
        <p:txBody>
          <a:bodyPr/>
          <a:lstStyle/>
          <a:p>
            <a:fld id="{FE653576-E5D9-4556-95BF-85ADF157D04C}"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1361596899"/>
      </p:ext>
    </p:extLst>
  </p:cSld>
  <p:clrMapOvr>
    <a:masterClrMapping/>
  </p:clrMapOvr>
</p:sldLayout>
</file>

<file path=ppt/slideLayouts/slideLayout538.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tel 1"/>
          <p:cNvSpPr>
            <a:spLocks noGrp="1"/>
          </p:cNvSpPr>
          <p:nvPr>
            <p:ph type="title"/>
          </p:nvPr>
        </p:nvSpPr>
        <p:spPr>
          <a:xfrm>
            <a:off x="839788" y="365125"/>
            <a:ext cx="10515600" cy="1325563"/>
          </a:xfrm>
        </p:spPr>
        <p:txBody>
          <a:bodyPr/>
          <a:lstStyle/>
          <a:p>
            <a:r>
              <a:rPr lang="nb-NO"/>
              <a:t>Klikk for å redigere tittelstil</a:t>
            </a:r>
          </a:p>
        </p:txBody>
      </p:sp>
      <p:sp>
        <p:nvSpPr>
          <p:cNvPr id="3" name="Plassholder for teks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4" name="Plassholder for innhold 3"/>
          <p:cNvSpPr>
            <a:spLocks noGrp="1"/>
          </p:cNvSpPr>
          <p:nvPr>
            <p:ph sz="half" idx="2"/>
          </p:nvPr>
        </p:nvSpPr>
        <p:spPr>
          <a:xfrm>
            <a:off x="839788" y="2505075"/>
            <a:ext cx="5157787"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teks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6" name="Plassholder for innhold 5"/>
          <p:cNvSpPr>
            <a:spLocks noGrp="1"/>
          </p:cNvSpPr>
          <p:nvPr>
            <p:ph sz="quarter" idx="4"/>
          </p:nvPr>
        </p:nvSpPr>
        <p:spPr>
          <a:xfrm>
            <a:off x="6172200" y="2505075"/>
            <a:ext cx="5183188"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7" name="Plassholder for dato 6"/>
          <p:cNvSpPr>
            <a:spLocks noGrp="1"/>
          </p:cNvSpPr>
          <p:nvPr>
            <p:ph type="dt" sz="half" idx="10"/>
          </p:nvPr>
        </p:nvSpPr>
        <p:spPr/>
        <p:txBody>
          <a:bodyPr/>
          <a:lstStyle/>
          <a:p>
            <a:fld id="{5C6AC5EE-ECAF-45A7-8503-FB85F4BC664A}" type="datetime1">
              <a:rPr lang="nb-NO" smtClean="0"/>
              <a:t>27.08.2024</a:t>
            </a:fld>
            <a:endParaRPr lang="nb-NO"/>
          </a:p>
        </p:txBody>
      </p:sp>
      <p:sp>
        <p:nvSpPr>
          <p:cNvPr id="8" name="Plassholder for bunntekst 7"/>
          <p:cNvSpPr>
            <a:spLocks noGrp="1"/>
          </p:cNvSpPr>
          <p:nvPr>
            <p:ph type="ftr" sz="quarter" idx="11"/>
          </p:nvPr>
        </p:nvSpPr>
        <p:spPr/>
        <p:txBody>
          <a:bodyPr/>
          <a:lstStyle/>
          <a:p>
            <a:r>
              <a:rPr lang="nb-NO"/>
              <a:t>Control Trafikkskole</a:t>
            </a:r>
          </a:p>
        </p:txBody>
      </p:sp>
      <p:sp>
        <p:nvSpPr>
          <p:cNvPr id="9" name="Plassholder for lysbildenummer 8"/>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1967658881"/>
      </p:ext>
    </p:extLst>
  </p:cSld>
  <p:clrMapOvr>
    <a:masterClrMapping/>
  </p:clrMapOvr>
</p:sldLayout>
</file>

<file path=ppt/slideLayouts/slideLayout539.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dato 2"/>
          <p:cNvSpPr>
            <a:spLocks noGrp="1"/>
          </p:cNvSpPr>
          <p:nvPr>
            <p:ph type="dt" sz="half" idx="10"/>
          </p:nvPr>
        </p:nvSpPr>
        <p:spPr/>
        <p:txBody>
          <a:bodyPr/>
          <a:lstStyle/>
          <a:p>
            <a:fld id="{0ED963A0-96AE-4442-A639-C6D5DEFEBDD4}" type="datetime1">
              <a:rPr lang="nb-NO" smtClean="0"/>
              <a:t>27.08.2024</a:t>
            </a:fld>
            <a:endParaRPr lang="nb-NO"/>
          </a:p>
        </p:txBody>
      </p:sp>
      <p:sp>
        <p:nvSpPr>
          <p:cNvPr id="4" name="Plassholder for bunntekst 3"/>
          <p:cNvSpPr>
            <a:spLocks noGrp="1"/>
          </p:cNvSpPr>
          <p:nvPr>
            <p:ph type="ftr" sz="quarter" idx="11"/>
          </p:nvPr>
        </p:nvSpPr>
        <p:spPr/>
        <p:txBody>
          <a:bodyPr/>
          <a:lstStyle/>
          <a:p>
            <a:r>
              <a:rPr lang="nb-NO"/>
              <a:t>Control Trafikkskole</a:t>
            </a:r>
          </a:p>
        </p:txBody>
      </p:sp>
      <p:sp>
        <p:nvSpPr>
          <p:cNvPr id="5" name="Plassholder for lysbildenummer 4"/>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1385420228"/>
      </p:ext>
    </p:extLst>
  </p:cSld>
  <p:clrMapOvr>
    <a:masterClrMapping/>
  </p:clrMapOvr>
</p:sldLayout>
</file>

<file path=ppt/slideLayouts/slideLayout540.xml><?xml version="1.0" encoding="utf-8"?>
<p:sldLayout xmlns:a="http://schemas.openxmlformats.org/drawingml/2006/main" xmlns:r="http://schemas.openxmlformats.org/officeDocument/2006/relationships" xmlns:p="http://schemas.openxmlformats.org/presentationml/2006/main" type="blank" preserve="1">
  <p:cSld name="Rutevalg">
    <p:spTree>
      <p:nvGrpSpPr>
        <p:cNvPr id="1" name=""/>
        <p:cNvGrpSpPr/>
        <p:nvPr/>
      </p:nvGrpSpPr>
      <p:grpSpPr>
        <a:xfrm>
          <a:off x="0" y="0"/>
          <a:ext cx="0" cy="0"/>
          <a:chOff x="0" y="0"/>
          <a:chExt cx="0" cy="0"/>
        </a:xfrm>
      </p:grpSpPr>
      <p:sp>
        <p:nvSpPr>
          <p:cNvPr id="2" name="Plassholder for dato 1"/>
          <p:cNvSpPr>
            <a:spLocks noGrp="1"/>
          </p:cNvSpPr>
          <p:nvPr>
            <p:ph type="dt" sz="half" idx="10"/>
          </p:nvPr>
        </p:nvSpPr>
        <p:spPr/>
        <p:txBody>
          <a:bodyPr/>
          <a:lstStyle/>
          <a:p>
            <a:fld id="{7980145A-EA1F-464E-BCE5-105B4C39C28A}" type="datetime1">
              <a:rPr lang="nb-NO" smtClean="0"/>
              <a:t>27.08.2024</a:t>
            </a:fld>
            <a:endParaRPr lang="nb-NO"/>
          </a:p>
        </p:txBody>
      </p:sp>
      <p:sp>
        <p:nvSpPr>
          <p:cNvPr id="3" name="Plassholder for bunntekst 2"/>
          <p:cNvSpPr>
            <a:spLocks noGrp="1"/>
          </p:cNvSpPr>
          <p:nvPr>
            <p:ph type="ftr" sz="quarter" idx="11"/>
          </p:nvPr>
        </p:nvSpPr>
        <p:spPr/>
        <p:txBody>
          <a:bodyPr/>
          <a:lstStyle/>
          <a:p>
            <a:r>
              <a:rPr lang="nb-NO"/>
              <a:t>Control Trafikkskole</a:t>
            </a:r>
          </a:p>
        </p:txBody>
      </p:sp>
      <p:sp>
        <p:nvSpPr>
          <p:cNvPr id="4" name="Plassholder for lysbildenummer 3"/>
          <p:cNvSpPr>
            <a:spLocks noGrp="1"/>
          </p:cNvSpPr>
          <p:nvPr>
            <p:ph type="sldNum" sz="quarter" idx="12"/>
          </p:nvPr>
        </p:nvSpPr>
        <p:spPr/>
        <p:txBody>
          <a:bodyPr/>
          <a:lstStyle/>
          <a:p>
            <a:fld id="{2EEBBCFE-599B-47F9-B84D-4259C5E2055D}" type="slidenum">
              <a:rPr lang="nb-NO" smtClean="0"/>
              <a:t>‹#›</a:t>
            </a:fld>
            <a:endParaRPr lang="nb-NO"/>
          </a:p>
        </p:txBody>
      </p:sp>
      <p:sp>
        <p:nvSpPr>
          <p:cNvPr id="5" name="Parallellogram 4">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6" name="Parallellogram 5">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7" name="Parallellogram 6">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8" name="Parallellogram 7">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9" name="Parallellogram 8">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0" name="Parallellogram 9">
            <a:hlinkClick r:id="rId7" action="ppaction://hlinksldjump"/>
          </p:cNvPr>
          <p:cNvSpPr/>
          <p:nvPr userDrawn="1"/>
        </p:nvSpPr>
        <p:spPr>
          <a:xfrm>
            <a:off x="8979304"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11" name="Parallellogram 10">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898722248"/>
      </p:ext>
    </p:extLst>
  </p:cSld>
  <p:clrMapOvr>
    <a:masterClrMapping/>
  </p:clrMapOvr>
</p:sldLayout>
</file>

<file path=ppt/slideLayouts/slideLayout541.xml><?xml version="1.0" encoding="utf-8"?>
<p:sldLayout xmlns:a="http://schemas.openxmlformats.org/drawingml/2006/main" xmlns:r="http://schemas.openxmlformats.org/officeDocument/2006/relationships" xmlns:p="http://schemas.openxmlformats.org/presentationml/2006/main" type="objTx" preserve="1">
  <p:cSld name="Innhold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innhold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1509FFAA-E0D9-467A-91C0-79EE5401C844}"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3924555944"/>
      </p:ext>
    </p:extLst>
  </p:cSld>
  <p:clrMapOvr>
    <a:masterClrMapping/>
  </p:clrMapOvr>
</p:sldLayout>
</file>

<file path=ppt/slideLayouts/slideLayout542.xml><?xml version="1.0" encoding="utf-8"?>
<p:sldLayout xmlns:a="http://schemas.openxmlformats.org/drawingml/2006/main" xmlns:r="http://schemas.openxmlformats.org/officeDocument/2006/relationships" xmlns:p="http://schemas.openxmlformats.org/presentationml/2006/main" type="picTx" preserve="1">
  <p:cSld name="Bilde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bild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3DC5BDCD-19E2-483E-9143-BBE8C6B31A15}"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417294451"/>
      </p:ext>
    </p:extLst>
  </p:cSld>
  <p:clrMapOvr>
    <a:masterClrMapping/>
  </p:clrMapOvr>
</p:sldLayout>
</file>

<file path=ppt/slideLayouts/slideLayout543.xml><?xml version="1.0" encoding="utf-8"?>
<p:sldLayout xmlns:a="http://schemas.openxmlformats.org/drawingml/2006/main" xmlns:r="http://schemas.openxmlformats.org/officeDocument/2006/relationships" xmlns:p="http://schemas.openxmlformats.org/presentationml/2006/main" type="vertTx" preserve="1">
  <p:cSld name="Loddrett tekst">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loddrett tekst 2"/>
          <p:cNvSpPr>
            <a:spLocks noGrp="1"/>
          </p:cNvSpPr>
          <p:nvPr>
            <p:ph type="body" orient="vert" idx="1"/>
          </p:nvPr>
        </p:nvSpPr>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10A8FB33-9357-4A7B-A2D8-5FE6A0848053}"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870037269"/>
      </p:ext>
    </p:extLst>
  </p:cSld>
  <p:clrMapOvr>
    <a:masterClrMapping/>
  </p:clrMapOvr>
</p:sldLayout>
</file>

<file path=ppt/slideLayouts/slideLayout544.xml><?xml version="1.0" encoding="utf-8"?>
<p:sldLayout xmlns:a="http://schemas.openxmlformats.org/drawingml/2006/main" xmlns:r="http://schemas.openxmlformats.org/officeDocument/2006/relationships" xmlns:p="http://schemas.openxmlformats.org/presentationml/2006/main" type="vertTitleAndTx" preserve="1">
  <p:cSld name="Loddrett tittel og tekst">
    <p:spTree>
      <p:nvGrpSpPr>
        <p:cNvPr id="1" name=""/>
        <p:cNvGrpSpPr/>
        <p:nvPr/>
      </p:nvGrpSpPr>
      <p:grpSpPr>
        <a:xfrm>
          <a:off x="0" y="0"/>
          <a:ext cx="0" cy="0"/>
          <a:chOff x="0" y="0"/>
          <a:chExt cx="0" cy="0"/>
        </a:xfrm>
      </p:grpSpPr>
      <p:sp>
        <p:nvSpPr>
          <p:cNvPr id="2" name="Loddrett tittel 1"/>
          <p:cNvSpPr>
            <a:spLocks noGrp="1"/>
          </p:cNvSpPr>
          <p:nvPr>
            <p:ph type="title" orient="vert"/>
          </p:nvPr>
        </p:nvSpPr>
        <p:spPr>
          <a:xfrm>
            <a:off x="8724900" y="365125"/>
            <a:ext cx="2628900" cy="5811838"/>
          </a:xfrm>
        </p:spPr>
        <p:txBody>
          <a:bodyPr vert="eaVert"/>
          <a:lstStyle/>
          <a:p>
            <a:r>
              <a:rPr lang="nb-NO"/>
              <a:t>Klikk for å redigere tittelstil</a:t>
            </a:r>
          </a:p>
        </p:txBody>
      </p:sp>
      <p:sp>
        <p:nvSpPr>
          <p:cNvPr id="3" name="Plassholder for loddrett tekst 2"/>
          <p:cNvSpPr>
            <a:spLocks noGrp="1"/>
          </p:cNvSpPr>
          <p:nvPr>
            <p:ph type="body" orient="vert" idx="1"/>
          </p:nvPr>
        </p:nvSpPr>
        <p:spPr>
          <a:xfrm>
            <a:off x="838200" y="365125"/>
            <a:ext cx="7734300" cy="5811838"/>
          </a:xfrm>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DCF52806-F2DB-4C30-9F1A-F288A08625A9}"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848726421"/>
      </p:ext>
    </p:extLst>
  </p:cSld>
  <p:clrMapOvr>
    <a:masterClrMapping/>
  </p:clrMapOvr>
</p:sldLayout>
</file>

<file path=ppt/slideLayouts/slideLayout545.xml><?xml version="1.0" encoding="utf-8"?>
<p:sldLayout xmlns:a="http://schemas.openxmlformats.org/drawingml/2006/main" xmlns:r="http://schemas.openxmlformats.org/officeDocument/2006/relationships" xmlns:p="http://schemas.openxmlformats.org/presentationml/2006/main" userDrawn="1">
  <p:cSld name="Mål">
    <p:spTree>
      <p:nvGrpSpPr>
        <p:cNvPr id="1" name=""/>
        <p:cNvGrpSpPr/>
        <p:nvPr/>
      </p:nvGrpSpPr>
      <p:grpSpPr>
        <a:xfrm>
          <a:off x="0" y="0"/>
          <a:ext cx="0" cy="0"/>
          <a:chOff x="0" y="0"/>
          <a:chExt cx="0" cy="0"/>
        </a:xfrm>
      </p:grpSpPr>
      <p:sp>
        <p:nvSpPr>
          <p:cNvPr id="14" name="Parallellogram 13">
            <a:hlinkClick r:id="rId2" action="ppaction://hlinksldjump"/>
          </p:cNvPr>
          <p:cNvSpPr/>
          <p:nvPr userDrawn="1"/>
        </p:nvSpPr>
        <p:spPr>
          <a:xfrm>
            <a:off x="1428744"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5" name="Parallellogram 14">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6" name="Parallellogram 15">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7" name="Parallellogram 16">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8" name="Parallellogram 17">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9" name="Parallellogram 18">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20" name="Parallellogram 19">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3510896646"/>
      </p:ext>
    </p:extLst>
  </p:cSld>
  <p:clrMapOvr>
    <a:masterClrMapping/>
  </p:clrMapOvr>
</p:sldLayout>
</file>

<file path=ppt/slideLayouts/slideLayout546.xml><?xml version="1.0" encoding="utf-8"?>
<p:sldLayout xmlns:a="http://schemas.openxmlformats.org/drawingml/2006/main" xmlns:r="http://schemas.openxmlformats.org/officeDocument/2006/relationships" xmlns:p="http://schemas.openxmlformats.org/presentationml/2006/main" userDrawn="1">
  <p:cSld name="Innhold">
    <p:spTree>
      <p:nvGrpSpPr>
        <p:cNvPr id="1" name=""/>
        <p:cNvGrpSpPr/>
        <p:nvPr/>
      </p:nvGrpSpPr>
      <p:grpSpPr>
        <a:xfrm>
          <a:off x="0" y="0"/>
          <a:ext cx="0" cy="0"/>
          <a:chOff x="0" y="0"/>
          <a:chExt cx="0" cy="0"/>
        </a:xfrm>
      </p:grpSpPr>
      <p:sp>
        <p:nvSpPr>
          <p:cNvPr id="14" name="Parallellogram 13">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5" name="Parallellogram 14">
            <a:hlinkClick r:id="rId3" action="ppaction://hlinksldjump"/>
          </p:cNvPr>
          <p:cNvSpPr/>
          <p:nvPr userDrawn="1"/>
        </p:nvSpPr>
        <p:spPr>
          <a:xfrm>
            <a:off x="2938557"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6" name="Parallellogram 15">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7" name="Parallellogram 16">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8" name="Parallellogram 17">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9" name="Parallellogram 18">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20" name="Parallellogram 19">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4247694488"/>
      </p:ext>
    </p:extLst>
  </p:cSld>
  <p:clrMapOvr>
    <a:masterClrMapping/>
  </p:clrMapOvr>
</p:sldLayout>
</file>

<file path=ppt/slideLayouts/slideLayout547.xml><?xml version="1.0" encoding="utf-8"?>
<p:sldLayout xmlns:a="http://schemas.openxmlformats.org/drawingml/2006/main" xmlns:r="http://schemas.openxmlformats.org/officeDocument/2006/relationships" xmlns:p="http://schemas.openxmlformats.org/presentationml/2006/main" userDrawn="1">
  <p:cSld name="Elev">
    <p:spTree>
      <p:nvGrpSpPr>
        <p:cNvPr id="1" name=""/>
        <p:cNvGrpSpPr/>
        <p:nvPr/>
      </p:nvGrpSpPr>
      <p:grpSpPr>
        <a:xfrm>
          <a:off x="0" y="0"/>
          <a:ext cx="0" cy="0"/>
          <a:chOff x="0" y="0"/>
          <a:chExt cx="0" cy="0"/>
        </a:xfrm>
      </p:grpSpPr>
      <p:sp>
        <p:nvSpPr>
          <p:cNvPr id="15" name="Parallellogram 14">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6" name="Parallellogram 15">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7" name="Parallellogram 16">
            <a:hlinkClick r:id="rId4" action="ppaction://hlinksldjump"/>
          </p:cNvPr>
          <p:cNvSpPr/>
          <p:nvPr userDrawn="1"/>
        </p:nvSpPr>
        <p:spPr>
          <a:xfrm>
            <a:off x="4449118"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8" name="Parallellogram 17">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9" name="Parallellogram 18">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20" name="Parallellogram 19">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21" name="Parallellogram 20">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3066815212"/>
      </p:ext>
    </p:extLst>
  </p:cSld>
  <p:clrMapOvr>
    <a:masterClrMapping/>
  </p:clrMapOvr>
</p:sldLayout>
</file>

<file path=ppt/slideLayouts/slideLayout548.xml><?xml version="1.0" encoding="utf-8"?>
<p:sldLayout xmlns:a="http://schemas.openxmlformats.org/drawingml/2006/main" xmlns:r="http://schemas.openxmlformats.org/officeDocument/2006/relationships" xmlns:p="http://schemas.openxmlformats.org/presentationml/2006/main" userDrawn="1">
  <p:cSld name="Lærer">
    <p:spTree>
      <p:nvGrpSpPr>
        <p:cNvPr id="1" name=""/>
        <p:cNvGrpSpPr/>
        <p:nvPr/>
      </p:nvGrpSpPr>
      <p:grpSpPr>
        <a:xfrm>
          <a:off x="0" y="0"/>
          <a:ext cx="0" cy="0"/>
          <a:chOff x="0" y="0"/>
          <a:chExt cx="0" cy="0"/>
        </a:xfrm>
      </p:grpSpPr>
      <p:sp>
        <p:nvSpPr>
          <p:cNvPr id="9" name="Parallellogram 8">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7" name="Parallellogram 16">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8" name="Parallellogram 17">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9" name="Parallellogram 18">
            <a:hlinkClick r:id="rId5" action="ppaction://hlinksldjump"/>
          </p:cNvPr>
          <p:cNvSpPr/>
          <p:nvPr userDrawn="1"/>
        </p:nvSpPr>
        <p:spPr>
          <a:xfrm>
            <a:off x="5959678"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20" name="Parallellogram 19">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21" name="Parallellogram 20">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22" name="Parallellogram 21">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3941521709"/>
      </p:ext>
    </p:extLst>
  </p:cSld>
  <p:clrMapOvr>
    <a:masterClrMapping/>
  </p:clrMapOvr>
</p:sldLayout>
</file>

<file path=ppt/slideLayouts/slideLayout549.xml><?xml version="1.0" encoding="utf-8"?>
<p:sldLayout xmlns:a="http://schemas.openxmlformats.org/drawingml/2006/main" xmlns:r="http://schemas.openxmlformats.org/officeDocument/2006/relationships" xmlns:p="http://schemas.openxmlformats.org/presentationml/2006/main" userDrawn="1">
  <p:cSld name="Metode">
    <p:spTree>
      <p:nvGrpSpPr>
        <p:cNvPr id="1" name=""/>
        <p:cNvGrpSpPr/>
        <p:nvPr/>
      </p:nvGrpSpPr>
      <p:grpSpPr>
        <a:xfrm>
          <a:off x="0" y="0"/>
          <a:ext cx="0" cy="0"/>
          <a:chOff x="0" y="0"/>
          <a:chExt cx="0" cy="0"/>
        </a:xfrm>
      </p:grpSpPr>
      <p:sp>
        <p:nvSpPr>
          <p:cNvPr id="13" name="Parallellogram 12">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4" name="Parallellogram 13">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5" name="Parallellogram 14">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6" name="Parallellogram 15">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7" name="Parallellogram 16">
            <a:hlinkClick r:id="rId6" action="ppaction://hlinksldjump"/>
          </p:cNvPr>
          <p:cNvSpPr/>
          <p:nvPr userDrawn="1"/>
        </p:nvSpPr>
        <p:spPr>
          <a:xfrm>
            <a:off x="7469491"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8" name="Parallellogram 17">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Rammer</a:t>
            </a:r>
          </a:p>
        </p:txBody>
      </p:sp>
      <p:sp>
        <p:nvSpPr>
          <p:cNvPr id="19" name="Parallellogram 18">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3225246325"/>
      </p:ext>
    </p:extLst>
  </p:cSld>
  <p:clrMapOvr>
    <a:masterClrMapping/>
  </p:clrMapOvr>
</p:sldLayout>
</file>

<file path=ppt/slideLayouts/slideLayout550.xml><?xml version="1.0" encoding="utf-8"?>
<p:sldLayout xmlns:a="http://schemas.openxmlformats.org/drawingml/2006/main" xmlns:r="http://schemas.openxmlformats.org/officeDocument/2006/relationships" xmlns:p="http://schemas.openxmlformats.org/presentationml/2006/main" userDrawn="1">
  <p:cSld name="Vurdering">
    <p:spTree>
      <p:nvGrpSpPr>
        <p:cNvPr id="1" name=""/>
        <p:cNvGrpSpPr/>
        <p:nvPr/>
      </p:nvGrpSpPr>
      <p:grpSpPr>
        <a:xfrm>
          <a:off x="0" y="0"/>
          <a:ext cx="0" cy="0"/>
          <a:chOff x="0" y="0"/>
          <a:chExt cx="0" cy="0"/>
        </a:xfrm>
      </p:grpSpPr>
      <p:sp>
        <p:nvSpPr>
          <p:cNvPr id="15" name="Parallellogram 14">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6" name="Parallellogram 15">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7" name="Parallellogram 16">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8" name="Parallellogram 17">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9" name="Parallellogram 18">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20" name="Parallellogram 19">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21" name="Parallellogram 20">
            <a:hlinkClick r:id="rId8" action="ppaction://hlinksldjump"/>
          </p:cNvPr>
          <p:cNvSpPr/>
          <p:nvPr userDrawn="1"/>
        </p:nvSpPr>
        <p:spPr>
          <a:xfrm>
            <a:off x="10489865"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3801951902"/>
      </p:ext>
    </p:extLst>
  </p:cSld>
  <p:clrMapOvr>
    <a:masterClrMapping/>
  </p:clrMapOvr>
</p:sldLayout>
</file>

<file path=ppt/slideLayouts/slideLayout551.xml><?xml version="1.0" encoding="utf-8"?>
<p:sldLayout xmlns:a="http://schemas.openxmlformats.org/drawingml/2006/main" xmlns:r="http://schemas.openxmlformats.org/officeDocument/2006/relationships" xmlns:p="http://schemas.openxmlformats.org/presentationml/2006/main" type="title" preserve="1">
  <p:cSld name="Tittellysbilde">
    <p:spTree>
      <p:nvGrpSpPr>
        <p:cNvPr id="1" name=""/>
        <p:cNvGrpSpPr/>
        <p:nvPr/>
      </p:nvGrpSpPr>
      <p:grpSpPr>
        <a:xfrm>
          <a:off x="0" y="0"/>
          <a:ext cx="0" cy="0"/>
          <a:chOff x="0" y="0"/>
          <a:chExt cx="0" cy="0"/>
        </a:xfrm>
      </p:grpSpPr>
      <p:sp>
        <p:nvSpPr>
          <p:cNvPr id="2" name="Tittel 1"/>
          <p:cNvSpPr>
            <a:spLocks noGrp="1"/>
          </p:cNvSpPr>
          <p:nvPr>
            <p:ph type="ctrTitle"/>
          </p:nvPr>
        </p:nvSpPr>
        <p:spPr>
          <a:xfrm>
            <a:off x="1524000" y="1122363"/>
            <a:ext cx="9144000" cy="2387600"/>
          </a:xfrm>
        </p:spPr>
        <p:txBody>
          <a:bodyPr anchor="b"/>
          <a:lstStyle>
            <a:lvl1pPr algn="ctr">
              <a:defRPr sz="6000"/>
            </a:lvl1pPr>
          </a:lstStyle>
          <a:p>
            <a:r>
              <a:rPr lang="nb-NO"/>
              <a:t>Klikk for å redigere tittelstil</a:t>
            </a:r>
          </a:p>
        </p:txBody>
      </p:sp>
      <p:sp>
        <p:nvSpPr>
          <p:cNvPr id="3" name="Undertit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b-NO"/>
              <a:t>Klikk for å redigere undertittelstil i malen</a:t>
            </a:r>
          </a:p>
        </p:txBody>
      </p:sp>
      <p:sp>
        <p:nvSpPr>
          <p:cNvPr id="4" name="Plassholder for dato 3"/>
          <p:cNvSpPr>
            <a:spLocks noGrp="1"/>
          </p:cNvSpPr>
          <p:nvPr>
            <p:ph type="dt" sz="half" idx="10"/>
          </p:nvPr>
        </p:nvSpPr>
        <p:spPr/>
        <p:txBody>
          <a:bodyPr/>
          <a:lstStyle/>
          <a:p>
            <a:fld id="{33C7F731-14E2-4D41-9BF2-E200B300D2AD}"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405535210"/>
      </p:ext>
    </p:extLst>
  </p:cSld>
  <p:clrMapOvr>
    <a:masterClrMapping/>
  </p:clrMapOvr>
</p:sldLayout>
</file>

<file path=ppt/slideLayouts/slideLayout552.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idx="1"/>
          </p:nvPr>
        </p:nvSpPr>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83C02AE7-5CD9-4955-877A-C95187F364E4}"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3981142994"/>
      </p:ext>
    </p:extLst>
  </p:cSld>
  <p:clrMapOvr>
    <a:masterClrMapping/>
  </p:clrMapOvr>
</p:sldLayout>
</file>

<file path=ppt/slideLayouts/slideLayout553.xml><?xml version="1.0" encoding="utf-8"?>
<p:sldLayout xmlns:a="http://schemas.openxmlformats.org/drawingml/2006/main" xmlns:r="http://schemas.openxmlformats.org/officeDocument/2006/relationships" xmlns:p="http://schemas.openxmlformats.org/presentationml/2006/main" type="secHead" preserve="1">
  <p:cSld name="Deloverskrift">
    <p:spTree>
      <p:nvGrpSpPr>
        <p:cNvPr id="1" name=""/>
        <p:cNvGrpSpPr/>
        <p:nvPr/>
      </p:nvGrpSpPr>
      <p:grpSpPr>
        <a:xfrm>
          <a:off x="0" y="0"/>
          <a:ext cx="0" cy="0"/>
          <a:chOff x="0" y="0"/>
          <a:chExt cx="0" cy="0"/>
        </a:xfrm>
      </p:grpSpPr>
      <p:sp>
        <p:nvSpPr>
          <p:cNvPr id="2" name="Tittel 1"/>
          <p:cNvSpPr>
            <a:spLocks noGrp="1"/>
          </p:cNvSpPr>
          <p:nvPr>
            <p:ph type="title"/>
          </p:nvPr>
        </p:nvSpPr>
        <p:spPr>
          <a:xfrm>
            <a:off x="831850" y="1709738"/>
            <a:ext cx="10515600" cy="2852737"/>
          </a:xfrm>
        </p:spPr>
        <p:txBody>
          <a:bodyPr anchor="b"/>
          <a:lstStyle>
            <a:lvl1pPr>
              <a:defRPr sz="6000"/>
            </a:lvl1pPr>
          </a:lstStyle>
          <a:p>
            <a:r>
              <a:rPr lang="nb-NO"/>
              <a:t>Klikk for å redigere tittelstil</a:t>
            </a:r>
          </a:p>
        </p:txBody>
      </p:sp>
      <p:sp>
        <p:nvSpPr>
          <p:cNvPr id="3" name="Plassholder for teks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b-NO"/>
              <a:t>Rediger tekststiler i malen</a:t>
            </a:r>
          </a:p>
        </p:txBody>
      </p:sp>
      <p:sp>
        <p:nvSpPr>
          <p:cNvPr id="4" name="Plassholder for dato 3"/>
          <p:cNvSpPr>
            <a:spLocks noGrp="1"/>
          </p:cNvSpPr>
          <p:nvPr>
            <p:ph type="dt" sz="half" idx="10"/>
          </p:nvPr>
        </p:nvSpPr>
        <p:spPr/>
        <p:txBody>
          <a:bodyPr/>
          <a:lstStyle/>
          <a:p>
            <a:fld id="{88822743-8075-42E3-B4D7-0E1C496E5DB8}"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2854132908"/>
      </p:ext>
    </p:extLst>
  </p:cSld>
  <p:clrMapOvr>
    <a:masterClrMapping/>
  </p:clrMapOvr>
</p:sldLayout>
</file>

<file path=ppt/slideLayouts/slideLayout554.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sz="half" idx="1"/>
          </p:nvPr>
        </p:nvSpPr>
        <p:spPr>
          <a:xfrm>
            <a:off x="838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innhold 3"/>
          <p:cNvSpPr>
            <a:spLocks noGrp="1"/>
          </p:cNvSpPr>
          <p:nvPr>
            <p:ph sz="half" idx="2"/>
          </p:nvPr>
        </p:nvSpPr>
        <p:spPr>
          <a:xfrm>
            <a:off x="6172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dato 4"/>
          <p:cNvSpPr>
            <a:spLocks noGrp="1"/>
          </p:cNvSpPr>
          <p:nvPr>
            <p:ph type="dt" sz="half" idx="10"/>
          </p:nvPr>
        </p:nvSpPr>
        <p:spPr/>
        <p:txBody>
          <a:bodyPr/>
          <a:lstStyle/>
          <a:p>
            <a:fld id="{E7A1BB48-40BE-4EA1-924C-3B729D816211}"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3544500641"/>
      </p:ext>
    </p:extLst>
  </p:cSld>
  <p:clrMapOvr>
    <a:masterClrMapping/>
  </p:clrMapOvr>
</p:sldLayout>
</file>

<file path=ppt/slideLayouts/slideLayout555.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tel 1"/>
          <p:cNvSpPr>
            <a:spLocks noGrp="1"/>
          </p:cNvSpPr>
          <p:nvPr>
            <p:ph type="title"/>
          </p:nvPr>
        </p:nvSpPr>
        <p:spPr>
          <a:xfrm>
            <a:off x="839788" y="365125"/>
            <a:ext cx="10515600" cy="1325563"/>
          </a:xfrm>
        </p:spPr>
        <p:txBody>
          <a:bodyPr/>
          <a:lstStyle/>
          <a:p>
            <a:r>
              <a:rPr lang="nb-NO"/>
              <a:t>Klikk for å redigere tittelstil</a:t>
            </a:r>
          </a:p>
        </p:txBody>
      </p:sp>
      <p:sp>
        <p:nvSpPr>
          <p:cNvPr id="3" name="Plassholder for teks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4" name="Plassholder for innhold 3"/>
          <p:cNvSpPr>
            <a:spLocks noGrp="1"/>
          </p:cNvSpPr>
          <p:nvPr>
            <p:ph sz="half" idx="2"/>
          </p:nvPr>
        </p:nvSpPr>
        <p:spPr>
          <a:xfrm>
            <a:off x="839788" y="2505075"/>
            <a:ext cx="5157787"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teks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6" name="Plassholder for innhold 5"/>
          <p:cNvSpPr>
            <a:spLocks noGrp="1"/>
          </p:cNvSpPr>
          <p:nvPr>
            <p:ph sz="quarter" idx="4"/>
          </p:nvPr>
        </p:nvSpPr>
        <p:spPr>
          <a:xfrm>
            <a:off x="6172200" y="2505075"/>
            <a:ext cx="5183188"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7" name="Plassholder for dato 6"/>
          <p:cNvSpPr>
            <a:spLocks noGrp="1"/>
          </p:cNvSpPr>
          <p:nvPr>
            <p:ph type="dt" sz="half" idx="10"/>
          </p:nvPr>
        </p:nvSpPr>
        <p:spPr/>
        <p:txBody>
          <a:bodyPr/>
          <a:lstStyle/>
          <a:p>
            <a:fld id="{6453A336-29F7-4673-9D41-0C67F9D929C1}" type="datetime1">
              <a:rPr lang="nb-NO" smtClean="0"/>
              <a:t>27.08.2024</a:t>
            </a:fld>
            <a:endParaRPr lang="nb-NO"/>
          </a:p>
        </p:txBody>
      </p:sp>
      <p:sp>
        <p:nvSpPr>
          <p:cNvPr id="8" name="Plassholder for bunntekst 7"/>
          <p:cNvSpPr>
            <a:spLocks noGrp="1"/>
          </p:cNvSpPr>
          <p:nvPr>
            <p:ph type="ftr" sz="quarter" idx="11"/>
          </p:nvPr>
        </p:nvSpPr>
        <p:spPr/>
        <p:txBody>
          <a:bodyPr/>
          <a:lstStyle/>
          <a:p>
            <a:r>
              <a:rPr lang="nb-NO"/>
              <a:t>Control Trafikkskole</a:t>
            </a:r>
          </a:p>
        </p:txBody>
      </p:sp>
      <p:sp>
        <p:nvSpPr>
          <p:cNvPr id="9" name="Plassholder for lysbildenummer 8"/>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2755161100"/>
      </p:ext>
    </p:extLst>
  </p:cSld>
  <p:clrMapOvr>
    <a:masterClrMapping/>
  </p:clrMapOvr>
</p:sldLayout>
</file>

<file path=ppt/slideLayouts/slideLayout556.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dato 2"/>
          <p:cNvSpPr>
            <a:spLocks noGrp="1"/>
          </p:cNvSpPr>
          <p:nvPr>
            <p:ph type="dt" sz="half" idx="10"/>
          </p:nvPr>
        </p:nvSpPr>
        <p:spPr/>
        <p:txBody>
          <a:bodyPr/>
          <a:lstStyle/>
          <a:p>
            <a:fld id="{C6C84509-F716-44AC-B15A-9590BAF378A6}" type="datetime1">
              <a:rPr lang="nb-NO" smtClean="0"/>
              <a:t>27.08.2024</a:t>
            </a:fld>
            <a:endParaRPr lang="nb-NO"/>
          </a:p>
        </p:txBody>
      </p:sp>
      <p:sp>
        <p:nvSpPr>
          <p:cNvPr id="4" name="Plassholder for bunntekst 3"/>
          <p:cNvSpPr>
            <a:spLocks noGrp="1"/>
          </p:cNvSpPr>
          <p:nvPr>
            <p:ph type="ftr" sz="quarter" idx="11"/>
          </p:nvPr>
        </p:nvSpPr>
        <p:spPr/>
        <p:txBody>
          <a:bodyPr/>
          <a:lstStyle/>
          <a:p>
            <a:r>
              <a:rPr lang="nb-NO"/>
              <a:t>Control Trafikkskole</a:t>
            </a:r>
          </a:p>
        </p:txBody>
      </p:sp>
      <p:sp>
        <p:nvSpPr>
          <p:cNvPr id="5" name="Plassholder for lysbildenummer 4"/>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940171803"/>
      </p:ext>
    </p:extLst>
  </p:cSld>
  <p:clrMapOvr>
    <a:masterClrMapping/>
  </p:clrMapOvr>
</p:sldLayout>
</file>

<file path=ppt/slideLayouts/slideLayout557.xml><?xml version="1.0" encoding="utf-8"?>
<p:sldLayout xmlns:a="http://schemas.openxmlformats.org/drawingml/2006/main" xmlns:r="http://schemas.openxmlformats.org/officeDocument/2006/relationships" xmlns:p="http://schemas.openxmlformats.org/presentationml/2006/main" type="blank" preserve="1">
  <p:cSld name="Rutevalg">
    <p:spTree>
      <p:nvGrpSpPr>
        <p:cNvPr id="1" name=""/>
        <p:cNvGrpSpPr/>
        <p:nvPr/>
      </p:nvGrpSpPr>
      <p:grpSpPr>
        <a:xfrm>
          <a:off x="0" y="0"/>
          <a:ext cx="0" cy="0"/>
          <a:chOff x="0" y="0"/>
          <a:chExt cx="0" cy="0"/>
        </a:xfrm>
      </p:grpSpPr>
      <p:sp>
        <p:nvSpPr>
          <p:cNvPr id="2" name="Plassholder for dato 1"/>
          <p:cNvSpPr>
            <a:spLocks noGrp="1"/>
          </p:cNvSpPr>
          <p:nvPr>
            <p:ph type="dt" sz="half" idx="10"/>
          </p:nvPr>
        </p:nvSpPr>
        <p:spPr/>
        <p:txBody>
          <a:bodyPr/>
          <a:lstStyle/>
          <a:p>
            <a:fld id="{4071B22E-6DFE-488A-81F5-F8EA0A24F761}" type="datetime1">
              <a:rPr lang="nb-NO" smtClean="0"/>
              <a:t>27.08.2024</a:t>
            </a:fld>
            <a:endParaRPr lang="nb-NO"/>
          </a:p>
        </p:txBody>
      </p:sp>
      <p:sp>
        <p:nvSpPr>
          <p:cNvPr id="3" name="Plassholder for bunntekst 2"/>
          <p:cNvSpPr>
            <a:spLocks noGrp="1"/>
          </p:cNvSpPr>
          <p:nvPr>
            <p:ph type="ftr" sz="quarter" idx="11"/>
          </p:nvPr>
        </p:nvSpPr>
        <p:spPr/>
        <p:txBody>
          <a:bodyPr/>
          <a:lstStyle/>
          <a:p>
            <a:r>
              <a:rPr lang="nb-NO"/>
              <a:t>Control Trafikkskole</a:t>
            </a:r>
          </a:p>
        </p:txBody>
      </p:sp>
      <p:sp>
        <p:nvSpPr>
          <p:cNvPr id="4" name="Plassholder for lysbildenummer 3"/>
          <p:cNvSpPr>
            <a:spLocks noGrp="1"/>
          </p:cNvSpPr>
          <p:nvPr>
            <p:ph type="sldNum" sz="quarter" idx="12"/>
          </p:nvPr>
        </p:nvSpPr>
        <p:spPr/>
        <p:txBody>
          <a:bodyPr/>
          <a:lstStyle/>
          <a:p>
            <a:fld id="{2EEBBCFE-599B-47F9-B84D-4259C5E2055D}" type="slidenum">
              <a:rPr lang="nb-NO" smtClean="0"/>
              <a:t>‹#›</a:t>
            </a:fld>
            <a:endParaRPr lang="nb-NO"/>
          </a:p>
        </p:txBody>
      </p:sp>
      <p:sp>
        <p:nvSpPr>
          <p:cNvPr id="5" name="Parallellogram 4">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6" name="Parallellogram 5">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7" name="Parallellogram 6">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8" name="Parallellogram 7">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9" name="Parallellogram 8">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0" name="Parallellogram 9">
            <a:hlinkClick r:id="rId7" action="ppaction://hlinksldjump"/>
          </p:cNvPr>
          <p:cNvSpPr/>
          <p:nvPr userDrawn="1"/>
        </p:nvSpPr>
        <p:spPr>
          <a:xfrm>
            <a:off x="8979304"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11" name="Parallellogram 10">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1605841026"/>
      </p:ext>
    </p:extLst>
  </p:cSld>
  <p:clrMapOvr>
    <a:masterClrMapping/>
  </p:clrMapOvr>
</p:sldLayout>
</file>

<file path=ppt/slideLayouts/slideLayout558.xml><?xml version="1.0" encoding="utf-8"?>
<p:sldLayout xmlns:a="http://schemas.openxmlformats.org/drawingml/2006/main" xmlns:r="http://schemas.openxmlformats.org/officeDocument/2006/relationships" xmlns:p="http://schemas.openxmlformats.org/presentationml/2006/main" type="objTx" preserve="1">
  <p:cSld name="Innhold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innhold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F1915FC3-4096-445F-A2CA-D5A640BC5A49}"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1506022951"/>
      </p:ext>
    </p:extLst>
  </p:cSld>
  <p:clrMapOvr>
    <a:masterClrMapping/>
  </p:clrMapOvr>
</p:sldLayout>
</file>

<file path=ppt/slideLayouts/slideLayout559.xml><?xml version="1.0" encoding="utf-8"?>
<p:sldLayout xmlns:a="http://schemas.openxmlformats.org/drawingml/2006/main" xmlns:r="http://schemas.openxmlformats.org/officeDocument/2006/relationships" xmlns:p="http://schemas.openxmlformats.org/presentationml/2006/main" type="picTx" preserve="1">
  <p:cSld name="Bilde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bild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24B69B1E-CF16-4823-BB32-7534CE113406}"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294818054"/>
      </p:ext>
    </p:extLst>
  </p:cSld>
  <p:clrMapOvr>
    <a:masterClrMapping/>
  </p:clrMapOvr>
</p:sldLayout>
</file>

<file path=ppt/slideLayouts/slideLayout560.xml><?xml version="1.0" encoding="utf-8"?>
<p:sldLayout xmlns:a="http://schemas.openxmlformats.org/drawingml/2006/main" xmlns:r="http://schemas.openxmlformats.org/officeDocument/2006/relationships" xmlns:p="http://schemas.openxmlformats.org/presentationml/2006/main" type="vertTx" preserve="1">
  <p:cSld name="Loddrett tekst">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loddrett tekst 2"/>
          <p:cNvSpPr>
            <a:spLocks noGrp="1"/>
          </p:cNvSpPr>
          <p:nvPr>
            <p:ph type="body" orient="vert" idx="1"/>
          </p:nvPr>
        </p:nvSpPr>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26972F39-86BC-495F-99A8-C29D9E78E83F}"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081991687"/>
      </p:ext>
    </p:extLst>
  </p:cSld>
  <p:clrMapOvr>
    <a:masterClrMapping/>
  </p:clrMapOvr>
</p:sldLayout>
</file>

<file path=ppt/slideLayouts/slideLayout561.xml><?xml version="1.0" encoding="utf-8"?>
<p:sldLayout xmlns:a="http://schemas.openxmlformats.org/drawingml/2006/main" xmlns:r="http://schemas.openxmlformats.org/officeDocument/2006/relationships" xmlns:p="http://schemas.openxmlformats.org/presentationml/2006/main" type="vertTitleAndTx" preserve="1">
  <p:cSld name="Loddrett tittel og tekst">
    <p:spTree>
      <p:nvGrpSpPr>
        <p:cNvPr id="1" name=""/>
        <p:cNvGrpSpPr/>
        <p:nvPr/>
      </p:nvGrpSpPr>
      <p:grpSpPr>
        <a:xfrm>
          <a:off x="0" y="0"/>
          <a:ext cx="0" cy="0"/>
          <a:chOff x="0" y="0"/>
          <a:chExt cx="0" cy="0"/>
        </a:xfrm>
      </p:grpSpPr>
      <p:sp>
        <p:nvSpPr>
          <p:cNvPr id="2" name="Loddrett tittel 1"/>
          <p:cNvSpPr>
            <a:spLocks noGrp="1"/>
          </p:cNvSpPr>
          <p:nvPr>
            <p:ph type="title" orient="vert"/>
          </p:nvPr>
        </p:nvSpPr>
        <p:spPr>
          <a:xfrm>
            <a:off x="8724900" y="365125"/>
            <a:ext cx="2628900" cy="5811838"/>
          </a:xfrm>
        </p:spPr>
        <p:txBody>
          <a:bodyPr vert="eaVert"/>
          <a:lstStyle/>
          <a:p>
            <a:r>
              <a:rPr lang="nb-NO"/>
              <a:t>Klikk for å redigere tittelstil</a:t>
            </a:r>
          </a:p>
        </p:txBody>
      </p:sp>
      <p:sp>
        <p:nvSpPr>
          <p:cNvPr id="3" name="Plassholder for loddrett tekst 2"/>
          <p:cNvSpPr>
            <a:spLocks noGrp="1"/>
          </p:cNvSpPr>
          <p:nvPr>
            <p:ph type="body" orient="vert" idx="1"/>
          </p:nvPr>
        </p:nvSpPr>
        <p:spPr>
          <a:xfrm>
            <a:off x="838200" y="365125"/>
            <a:ext cx="7734300" cy="5811838"/>
          </a:xfrm>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0746BDC3-4649-49D5-A349-8F1A358A726C}"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83326887"/>
      </p:ext>
    </p:extLst>
  </p:cSld>
  <p:clrMapOvr>
    <a:masterClrMapping/>
  </p:clrMapOvr>
</p:sldLayout>
</file>

<file path=ppt/slideLayouts/slideLayout562.xml><?xml version="1.0" encoding="utf-8"?>
<p:sldLayout xmlns:a="http://schemas.openxmlformats.org/drawingml/2006/main" xmlns:r="http://schemas.openxmlformats.org/officeDocument/2006/relationships" xmlns:p="http://schemas.openxmlformats.org/presentationml/2006/main" userDrawn="1">
  <p:cSld name="Mål">
    <p:spTree>
      <p:nvGrpSpPr>
        <p:cNvPr id="1" name=""/>
        <p:cNvGrpSpPr/>
        <p:nvPr/>
      </p:nvGrpSpPr>
      <p:grpSpPr>
        <a:xfrm>
          <a:off x="0" y="0"/>
          <a:ext cx="0" cy="0"/>
          <a:chOff x="0" y="0"/>
          <a:chExt cx="0" cy="0"/>
        </a:xfrm>
      </p:grpSpPr>
      <p:sp>
        <p:nvSpPr>
          <p:cNvPr id="14" name="Parallellogram 13">
            <a:hlinkClick r:id="rId2" action="ppaction://hlinksldjump"/>
          </p:cNvPr>
          <p:cNvSpPr/>
          <p:nvPr userDrawn="1"/>
        </p:nvSpPr>
        <p:spPr>
          <a:xfrm>
            <a:off x="1428744"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5" name="Parallellogram 14">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6" name="Parallellogram 15">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7" name="Parallellogram 16">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8" name="Parallellogram 17">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9" name="Parallellogram 18">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20" name="Parallellogram 19">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2972868155"/>
      </p:ext>
    </p:extLst>
  </p:cSld>
  <p:clrMapOvr>
    <a:masterClrMapping/>
  </p:clrMapOvr>
</p:sldLayout>
</file>

<file path=ppt/slideLayouts/slideLayout563.xml><?xml version="1.0" encoding="utf-8"?>
<p:sldLayout xmlns:a="http://schemas.openxmlformats.org/drawingml/2006/main" xmlns:r="http://schemas.openxmlformats.org/officeDocument/2006/relationships" xmlns:p="http://schemas.openxmlformats.org/presentationml/2006/main" userDrawn="1">
  <p:cSld name="Innhold">
    <p:spTree>
      <p:nvGrpSpPr>
        <p:cNvPr id="1" name=""/>
        <p:cNvGrpSpPr/>
        <p:nvPr/>
      </p:nvGrpSpPr>
      <p:grpSpPr>
        <a:xfrm>
          <a:off x="0" y="0"/>
          <a:ext cx="0" cy="0"/>
          <a:chOff x="0" y="0"/>
          <a:chExt cx="0" cy="0"/>
        </a:xfrm>
      </p:grpSpPr>
      <p:sp>
        <p:nvSpPr>
          <p:cNvPr id="9" name="Parallellogram 8">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0" name="Parallellogram 9">
            <a:hlinkClick r:id="rId3" action="ppaction://hlinksldjump"/>
          </p:cNvPr>
          <p:cNvSpPr/>
          <p:nvPr userDrawn="1"/>
        </p:nvSpPr>
        <p:spPr>
          <a:xfrm>
            <a:off x="2938557"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1" name="Parallellogram 10">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2" name="Parallellogram 11">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3" name="Parallellogram 12">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21" name="Parallellogram 20">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22" name="Parallellogram 21">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3020279198"/>
      </p:ext>
    </p:extLst>
  </p:cSld>
  <p:clrMapOvr>
    <a:masterClrMapping/>
  </p:clrMapOvr>
</p:sldLayout>
</file>

<file path=ppt/slideLayouts/slideLayout564.xml><?xml version="1.0" encoding="utf-8"?>
<p:sldLayout xmlns:a="http://schemas.openxmlformats.org/drawingml/2006/main" xmlns:r="http://schemas.openxmlformats.org/officeDocument/2006/relationships" xmlns:p="http://schemas.openxmlformats.org/presentationml/2006/main" userDrawn="1">
  <p:cSld name="Elev">
    <p:spTree>
      <p:nvGrpSpPr>
        <p:cNvPr id="1" name=""/>
        <p:cNvGrpSpPr/>
        <p:nvPr/>
      </p:nvGrpSpPr>
      <p:grpSpPr>
        <a:xfrm>
          <a:off x="0" y="0"/>
          <a:ext cx="0" cy="0"/>
          <a:chOff x="0" y="0"/>
          <a:chExt cx="0" cy="0"/>
        </a:xfrm>
      </p:grpSpPr>
      <p:sp>
        <p:nvSpPr>
          <p:cNvPr id="9" name="Parallellogram 8">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0" name="Parallellogram 9">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1" name="Parallellogram 10">
            <a:hlinkClick r:id="rId4" action="ppaction://hlinksldjump"/>
          </p:cNvPr>
          <p:cNvSpPr/>
          <p:nvPr userDrawn="1"/>
        </p:nvSpPr>
        <p:spPr>
          <a:xfrm>
            <a:off x="4449118"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2" name="Parallellogram 11">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3" name="Parallellogram 12">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4" name="Parallellogram 13">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22" name="Parallellogram 21">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3947432397"/>
      </p:ext>
    </p:extLst>
  </p:cSld>
  <p:clrMapOvr>
    <a:masterClrMapping/>
  </p:clrMapOvr>
</p:sldLayout>
</file>

<file path=ppt/slideLayouts/slideLayout565.xml><?xml version="1.0" encoding="utf-8"?>
<p:sldLayout xmlns:a="http://schemas.openxmlformats.org/drawingml/2006/main" xmlns:r="http://schemas.openxmlformats.org/officeDocument/2006/relationships" xmlns:p="http://schemas.openxmlformats.org/presentationml/2006/main" userDrawn="1">
  <p:cSld name="Lærer">
    <p:spTree>
      <p:nvGrpSpPr>
        <p:cNvPr id="1" name=""/>
        <p:cNvGrpSpPr/>
        <p:nvPr/>
      </p:nvGrpSpPr>
      <p:grpSpPr>
        <a:xfrm>
          <a:off x="0" y="0"/>
          <a:ext cx="0" cy="0"/>
          <a:chOff x="0" y="0"/>
          <a:chExt cx="0" cy="0"/>
        </a:xfrm>
      </p:grpSpPr>
      <p:sp>
        <p:nvSpPr>
          <p:cNvPr id="10" name="Parallellogram 9">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1" name="Parallellogram 10">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2" name="Parallellogram 11">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3" name="Parallellogram 12">
            <a:hlinkClick r:id="rId5" action="ppaction://hlinksldjump"/>
          </p:cNvPr>
          <p:cNvSpPr/>
          <p:nvPr userDrawn="1"/>
        </p:nvSpPr>
        <p:spPr>
          <a:xfrm>
            <a:off x="5959678"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4" name="Parallellogram 13">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5" name="Parallellogram 14">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16" name="Parallellogram 15">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1194090806"/>
      </p:ext>
    </p:extLst>
  </p:cSld>
  <p:clrMapOvr>
    <a:masterClrMapping/>
  </p:clrMapOvr>
</p:sldLayout>
</file>

<file path=ppt/slideLayouts/slideLayout566.xml><?xml version="1.0" encoding="utf-8"?>
<p:sldLayout xmlns:a="http://schemas.openxmlformats.org/drawingml/2006/main" xmlns:r="http://schemas.openxmlformats.org/officeDocument/2006/relationships" xmlns:p="http://schemas.openxmlformats.org/presentationml/2006/main" userDrawn="1">
  <p:cSld name="Metode">
    <p:spTree>
      <p:nvGrpSpPr>
        <p:cNvPr id="1" name=""/>
        <p:cNvGrpSpPr/>
        <p:nvPr/>
      </p:nvGrpSpPr>
      <p:grpSpPr>
        <a:xfrm>
          <a:off x="0" y="0"/>
          <a:ext cx="0" cy="0"/>
          <a:chOff x="0" y="0"/>
          <a:chExt cx="0" cy="0"/>
        </a:xfrm>
      </p:grpSpPr>
      <p:sp>
        <p:nvSpPr>
          <p:cNvPr id="9" name="Parallellogram 8">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0" name="Parallellogram 9">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1" name="Parallellogram 10">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2" name="Parallellogram 11">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20" name="Parallellogram 19">
            <a:hlinkClick r:id="rId6" action="ppaction://hlinksldjump"/>
          </p:cNvPr>
          <p:cNvSpPr/>
          <p:nvPr userDrawn="1"/>
        </p:nvSpPr>
        <p:spPr>
          <a:xfrm>
            <a:off x="7469491"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21" name="Parallellogram 20">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22" name="Parallellogram 21">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4061590357"/>
      </p:ext>
    </p:extLst>
  </p:cSld>
  <p:clrMapOvr>
    <a:masterClrMapping/>
  </p:clrMapOvr>
</p:sldLayout>
</file>

<file path=ppt/slideLayouts/slideLayout567.xml><?xml version="1.0" encoding="utf-8"?>
<p:sldLayout xmlns:a="http://schemas.openxmlformats.org/drawingml/2006/main" xmlns:r="http://schemas.openxmlformats.org/officeDocument/2006/relationships" xmlns:p="http://schemas.openxmlformats.org/presentationml/2006/main" userDrawn="1">
  <p:cSld name="Vurdering">
    <p:spTree>
      <p:nvGrpSpPr>
        <p:cNvPr id="1" name=""/>
        <p:cNvGrpSpPr/>
        <p:nvPr/>
      </p:nvGrpSpPr>
      <p:grpSpPr>
        <a:xfrm>
          <a:off x="0" y="0"/>
          <a:ext cx="0" cy="0"/>
          <a:chOff x="0" y="0"/>
          <a:chExt cx="0" cy="0"/>
        </a:xfrm>
      </p:grpSpPr>
      <p:sp>
        <p:nvSpPr>
          <p:cNvPr id="9" name="Parallellogram 8">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0" name="Parallellogram 9">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1" name="Parallellogram 10">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2" name="Parallellogram 11">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3" name="Parallellogram 12">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4" name="Parallellogram 13">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22" name="Parallellogram 21">
            <a:hlinkClick r:id="rId8" action="ppaction://hlinksldjump"/>
          </p:cNvPr>
          <p:cNvSpPr/>
          <p:nvPr userDrawn="1"/>
        </p:nvSpPr>
        <p:spPr>
          <a:xfrm>
            <a:off x="10489865"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1209368304"/>
      </p:ext>
    </p:extLst>
  </p:cSld>
  <p:clrMapOvr>
    <a:masterClrMapping/>
  </p:clrMapOvr>
</p:sldLayout>
</file>

<file path=ppt/slideLayouts/slideLayout568.xml><?xml version="1.0" encoding="utf-8"?>
<p:sldLayout xmlns:a="http://schemas.openxmlformats.org/drawingml/2006/main" xmlns:r="http://schemas.openxmlformats.org/officeDocument/2006/relationships" xmlns:p="http://schemas.openxmlformats.org/presentationml/2006/main" type="title" preserve="1">
  <p:cSld name="Tittellysbilde">
    <p:spTree>
      <p:nvGrpSpPr>
        <p:cNvPr id="1" name=""/>
        <p:cNvGrpSpPr/>
        <p:nvPr/>
      </p:nvGrpSpPr>
      <p:grpSpPr>
        <a:xfrm>
          <a:off x="0" y="0"/>
          <a:ext cx="0" cy="0"/>
          <a:chOff x="0" y="0"/>
          <a:chExt cx="0" cy="0"/>
        </a:xfrm>
      </p:grpSpPr>
      <p:sp>
        <p:nvSpPr>
          <p:cNvPr id="2" name="Tittel 1"/>
          <p:cNvSpPr>
            <a:spLocks noGrp="1"/>
          </p:cNvSpPr>
          <p:nvPr>
            <p:ph type="ctrTitle"/>
          </p:nvPr>
        </p:nvSpPr>
        <p:spPr>
          <a:xfrm>
            <a:off x="1524000" y="1122363"/>
            <a:ext cx="9144000" cy="2387600"/>
          </a:xfrm>
        </p:spPr>
        <p:txBody>
          <a:bodyPr anchor="b"/>
          <a:lstStyle>
            <a:lvl1pPr algn="ctr">
              <a:defRPr sz="6000"/>
            </a:lvl1pPr>
          </a:lstStyle>
          <a:p>
            <a:r>
              <a:rPr lang="nb-NO"/>
              <a:t>Klikk for å redigere tittelstil</a:t>
            </a:r>
          </a:p>
        </p:txBody>
      </p:sp>
      <p:sp>
        <p:nvSpPr>
          <p:cNvPr id="3" name="Undertit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b-NO"/>
              <a:t>Klikk for å redigere undertittelstil i malen</a:t>
            </a:r>
          </a:p>
        </p:txBody>
      </p:sp>
      <p:sp>
        <p:nvSpPr>
          <p:cNvPr id="4" name="Plassholder for dato 3"/>
          <p:cNvSpPr>
            <a:spLocks noGrp="1"/>
          </p:cNvSpPr>
          <p:nvPr>
            <p:ph type="dt" sz="half" idx="10"/>
          </p:nvPr>
        </p:nvSpPr>
        <p:spPr/>
        <p:txBody>
          <a:bodyPr/>
          <a:lstStyle/>
          <a:p>
            <a:fld id="{E8B0EBF7-713B-4612-8291-39F41EAA8A39}"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238775395"/>
      </p:ext>
    </p:extLst>
  </p:cSld>
  <p:clrMapOvr>
    <a:masterClrMapping/>
  </p:clrMapOvr>
</p:sldLayout>
</file>

<file path=ppt/slideLayouts/slideLayout569.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idx="1"/>
          </p:nvPr>
        </p:nvSpPr>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00B5807B-20B4-4E37-8CC7-5397FB236FFF}"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3616066746"/>
      </p:ext>
    </p:extLst>
  </p:cSld>
  <p:clrMapOvr>
    <a:masterClrMapping/>
  </p:clrMapOvr>
</p:sldLayout>
</file>

<file path=ppt/slideLayouts/slideLayout570.xml><?xml version="1.0" encoding="utf-8"?>
<p:sldLayout xmlns:a="http://schemas.openxmlformats.org/drawingml/2006/main" xmlns:r="http://schemas.openxmlformats.org/officeDocument/2006/relationships" xmlns:p="http://schemas.openxmlformats.org/presentationml/2006/main" type="secHead" preserve="1">
  <p:cSld name="Deloverskrift">
    <p:spTree>
      <p:nvGrpSpPr>
        <p:cNvPr id="1" name=""/>
        <p:cNvGrpSpPr/>
        <p:nvPr/>
      </p:nvGrpSpPr>
      <p:grpSpPr>
        <a:xfrm>
          <a:off x="0" y="0"/>
          <a:ext cx="0" cy="0"/>
          <a:chOff x="0" y="0"/>
          <a:chExt cx="0" cy="0"/>
        </a:xfrm>
      </p:grpSpPr>
      <p:sp>
        <p:nvSpPr>
          <p:cNvPr id="2" name="Tittel 1"/>
          <p:cNvSpPr>
            <a:spLocks noGrp="1"/>
          </p:cNvSpPr>
          <p:nvPr>
            <p:ph type="title"/>
          </p:nvPr>
        </p:nvSpPr>
        <p:spPr>
          <a:xfrm>
            <a:off x="831850" y="1709738"/>
            <a:ext cx="10515600" cy="2852737"/>
          </a:xfrm>
        </p:spPr>
        <p:txBody>
          <a:bodyPr anchor="b"/>
          <a:lstStyle>
            <a:lvl1pPr>
              <a:defRPr sz="6000"/>
            </a:lvl1pPr>
          </a:lstStyle>
          <a:p>
            <a:r>
              <a:rPr lang="nb-NO"/>
              <a:t>Klikk for å redigere tittelstil</a:t>
            </a:r>
          </a:p>
        </p:txBody>
      </p:sp>
      <p:sp>
        <p:nvSpPr>
          <p:cNvPr id="3" name="Plassholder for teks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b-NO"/>
              <a:t>Rediger tekststiler i malen</a:t>
            </a:r>
          </a:p>
        </p:txBody>
      </p:sp>
      <p:sp>
        <p:nvSpPr>
          <p:cNvPr id="4" name="Plassholder for dato 3"/>
          <p:cNvSpPr>
            <a:spLocks noGrp="1"/>
          </p:cNvSpPr>
          <p:nvPr>
            <p:ph type="dt" sz="half" idx="10"/>
          </p:nvPr>
        </p:nvSpPr>
        <p:spPr/>
        <p:txBody>
          <a:bodyPr/>
          <a:lstStyle/>
          <a:p>
            <a:fld id="{AE9258FB-3716-45E1-B05D-C8A1CBC8F233}"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3475335473"/>
      </p:ext>
    </p:extLst>
  </p:cSld>
  <p:clrMapOvr>
    <a:masterClrMapping/>
  </p:clrMapOvr>
</p:sldLayout>
</file>

<file path=ppt/slideLayouts/slideLayout571.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sz="half" idx="1"/>
          </p:nvPr>
        </p:nvSpPr>
        <p:spPr>
          <a:xfrm>
            <a:off x="838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innhold 3"/>
          <p:cNvSpPr>
            <a:spLocks noGrp="1"/>
          </p:cNvSpPr>
          <p:nvPr>
            <p:ph sz="half" idx="2"/>
          </p:nvPr>
        </p:nvSpPr>
        <p:spPr>
          <a:xfrm>
            <a:off x="6172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dato 4"/>
          <p:cNvSpPr>
            <a:spLocks noGrp="1"/>
          </p:cNvSpPr>
          <p:nvPr>
            <p:ph type="dt" sz="half" idx="10"/>
          </p:nvPr>
        </p:nvSpPr>
        <p:spPr/>
        <p:txBody>
          <a:bodyPr/>
          <a:lstStyle/>
          <a:p>
            <a:fld id="{2896EAE1-1D31-41A3-B579-6D6A1B8595EA}"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4147070973"/>
      </p:ext>
    </p:extLst>
  </p:cSld>
  <p:clrMapOvr>
    <a:masterClrMapping/>
  </p:clrMapOvr>
</p:sldLayout>
</file>

<file path=ppt/slideLayouts/slideLayout572.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tel 1"/>
          <p:cNvSpPr>
            <a:spLocks noGrp="1"/>
          </p:cNvSpPr>
          <p:nvPr>
            <p:ph type="title"/>
          </p:nvPr>
        </p:nvSpPr>
        <p:spPr>
          <a:xfrm>
            <a:off x="839788" y="365125"/>
            <a:ext cx="10515600" cy="1325563"/>
          </a:xfrm>
        </p:spPr>
        <p:txBody>
          <a:bodyPr/>
          <a:lstStyle/>
          <a:p>
            <a:r>
              <a:rPr lang="nb-NO"/>
              <a:t>Klikk for å redigere tittelstil</a:t>
            </a:r>
          </a:p>
        </p:txBody>
      </p:sp>
      <p:sp>
        <p:nvSpPr>
          <p:cNvPr id="3" name="Plassholder for teks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4" name="Plassholder for innhold 3"/>
          <p:cNvSpPr>
            <a:spLocks noGrp="1"/>
          </p:cNvSpPr>
          <p:nvPr>
            <p:ph sz="half" idx="2"/>
          </p:nvPr>
        </p:nvSpPr>
        <p:spPr>
          <a:xfrm>
            <a:off x="839788" y="2505075"/>
            <a:ext cx="5157787"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teks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6" name="Plassholder for innhold 5"/>
          <p:cNvSpPr>
            <a:spLocks noGrp="1"/>
          </p:cNvSpPr>
          <p:nvPr>
            <p:ph sz="quarter" idx="4"/>
          </p:nvPr>
        </p:nvSpPr>
        <p:spPr>
          <a:xfrm>
            <a:off x="6172200" y="2505075"/>
            <a:ext cx="5183188"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7" name="Plassholder for dato 6"/>
          <p:cNvSpPr>
            <a:spLocks noGrp="1"/>
          </p:cNvSpPr>
          <p:nvPr>
            <p:ph type="dt" sz="half" idx="10"/>
          </p:nvPr>
        </p:nvSpPr>
        <p:spPr/>
        <p:txBody>
          <a:bodyPr/>
          <a:lstStyle/>
          <a:p>
            <a:fld id="{3367531E-9875-4B74-95E7-FB99FFAC905D}" type="datetime1">
              <a:rPr lang="nb-NO" smtClean="0"/>
              <a:t>27.08.2024</a:t>
            </a:fld>
            <a:endParaRPr lang="nb-NO"/>
          </a:p>
        </p:txBody>
      </p:sp>
      <p:sp>
        <p:nvSpPr>
          <p:cNvPr id="8" name="Plassholder for bunntekst 7"/>
          <p:cNvSpPr>
            <a:spLocks noGrp="1"/>
          </p:cNvSpPr>
          <p:nvPr>
            <p:ph type="ftr" sz="quarter" idx="11"/>
          </p:nvPr>
        </p:nvSpPr>
        <p:spPr/>
        <p:txBody>
          <a:bodyPr/>
          <a:lstStyle/>
          <a:p>
            <a:r>
              <a:rPr lang="nb-NO"/>
              <a:t>Control Trafikkskole</a:t>
            </a:r>
          </a:p>
        </p:txBody>
      </p:sp>
      <p:sp>
        <p:nvSpPr>
          <p:cNvPr id="9" name="Plassholder for lysbildenummer 8"/>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4267200606"/>
      </p:ext>
    </p:extLst>
  </p:cSld>
  <p:clrMapOvr>
    <a:masterClrMapping/>
  </p:clrMapOvr>
</p:sldLayout>
</file>

<file path=ppt/slideLayouts/slideLayout573.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dato 2"/>
          <p:cNvSpPr>
            <a:spLocks noGrp="1"/>
          </p:cNvSpPr>
          <p:nvPr>
            <p:ph type="dt" sz="half" idx="10"/>
          </p:nvPr>
        </p:nvSpPr>
        <p:spPr/>
        <p:txBody>
          <a:bodyPr/>
          <a:lstStyle/>
          <a:p>
            <a:fld id="{18ACC793-FD6D-41C5-951F-3453020CAB92}" type="datetime1">
              <a:rPr lang="nb-NO" smtClean="0"/>
              <a:t>27.08.2024</a:t>
            </a:fld>
            <a:endParaRPr lang="nb-NO"/>
          </a:p>
        </p:txBody>
      </p:sp>
      <p:sp>
        <p:nvSpPr>
          <p:cNvPr id="4" name="Plassholder for bunntekst 3"/>
          <p:cNvSpPr>
            <a:spLocks noGrp="1"/>
          </p:cNvSpPr>
          <p:nvPr>
            <p:ph type="ftr" sz="quarter" idx="11"/>
          </p:nvPr>
        </p:nvSpPr>
        <p:spPr/>
        <p:txBody>
          <a:bodyPr/>
          <a:lstStyle/>
          <a:p>
            <a:r>
              <a:rPr lang="nb-NO"/>
              <a:t>Control Trafikkskole</a:t>
            </a:r>
          </a:p>
        </p:txBody>
      </p:sp>
      <p:sp>
        <p:nvSpPr>
          <p:cNvPr id="5" name="Plassholder for lysbildenummer 4"/>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1357132412"/>
      </p:ext>
    </p:extLst>
  </p:cSld>
  <p:clrMapOvr>
    <a:masterClrMapping/>
  </p:clrMapOvr>
</p:sldLayout>
</file>

<file path=ppt/slideLayouts/slideLayout574.xml><?xml version="1.0" encoding="utf-8"?>
<p:sldLayout xmlns:a="http://schemas.openxmlformats.org/drawingml/2006/main" xmlns:r="http://schemas.openxmlformats.org/officeDocument/2006/relationships" xmlns:p="http://schemas.openxmlformats.org/presentationml/2006/main" type="blank" preserve="1">
  <p:cSld name="Rutevalg">
    <p:spTree>
      <p:nvGrpSpPr>
        <p:cNvPr id="1" name=""/>
        <p:cNvGrpSpPr/>
        <p:nvPr/>
      </p:nvGrpSpPr>
      <p:grpSpPr>
        <a:xfrm>
          <a:off x="0" y="0"/>
          <a:ext cx="0" cy="0"/>
          <a:chOff x="0" y="0"/>
          <a:chExt cx="0" cy="0"/>
        </a:xfrm>
      </p:grpSpPr>
      <p:sp>
        <p:nvSpPr>
          <p:cNvPr id="2" name="Plassholder for dato 1"/>
          <p:cNvSpPr>
            <a:spLocks noGrp="1"/>
          </p:cNvSpPr>
          <p:nvPr>
            <p:ph type="dt" sz="half" idx="10"/>
          </p:nvPr>
        </p:nvSpPr>
        <p:spPr/>
        <p:txBody>
          <a:bodyPr/>
          <a:lstStyle/>
          <a:p>
            <a:fld id="{069DEC33-86C2-4FC4-905D-897DA62A0A26}" type="datetime1">
              <a:rPr lang="nb-NO" smtClean="0"/>
              <a:t>27.08.2024</a:t>
            </a:fld>
            <a:endParaRPr lang="nb-NO"/>
          </a:p>
        </p:txBody>
      </p:sp>
      <p:sp>
        <p:nvSpPr>
          <p:cNvPr id="3" name="Plassholder for bunntekst 2"/>
          <p:cNvSpPr>
            <a:spLocks noGrp="1"/>
          </p:cNvSpPr>
          <p:nvPr>
            <p:ph type="ftr" sz="quarter" idx="11"/>
          </p:nvPr>
        </p:nvSpPr>
        <p:spPr/>
        <p:txBody>
          <a:bodyPr/>
          <a:lstStyle/>
          <a:p>
            <a:r>
              <a:rPr lang="nb-NO"/>
              <a:t>Control Trafikkskole</a:t>
            </a:r>
          </a:p>
        </p:txBody>
      </p:sp>
      <p:sp>
        <p:nvSpPr>
          <p:cNvPr id="4" name="Plassholder for lysbildenummer 3"/>
          <p:cNvSpPr>
            <a:spLocks noGrp="1"/>
          </p:cNvSpPr>
          <p:nvPr>
            <p:ph type="sldNum" sz="quarter" idx="12"/>
          </p:nvPr>
        </p:nvSpPr>
        <p:spPr/>
        <p:txBody>
          <a:bodyPr/>
          <a:lstStyle/>
          <a:p>
            <a:fld id="{2EEBBCFE-599B-47F9-B84D-4259C5E2055D}" type="slidenum">
              <a:rPr lang="nb-NO" smtClean="0"/>
              <a:t>‹#›</a:t>
            </a:fld>
            <a:endParaRPr lang="nb-NO"/>
          </a:p>
        </p:txBody>
      </p:sp>
      <p:sp>
        <p:nvSpPr>
          <p:cNvPr id="5" name="Parallellogram 4">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6" name="Parallellogram 5">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7" name="Parallellogram 6">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8" name="Parallellogram 7">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9" name="Parallellogram 8">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0" name="Parallellogram 9">
            <a:hlinkClick r:id="rId7" action="ppaction://hlinksldjump"/>
          </p:cNvPr>
          <p:cNvSpPr/>
          <p:nvPr userDrawn="1"/>
        </p:nvSpPr>
        <p:spPr>
          <a:xfrm>
            <a:off x="8979304"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11" name="Parallellogram 10">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1958174649"/>
      </p:ext>
    </p:extLst>
  </p:cSld>
  <p:clrMapOvr>
    <a:masterClrMapping/>
  </p:clrMapOvr>
</p:sldLayout>
</file>

<file path=ppt/slideLayouts/slideLayout575.xml><?xml version="1.0" encoding="utf-8"?>
<p:sldLayout xmlns:a="http://schemas.openxmlformats.org/drawingml/2006/main" xmlns:r="http://schemas.openxmlformats.org/officeDocument/2006/relationships" xmlns:p="http://schemas.openxmlformats.org/presentationml/2006/main" type="objTx" preserve="1">
  <p:cSld name="Innhold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innhold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906DAE6B-4D15-4450-9530-EAEA17F8C2E5}"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1986423360"/>
      </p:ext>
    </p:extLst>
  </p:cSld>
  <p:clrMapOvr>
    <a:masterClrMapping/>
  </p:clrMapOvr>
</p:sldLayout>
</file>

<file path=ppt/slideLayouts/slideLayout576.xml><?xml version="1.0" encoding="utf-8"?>
<p:sldLayout xmlns:a="http://schemas.openxmlformats.org/drawingml/2006/main" xmlns:r="http://schemas.openxmlformats.org/officeDocument/2006/relationships" xmlns:p="http://schemas.openxmlformats.org/presentationml/2006/main" type="picTx" preserve="1">
  <p:cSld name="Bilde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bild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00907241-168E-4738-98ED-E32A5F63A24A}"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996873510"/>
      </p:ext>
    </p:extLst>
  </p:cSld>
  <p:clrMapOvr>
    <a:masterClrMapping/>
  </p:clrMapOvr>
</p:sldLayout>
</file>

<file path=ppt/slideLayouts/slideLayout577.xml><?xml version="1.0" encoding="utf-8"?>
<p:sldLayout xmlns:a="http://schemas.openxmlformats.org/drawingml/2006/main" xmlns:r="http://schemas.openxmlformats.org/officeDocument/2006/relationships" xmlns:p="http://schemas.openxmlformats.org/presentationml/2006/main" type="vertTx" preserve="1">
  <p:cSld name="Loddrett tekst">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loddrett tekst 2"/>
          <p:cNvSpPr>
            <a:spLocks noGrp="1"/>
          </p:cNvSpPr>
          <p:nvPr>
            <p:ph type="body" orient="vert" idx="1"/>
          </p:nvPr>
        </p:nvSpPr>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6BE4DE5D-C82F-47F3-ACDC-75C6DF410F6D}"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469796890"/>
      </p:ext>
    </p:extLst>
  </p:cSld>
  <p:clrMapOvr>
    <a:masterClrMapping/>
  </p:clrMapOvr>
</p:sldLayout>
</file>

<file path=ppt/slideLayouts/slideLayout578.xml><?xml version="1.0" encoding="utf-8"?>
<p:sldLayout xmlns:a="http://schemas.openxmlformats.org/drawingml/2006/main" xmlns:r="http://schemas.openxmlformats.org/officeDocument/2006/relationships" xmlns:p="http://schemas.openxmlformats.org/presentationml/2006/main" type="vertTitleAndTx" preserve="1">
  <p:cSld name="Loddrett tittel og tekst">
    <p:spTree>
      <p:nvGrpSpPr>
        <p:cNvPr id="1" name=""/>
        <p:cNvGrpSpPr/>
        <p:nvPr/>
      </p:nvGrpSpPr>
      <p:grpSpPr>
        <a:xfrm>
          <a:off x="0" y="0"/>
          <a:ext cx="0" cy="0"/>
          <a:chOff x="0" y="0"/>
          <a:chExt cx="0" cy="0"/>
        </a:xfrm>
      </p:grpSpPr>
      <p:sp>
        <p:nvSpPr>
          <p:cNvPr id="2" name="Loddrett tittel 1"/>
          <p:cNvSpPr>
            <a:spLocks noGrp="1"/>
          </p:cNvSpPr>
          <p:nvPr>
            <p:ph type="title" orient="vert"/>
          </p:nvPr>
        </p:nvSpPr>
        <p:spPr>
          <a:xfrm>
            <a:off x="8724900" y="365125"/>
            <a:ext cx="2628900" cy="5811838"/>
          </a:xfrm>
        </p:spPr>
        <p:txBody>
          <a:bodyPr vert="eaVert"/>
          <a:lstStyle/>
          <a:p>
            <a:r>
              <a:rPr lang="nb-NO"/>
              <a:t>Klikk for å redigere tittelstil</a:t>
            </a:r>
          </a:p>
        </p:txBody>
      </p:sp>
      <p:sp>
        <p:nvSpPr>
          <p:cNvPr id="3" name="Plassholder for loddrett tekst 2"/>
          <p:cNvSpPr>
            <a:spLocks noGrp="1"/>
          </p:cNvSpPr>
          <p:nvPr>
            <p:ph type="body" orient="vert" idx="1"/>
          </p:nvPr>
        </p:nvSpPr>
        <p:spPr>
          <a:xfrm>
            <a:off x="838200" y="365125"/>
            <a:ext cx="7734300" cy="5811838"/>
          </a:xfrm>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31C1F5F9-0D87-4095-B03A-427CD17C580D}"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776119580"/>
      </p:ext>
    </p:extLst>
  </p:cSld>
  <p:clrMapOvr>
    <a:masterClrMapping/>
  </p:clrMapOvr>
</p:sldLayout>
</file>

<file path=ppt/slideLayouts/slideLayout579.xml><?xml version="1.0" encoding="utf-8"?>
<p:sldLayout xmlns:a="http://schemas.openxmlformats.org/drawingml/2006/main" xmlns:r="http://schemas.openxmlformats.org/officeDocument/2006/relationships" xmlns:p="http://schemas.openxmlformats.org/presentationml/2006/main" userDrawn="1">
  <p:cSld name="Mål">
    <p:spTree>
      <p:nvGrpSpPr>
        <p:cNvPr id="1" name=""/>
        <p:cNvGrpSpPr/>
        <p:nvPr/>
      </p:nvGrpSpPr>
      <p:grpSpPr>
        <a:xfrm>
          <a:off x="0" y="0"/>
          <a:ext cx="0" cy="0"/>
          <a:chOff x="0" y="0"/>
          <a:chExt cx="0" cy="0"/>
        </a:xfrm>
      </p:grpSpPr>
      <p:sp>
        <p:nvSpPr>
          <p:cNvPr id="14" name="Parallellogram 13">
            <a:hlinkClick r:id="rId2" action="ppaction://hlinksldjump"/>
          </p:cNvPr>
          <p:cNvSpPr/>
          <p:nvPr userDrawn="1"/>
        </p:nvSpPr>
        <p:spPr>
          <a:xfrm>
            <a:off x="1428744"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5" name="Parallellogram 14">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6" name="Parallellogram 15">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7" name="Parallellogram 16">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8" name="Parallellogram 17">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9" name="Parallellogram 18">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20" name="Parallellogram 19">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3218366564"/>
      </p:ext>
    </p:extLst>
  </p:cSld>
  <p:clrMapOvr>
    <a:masterClrMapping/>
  </p:clrMapOvr>
</p:sldLayout>
</file>

<file path=ppt/slideLayouts/slideLayout580.xml><?xml version="1.0" encoding="utf-8"?>
<p:sldLayout xmlns:a="http://schemas.openxmlformats.org/drawingml/2006/main" xmlns:r="http://schemas.openxmlformats.org/officeDocument/2006/relationships" xmlns:p="http://schemas.openxmlformats.org/presentationml/2006/main" userDrawn="1">
  <p:cSld name="Innhold">
    <p:spTree>
      <p:nvGrpSpPr>
        <p:cNvPr id="1" name=""/>
        <p:cNvGrpSpPr/>
        <p:nvPr/>
      </p:nvGrpSpPr>
      <p:grpSpPr>
        <a:xfrm>
          <a:off x="0" y="0"/>
          <a:ext cx="0" cy="0"/>
          <a:chOff x="0" y="0"/>
          <a:chExt cx="0" cy="0"/>
        </a:xfrm>
      </p:grpSpPr>
      <p:sp>
        <p:nvSpPr>
          <p:cNvPr id="9" name="Parallellogram 8">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0" name="Parallellogram 9">
            <a:hlinkClick r:id="rId3" action="ppaction://hlinksldjump"/>
          </p:cNvPr>
          <p:cNvSpPr/>
          <p:nvPr userDrawn="1"/>
        </p:nvSpPr>
        <p:spPr>
          <a:xfrm>
            <a:off x="2938557"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1" name="Parallellogram 10">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2" name="Parallellogram 11">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3" name="Parallellogram 12">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21" name="Parallellogram 20">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22" name="Parallellogram 21">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1054542456"/>
      </p:ext>
    </p:extLst>
  </p:cSld>
  <p:clrMapOvr>
    <a:masterClrMapping/>
  </p:clrMapOvr>
</p:sldLayout>
</file>

<file path=ppt/slideLayouts/slideLayout581.xml><?xml version="1.0" encoding="utf-8"?>
<p:sldLayout xmlns:a="http://schemas.openxmlformats.org/drawingml/2006/main" xmlns:r="http://schemas.openxmlformats.org/officeDocument/2006/relationships" xmlns:p="http://schemas.openxmlformats.org/presentationml/2006/main" userDrawn="1">
  <p:cSld name="Elev">
    <p:spTree>
      <p:nvGrpSpPr>
        <p:cNvPr id="1" name=""/>
        <p:cNvGrpSpPr/>
        <p:nvPr/>
      </p:nvGrpSpPr>
      <p:grpSpPr>
        <a:xfrm>
          <a:off x="0" y="0"/>
          <a:ext cx="0" cy="0"/>
          <a:chOff x="0" y="0"/>
          <a:chExt cx="0" cy="0"/>
        </a:xfrm>
      </p:grpSpPr>
      <p:sp>
        <p:nvSpPr>
          <p:cNvPr id="9" name="Parallellogram 8">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0" name="Parallellogram 9">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1" name="Parallellogram 10">
            <a:hlinkClick r:id="rId4" action="ppaction://hlinksldjump"/>
          </p:cNvPr>
          <p:cNvSpPr/>
          <p:nvPr userDrawn="1"/>
        </p:nvSpPr>
        <p:spPr>
          <a:xfrm>
            <a:off x="4449118"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2" name="Parallellogram 11">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3" name="Parallellogram 12">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4" name="Parallellogram 13">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22" name="Parallellogram 21">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429496594"/>
      </p:ext>
    </p:extLst>
  </p:cSld>
  <p:clrMapOvr>
    <a:masterClrMapping/>
  </p:clrMapOvr>
</p:sldLayout>
</file>

<file path=ppt/slideLayouts/slideLayout582.xml><?xml version="1.0" encoding="utf-8"?>
<p:sldLayout xmlns:a="http://schemas.openxmlformats.org/drawingml/2006/main" xmlns:r="http://schemas.openxmlformats.org/officeDocument/2006/relationships" xmlns:p="http://schemas.openxmlformats.org/presentationml/2006/main" userDrawn="1">
  <p:cSld name="Lærer">
    <p:spTree>
      <p:nvGrpSpPr>
        <p:cNvPr id="1" name=""/>
        <p:cNvGrpSpPr/>
        <p:nvPr/>
      </p:nvGrpSpPr>
      <p:grpSpPr>
        <a:xfrm>
          <a:off x="0" y="0"/>
          <a:ext cx="0" cy="0"/>
          <a:chOff x="0" y="0"/>
          <a:chExt cx="0" cy="0"/>
        </a:xfrm>
      </p:grpSpPr>
      <p:sp>
        <p:nvSpPr>
          <p:cNvPr id="23" name="Parallellogram 22">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24" name="Parallellogram 23">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25" name="Parallellogram 24">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26" name="Parallellogram 25">
            <a:hlinkClick r:id="rId5" action="ppaction://hlinksldjump"/>
          </p:cNvPr>
          <p:cNvSpPr/>
          <p:nvPr userDrawn="1"/>
        </p:nvSpPr>
        <p:spPr>
          <a:xfrm>
            <a:off x="5959678"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27" name="Parallellogram 26">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28" name="Parallellogram 27">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29" name="Parallellogram 28">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1238396684"/>
      </p:ext>
    </p:extLst>
  </p:cSld>
  <p:clrMapOvr>
    <a:masterClrMapping/>
  </p:clrMapOvr>
</p:sldLayout>
</file>

<file path=ppt/slideLayouts/slideLayout583.xml><?xml version="1.0" encoding="utf-8"?>
<p:sldLayout xmlns:a="http://schemas.openxmlformats.org/drawingml/2006/main" xmlns:r="http://schemas.openxmlformats.org/officeDocument/2006/relationships" xmlns:p="http://schemas.openxmlformats.org/presentationml/2006/main" userDrawn="1">
  <p:cSld name="Metode">
    <p:spTree>
      <p:nvGrpSpPr>
        <p:cNvPr id="1" name=""/>
        <p:cNvGrpSpPr/>
        <p:nvPr/>
      </p:nvGrpSpPr>
      <p:grpSpPr>
        <a:xfrm>
          <a:off x="0" y="0"/>
          <a:ext cx="0" cy="0"/>
          <a:chOff x="0" y="0"/>
          <a:chExt cx="0" cy="0"/>
        </a:xfrm>
      </p:grpSpPr>
      <p:sp>
        <p:nvSpPr>
          <p:cNvPr id="9" name="Parallellogram 8">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0" name="Parallellogram 9">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1" name="Parallellogram 10">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2" name="Parallellogram 11">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20" name="Parallellogram 19">
            <a:hlinkClick r:id="rId6" action="ppaction://hlinksldjump"/>
          </p:cNvPr>
          <p:cNvSpPr/>
          <p:nvPr userDrawn="1"/>
        </p:nvSpPr>
        <p:spPr>
          <a:xfrm>
            <a:off x="7469491"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21" name="Parallellogram 20">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22" name="Parallellogram 21">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1492831614"/>
      </p:ext>
    </p:extLst>
  </p:cSld>
  <p:clrMapOvr>
    <a:masterClrMapping/>
  </p:clrMapOvr>
</p:sldLayout>
</file>

<file path=ppt/slideLayouts/slideLayout584.xml><?xml version="1.0" encoding="utf-8"?>
<p:sldLayout xmlns:a="http://schemas.openxmlformats.org/drawingml/2006/main" xmlns:r="http://schemas.openxmlformats.org/officeDocument/2006/relationships" xmlns:p="http://schemas.openxmlformats.org/presentationml/2006/main" userDrawn="1">
  <p:cSld name="Vurdering">
    <p:spTree>
      <p:nvGrpSpPr>
        <p:cNvPr id="1" name=""/>
        <p:cNvGrpSpPr/>
        <p:nvPr/>
      </p:nvGrpSpPr>
      <p:grpSpPr>
        <a:xfrm>
          <a:off x="0" y="0"/>
          <a:ext cx="0" cy="0"/>
          <a:chOff x="0" y="0"/>
          <a:chExt cx="0" cy="0"/>
        </a:xfrm>
      </p:grpSpPr>
      <p:sp>
        <p:nvSpPr>
          <p:cNvPr id="9" name="Parallellogram 8">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0" name="Parallellogram 9">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1" name="Parallellogram 10">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2" name="Parallellogram 11">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3" name="Parallellogram 12">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4" name="Parallellogram 13">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22" name="Parallellogram 21">
            <a:hlinkClick r:id="rId8" action="ppaction://hlinksldjump"/>
          </p:cNvPr>
          <p:cNvSpPr/>
          <p:nvPr userDrawn="1"/>
        </p:nvSpPr>
        <p:spPr>
          <a:xfrm>
            <a:off x="10489865"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118354586"/>
      </p:ext>
    </p:extLst>
  </p:cSld>
  <p:clrMapOvr>
    <a:masterClrMapping/>
  </p:clrMapOvr>
</p:sldLayout>
</file>

<file path=ppt/slideLayouts/slideLayout585.xml><?xml version="1.0" encoding="utf-8"?>
<p:sldLayout xmlns:a="http://schemas.openxmlformats.org/drawingml/2006/main" xmlns:r="http://schemas.openxmlformats.org/officeDocument/2006/relationships" xmlns:p="http://schemas.openxmlformats.org/presentationml/2006/main" type="title" preserve="1">
  <p:cSld name="Tittellysbilde">
    <p:spTree>
      <p:nvGrpSpPr>
        <p:cNvPr id="1" name=""/>
        <p:cNvGrpSpPr/>
        <p:nvPr/>
      </p:nvGrpSpPr>
      <p:grpSpPr>
        <a:xfrm>
          <a:off x="0" y="0"/>
          <a:ext cx="0" cy="0"/>
          <a:chOff x="0" y="0"/>
          <a:chExt cx="0" cy="0"/>
        </a:xfrm>
      </p:grpSpPr>
      <p:sp>
        <p:nvSpPr>
          <p:cNvPr id="2" name="Tittel 1"/>
          <p:cNvSpPr>
            <a:spLocks noGrp="1"/>
          </p:cNvSpPr>
          <p:nvPr>
            <p:ph type="ctrTitle"/>
          </p:nvPr>
        </p:nvSpPr>
        <p:spPr>
          <a:xfrm>
            <a:off x="1524000" y="1122363"/>
            <a:ext cx="9144000" cy="2387600"/>
          </a:xfrm>
        </p:spPr>
        <p:txBody>
          <a:bodyPr anchor="b"/>
          <a:lstStyle>
            <a:lvl1pPr algn="ctr">
              <a:defRPr sz="6000"/>
            </a:lvl1pPr>
          </a:lstStyle>
          <a:p>
            <a:r>
              <a:rPr lang="nb-NO"/>
              <a:t>Klikk for å redigere tittelstil</a:t>
            </a:r>
          </a:p>
        </p:txBody>
      </p:sp>
      <p:sp>
        <p:nvSpPr>
          <p:cNvPr id="3" name="Undertit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b-NO"/>
              <a:t>Klikk for å redigere undertittelstil i malen</a:t>
            </a:r>
          </a:p>
        </p:txBody>
      </p:sp>
      <p:sp>
        <p:nvSpPr>
          <p:cNvPr id="4" name="Plassholder for dato 3"/>
          <p:cNvSpPr>
            <a:spLocks noGrp="1"/>
          </p:cNvSpPr>
          <p:nvPr>
            <p:ph type="dt" sz="half" idx="10"/>
          </p:nvPr>
        </p:nvSpPr>
        <p:spPr/>
        <p:txBody>
          <a:bodyPr/>
          <a:lstStyle/>
          <a:p>
            <a:fld id="{BB1C7F42-3490-4C98-80C1-F1EE4C3D2FA8}"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11597656"/>
      </p:ext>
    </p:extLst>
  </p:cSld>
  <p:clrMapOvr>
    <a:masterClrMapping/>
  </p:clrMapOvr>
</p:sldLayout>
</file>

<file path=ppt/slideLayouts/slideLayout586.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idx="1"/>
          </p:nvPr>
        </p:nvSpPr>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47493ED9-C50C-4ED2-9EBF-364C55462FF3}"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2736014022"/>
      </p:ext>
    </p:extLst>
  </p:cSld>
  <p:clrMapOvr>
    <a:masterClrMapping/>
  </p:clrMapOvr>
</p:sldLayout>
</file>

<file path=ppt/slideLayouts/slideLayout587.xml><?xml version="1.0" encoding="utf-8"?>
<p:sldLayout xmlns:a="http://schemas.openxmlformats.org/drawingml/2006/main" xmlns:r="http://schemas.openxmlformats.org/officeDocument/2006/relationships" xmlns:p="http://schemas.openxmlformats.org/presentationml/2006/main" type="secHead" preserve="1">
  <p:cSld name="Deloverskrift">
    <p:spTree>
      <p:nvGrpSpPr>
        <p:cNvPr id="1" name=""/>
        <p:cNvGrpSpPr/>
        <p:nvPr/>
      </p:nvGrpSpPr>
      <p:grpSpPr>
        <a:xfrm>
          <a:off x="0" y="0"/>
          <a:ext cx="0" cy="0"/>
          <a:chOff x="0" y="0"/>
          <a:chExt cx="0" cy="0"/>
        </a:xfrm>
      </p:grpSpPr>
      <p:sp>
        <p:nvSpPr>
          <p:cNvPr id="2" name="Tittel 1"/>
          <p:cNvSpPr>
            <a:spLocks noGrp="1"/>
          </p:cNvSpPr>
          <p:nvPr>
            <p:ph type="title"/>
          </p:nvPr>
        </p:nvSpPr>
        <p:spPr>
          <a:xfrm>
            <a:off x="831850" y="1709738"/>
            <a:ext cx="10515600" cy="2852737"/>
          </a:xfrm>
        </p:spPr>
        <p:txBody>
          <a:bodyPr anchor="b"/>
          <a:lstStyle>
            <a:lvl1pPr>
              <a:defRPr sz="6000"/>
            </a:lvl1pPr>
          </a:lstStyle>
          <a:p>
            <a:r>
              <a:rPr lang="nb-NO"/>
              <a:t>Klikk for å redigere tittelstil</a:t>
            </a:r>
          </a:p>
        </p:txBody>
      </p:sp>
      <p:sp>
        <p:nvSpPr>
          <p:cNvPr id="3" name="Plassholder for teks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b-NO"/>
              <a:t>Rediger tekststiler i malen</a:t>
            </a:r>
          </a:p>
        </p:txBody>
      </p:sp>
      <p:sp>
        <p:nvSpPr>
          <p:cNvPr id="4" name="Plassholder for dato 3"/>
          <p:cNvSpPr>
            <a:spLocks noGrp="1"/>
          </p:cNvSpPr>
          <p:nvPr>
            <p:ph type="dt" sz="half" idx="10"/>
          </p:nvPr>
        </p:nvSpPr>
        <p:spPr/>
        <p:txBody>
          <a:bodyPr/>
          <a:lstStyle/>
          <a:p>
            <a:fld id="{8C679520-DC51-43BE-96A6-79A3C8609B3B}"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1710695732"/>
      </p:ext>
    </p:extLst>
  </p:cSld>
  <p:clrMapOvr>
    <a:masterClrMapping/>
  </p:clrMapOvr>
</p:sldLayout>
</file>

<file path=ppt/slideLayouts/slideLayout588.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sz="half" idx="1"/>
          </p:nvPr>
        </p:nvSpPr>
        <p:spPr>
          <a:xfrm>
            <a:off x="838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innhold 3"/>
          <p:cNvSpPr>
            <a:spLocks noGrp="1"/>
          </p:cNvSpPr>
          <p:nvPr>
            <p:ph sz="half" idx="2"/>
          </p:nvPr>
        </p:nvSpPr>
        <p:spPr>
          <a:xfrm>
            <a:off x="6172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dato 4"/>
          <p:cNvSpPr>
            <a:spLocks noGrp="1"/>
          </p:cNvSpPr>
          <p:nvPr>
            <p:ph type="dt" sz="half" idx="10"/>
          </p:nvPr>
        </p:nvSpPr>
        <p:spPr/>
        <p:txBody>
          <a:bodyPr/>
          <a:lstStyle/>
          <a:p>
            <a:fld id="{EC3BFF75-CF40-44B0-A7C3-C7BD7A11B1B6}"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3090050288"/>
      </p:ext>
    </p:extLst>
  </p:cSld>
  <p:clrMapOvr>
    <a:masterClrMapping/>
  </p:clrMapOvr>
</p:sldLayout>
</file>

<file path=ppt/slideLayouts/slideLayout589.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tel 1"/>
          <p:cNvSpPr>
            <a:spLocks noGrp="1"/>
          </p:cNvSpPr>
          <p:nvPr>
            <p:ph type="title"/>
          </p:nvPr>
        </p:nvSpPr>
        <p:spPr>
          <a:xfrm>
            <a:off x="839788" y="365125"/>
            <a:ext cx="10515600" cy="1325563"/>
          </a:xfrm>
        </p:spPr>
        <p:txBody>
          <a:bodyPr/>
          <a:lstStyle/>
          <a:p>
            <a:r>
              <a:rPr lang="nb-NO"/>
              <a:t>Klikk for å redigere tittelstil</a:t>
            </a:r>
          </a:p>
        </p:txBody>
      </p:sp>
      <p:sp>
        <p:nvSpPr>
          <p:cNvPr id="3" name="Plassholder for teks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4" name="Plassholder for innhold 3"/>
          <p:cNvSpPr>
            <a:spLocks noGrp="1"/>
          </p:cNvSpPr>
          <p:nvPr>
            <p:ph sz="half" idx="2"/>
          </p:nvPr>
        </p:nvSpPr>
        <p:spPr>
          <a:xfrm>
            <a:off x="839788" y="2505075"/>
            <a:ext cx="5157787"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teks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6" name="Plassholder for innhold 5"/>
          <p:cNvSpPr>
            <a:spLocks noGrp="1"/>
          </p:cNvSpPr>
          <p:nvPr>
            <p:ph sz="quarter" idx="4"/>
          </p:nvPr>
        </p:nvSpPr>
        <p:spPr>
          <a:xfrm>
            <a:off x="6172200" y="2505075"/>
            <a:ext cx="5183188"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7" name="Plassholder for dato 6"/>
          <p:cNvSpPr>
            <a:spLocks noGrp="1"/>
          </p:cNvSpPr>
          <p:nvPr>
            <p:ph type="dt" sz="half" idx="10"/>
          </p:nvPr>
        </p:nvSpPr>
        <p:spPr/>
        <p:txBody>
          <a:bodyPr/>
          <a:lstStyle/>
          <a:p>
            <a:fld id="{F6E3E449-C410-4DB4-B86E-AD684C463D26}" type="datetime1">
              <a:rPr lang="nb-NO" smtClean="0"/>
              <a:t>27.08.2024</a:t>
            </a:fld>
            <a:endParaRPr lang="nb-NO"/>
          </a:p>
        </p:txBody>
      </p:sp>
      <p:sp>
        <p:nvSpPr>
          <p:cNvPr id="8" name="Plassholder for bunntekst 7"/>
          <p:cNvSpPr>
            <a:spLocks noGrp="1"/>
          </p:cNvSpPr>
          <p:nvPr>
            <p:ph type="ftr" sz="quarter" idx="11"/>
          </p:nvPr>
        </p:nvSpPr>
        <p:spPr/>
        <p:txBody>
          <a:bodyPr/>
          <a:lstStyle/>
          <a:p>
            <a:r>
              <a:rPr lang="nb-NO"/>
              <a:t>Control Trafikkskole</a:t>
            </a:r>
          </a:p>
        </p:txBody>
      </p:sp>
      <p:sp>
        <p:nvSpPr>
          <p:cNvPr id="9" name="Plassholder for lysbildenummer 8"/>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3448177595"/>
      </p:ext>
    </p:extLst>
  </p:cSld>
  <p:clrMapOvr>
    <a:masterClrMapping/>
  </p:clrMapOvr>
</p:sldLayout>
</file>

<file path=ppt/slideLayouts/slideLayout590.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dato 2"/>
          <p:cNvSpPr>
            <a:spLocks noGrp="1"/>
          </p:cNvSpPr>
          <p:nvPr>
            <p:ph type="dt" sz="half" idx="10"/>
          </p:nvPr>
        </p:nvSpPr>
        <p:spPr/>
        <p:txBody>
          <a:bodyPr/>
          <a:lstStyle/>
          <a:p>
            <a:fld id="{6F0BE869-ED5B-4CED-B7A4-B7B491375F06}" type="datetime1">
              <a:rPr lang="nb-NO" smtClean="0"/>
              <a:t>27.08.2024</a:t>
            </a:fld>
            <a:endParaRPr lang="nb-NO"/>
          </a:p>
        </p:txBody>
      </p:sp>
      <p:sp>
        <p:nvSpPr>
          <p:cNvPr id="4" name="Plassholder for bunntekst 3"/>
          <p:cNvSpPr>
            <a:spLocks noGrp="1"/>
          </p:cNvSpPr>
          <p:nvPr>
            <p:ph type="ftr" sz="quarter" idx="11"/>
          </p:nvPr>
        </p:nvSpPr>
        <p:spPr/>
        <p:txBody>
          <a:bodyPr/>
          <a:lstStyle/>
          <a:p>
            <a:r>
              <a:rPr lang="nb-NO"/>
              <a:t>Control Trafikkskole</a:t>
            </a:r>
          </a:p>
        </p:txBody>
      </p:sp>
      <p:sp>
        <p:nvSpPr>
          <p:cNvPr id="5" name="Plassholder for lysbildenummer 4"/>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1228916575"/>
      </p:ext>
    </p:extLst>
  </p:cSld>
  <p:clrMapOvr>
    <a:masterClrMapping/>
  </p:clrMapOvr>
</p:sldLayout>
</file>

<file path=ppt/slideLayouts/slideLayout591.xml><?xml version="1.0" encoding="utf-8"?>
<p:sldLayout xmlns:a="http://schemas.openxmlformats.org/drawingml/2006/main" xmlns:r="http://schemas.openxmlformats.org/officeDocument/2006/relationships" xmlns:p="http://schemas.openxmlformats.org/presentationml/2006/main" type="blank" preserve="1">
  <p:cSld name="Rutevalg">
    <p:spTree>
      <p:nvGrpSpPr>
        <p:cNvPr id="1" name=""/>
        <p:cNvGrpSpPr/>
        <p:nvPr/>
      </p:nvGrpSpPr>
      <p:grpSpPr>
        <a:xfrm>
          <a:off x="0" y="0"/>
          <a:ext cx="0" cy="0"/>
          <a:chOff x="0" y="0"/>
          <a:chExt cx="0" cy="0"/>
        </a:xfrm>
      </p:grpSpPr>
      <p:sp>
        <p:nvSpPr>
          <p:cNvPr id="2" name="Plassholder for dato 1"/>
          <p:cNvSpPr>
            <a:spLocks noGrp="1"/>
          </p:cNvSpPr>
          <p:nvPr>
            <p:ph type="dt" sz="half" idx="10"/>
          </p:nvPr>
        </p:nvSpPr>
        <p:spPr/>
        <p:txBody>
          <a:bodyPr/>
          <a:lstStyle/>
          <a:p>
            <a:fld id="{28857B6B-9B00-4329-818E-50801133F195}" type="datetime1">
              <a:rPr lang="nb-NO" smtClean="0"/>
              <a:t>27.08.2024</a:t>
            </a:fld>
            <a:endParaRPr lang="nb-NO"/>
          </a:p>
        </p:txBody>
      </p:sp>
      <p:sp>
        <p:nvSpPr>
          <p:cNvPr id="3" name="Plassholder for bunntekst 2"/>
          <p:cNvSpPr>
            <a:spLocks noGrp="1"/>
          </p:cNvSpPr>
          <p:nvPr>
            <p:ph type="ftr" sz="quarter" idx="11"/>
          </p:nvPr>
        </p:nvSpPr>
        <p:spPr/>
        <p:txBody>
          <a:bodyPr/>
          <a:lstStyle/>
          <a:p>
            <a:r>
              <a:rPr lang="nb-NO"/>
              <a:t>Control Trafikkskole</a:t>
            </a:r>
          </a:p>
        </p:txBody>
      </p:sp>
      <p:sp>
        <p:nvSpPr>
          <p:cNvPr id="4" name="Plassholder for lysbildenummer 3"/>
          <p:cNvSpPr>
            <a:spLocks noGrp="1"/>
          </p:cNvSpPr>
          <p:nvPr>
            <p:ph type="sldNum" sz="quarter" idx="12"/>
          </p:nvPr>
        </p:nvSpPr>
        <p:spPr/>
        <p:txBody>
          <a:bodyPr/>
          <a:lstStyle/>
          <a:p>
            <a:fld id="{2EEBBCFE-599B-47F9-B84D-4259C5E2055D}" type="slidenum">
              <a:rPr lang="nb-NO" smtClean="0"/>
              <a:t>‹#›</a:t>
            </a:fld>
            <a:endParaRPr lang="nb-NO"/>
          </a:p>
        </p:txBody>
      </p:sp>
      <p:sp>
        <p:nvSpPr>
          <p:cNvPr id="5" name="Parallellogram 4">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6" name="Parallellogram 5">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7" name="Parallellogram 6">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8" name="Parallellogram 7">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9" name="Parallellogram 8">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0" name="Parallellogram 9">
            <a:hlinkClick r:id="rId7" action="ppaction://hlinksldjump"/>
          </p:cNvPr>
          <p:cNvSpPr/>
          <p:nvPr userDrawn="1"/>
        </p:nvSpPr>
        <p:spPr>
          <a:xfrm>
            <a:off x="8979304"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11" name="Parallellogram 10">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1552895639"/>
      </p:ext>
    </p:extLst>
  </p:cSld>
  <p:clrMapOvr>
    <a:masterClrMapping/>
  </p:clrMapOvr>
</p:sldLayout>
</file>

<file path=ppt/slideLayouts/slideLayout592.xml><?xml version="1.0" encoding="utf-8"?>
<p:sldLayout xmlns:a="http://schemas.openxmlformats.org/drawingml/2006/main" xmlns:r="http://schemas.openxmlformats.org/officeDocument/2006/relationships" xmlns:p="http://schemas.openxmlformats.org/presentationml/2006/main" type="objTx" preserve="1">
  <p:cSld name="Innhold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innhold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CEBBF29B-50C3-48E0-A504-08AD2336E3C7}"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74166146"/>
      </p:ext>
    </p:extLst>
  </p:cSld>
  <p:clrMapOvr>
    <a:masterClrMapping/>
  </p:clrMapOvr>
</p:sldLayout>
</file>

<file path=ppt/slideLayouts/slideLayout593.xml><?xml version="1.0" encoding="utf-8"?>
<p:sldLayout xmlns:a="http://schemas.openxmlformats.org/drawingml/2006/main" xmlns:r="http://schemas.openxmlformats.org/officeDocument/2006/relationships" xmlns:p="http://schemas.openxmlformats.org/presentationml/2006/main" type="picTx" preserve="1">
  <p:cSld name="Bilde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bild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653E3AFA-ED6A-4FF7-B7E1-1DD2EF8099FF}"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1394708089"/>
      </p:ext>
    </p:extLst>
  </p:cSld>
  <p:clrMapOvr>
    <a:masterClrMapping/>
  </p:clrMapOvr>
</p:sldLayout>
</file>

<file path=ppt/slideLayouts/slideLayout594.xml><?xml version="1.0" encoding="utf-8"?>
<p:sldLayout xmlns:a="http://schemas.openxmlformats.org/drawingml/2006/main" xmlns:r="http://schemas.openxmlformats.org/officeDocument/2006/relationships" xmlns:p="http://schemas.openxmlformats.org/presentationml/2006/main" type="vertTx" preserve="1">
  <p:cSld name="Loddrett tekst">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loddrett tekst 2"/>
          <p:cNvSpPr>
            <a:spLocks noGrp="1"/>
          </p:cNvSpPr>
          <p:nvPr>
            <p:ph type="body" orient="vert" idx="1"/>
          </p:nvPr>
        </p:nvSpPr>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51763D16-6630-469C-99E5-B7C0406E35F2}"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4023547306"/>
      </p:ext>
    </p:extLst>
  </p:cSld>
  <p:clrMapOvr>
    <a:masterClrMapping/>
  </p:clrMapOvr>
</p:sldLayout>
</file>

<file path=ppt/slideLayouts/slideLayout595.xml><?xml version="1.0" encoding="utf-8"?>
<p:sldLayout xmlns:a="http://schemas.openxmlformats.org/drawingml/2006/main" xmlns:r="http://schemas.openxmlformats.org/officeDocument/2006/relationships" xmlns:p="http://schemas.openxmlformats.org/presentationml/2006/main" type="vertTitleAndTx" preserve="1">
  <p:cSld name="Loddrett tittel og tekst">
    <p:spTree>
      <p:nvGrpSpPr>
        <p:cNvPr id="1" name=""/>
        <p:cNvGrpSpPr/>
        <p:nvPr/>
      </p:nvGrpSpPr>
      <p:grpSpPr>
        <a:xfrm>
          <a:off x="0" y="0"/>
          <a:ext cx="0" cy="0"/>
          <a:chOff x="0" y="0"/>
          <a:chExt cx="0" cy="0"/>
        </a:xfrm>
      </p:grpSpPr>
      <p:sp>
        <p:nvSpPr>
          <p:cNvPr id="2" name="Loddrett tittel 1"/>
          <p:cNvSpPr>
            <a:spLocks noGrp="1"/>
          </p:cNvSpPr>
          <p:nvPr>
            <p:ph type="title" orient="vert"/>
          </p:nvPr>
        </p:nvSpPr>
        <p:spPr>
          <a:xfrm>
            <a:off x="8724900" y="365125"/>
            <a:ext cx="2628900" cy="5811838"/>
          </a:xfrm>
        </p:spPr>
        <p:txBody>
          <a:bodyPr vert="eaVert"/>
          <a:lstStyle/>
          <a:p>
            <a:r>
              <a:rPr lang="nb-NO"/>
              <a:t>Klikk for å redigere tittelstil</a:t>
            </a:r>
          </a:p>
        </p:txBody>
      </p:sp>
      <p:sp>
        <p:nvSpPr>
          <p:cNvPr id="3" name="Plassholder for loddrett tekst 2"/>
          <p:cNvSpPr>
            <a:spLocks noGrp="1"/>
          </p:cNvSpPr>
          <p:nvPr>
            <p:ph type="body" orient="vert" idx="1"/>
          </p:nvPr>
        </p:nvSpPr>
        <p:spPr>
          <a:xfrm>
            <a:off x="838200" y="365125"/>
            <a:ext cx="7734300" cy="5811838"/>
          </a:xfrm>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841CDF45-A225-4239-BED6-AD8F26EB152F}"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428644097"/>
      </p:ext>
    </p:extLst>
  </p:cSld>
  <p:clrMapOvr>
    <a:masterClrMapping/>
  </p:clrMapOvr>
</p:sldLayout>
</file>

<file path=ppt/slideLayouts/slideLayout596.xml><?xml version="1.0" encoding="utf-8"?>
<p:sldLayout xmlns:a="http://schemas.openxmlformats.org/drawingml/2006/main" xmlns:r="http://schemas.openxmlformats.org/officeDocument/2006/relationships" xmlns:p="http://schemas.openxmlformats.org/presentationml/2006/main" userDrawn="1">
  <p:cSld name="Mål">
    <p:spTree>
      <p:nvGrpSpPr>
        <p:cNvPr id="1" name=""/>
        <p:cNvGrpSpPr/>
        <p:nvPr/>
      </p:nvGrpSpPr>
      <p:grpSpPr>
        <a:xfrm>
          <a:off x="0" y="0"/>
          <a:ext cx="0" cy="0"/>
          <a:chOff x="0" y="0"/>
          <a:chExt cx="0" cy="0"/>
        </a:xfrm>
      </p:grpSpPr>
      <p:sp>
        <p:nvSpPr>
          <p:cNvPr id="14" name="Parallellogram 13">
            <a:hlinkClick r:id="rId2" action="ppaction://hlinksldjump"/>
          </p:cNvPr>
          <p:cNvSpPr/>
          <p:nvPr userDrawn="1"/>
        </p:nvSpPr>
        <p:spPr>
          <a:xfrm>
            <a:off x="1428744"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5" name="Parallellogram 14">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6" name="Parallellogram 15">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7" name="Parallellogram 16">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8" name="Parallellogram 17">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9" name="Parallellogram 18">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20" name="Parallellogram 19">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193471488"/>
      </p:ext>
    </p:extLst>
  </p:cSld>
  <p:clrMapOvr>
    <a:masterClrMapping/>
  </p:clrMapOvr>
</p:sldLayout>
</file>

<file path=ppt/slideLayouts/slideLayout597.xml><?xml version="1.0" encoding="utf-8"?>
<p:sldLayout xmlns:a="http://schemas.openxmlformats.org/drawingml/2006/main" xmlns:r="http://schemas.openxmlformats.org/officeDocument/2006/relationships" xmlns:p="http://schemas.openxmlformats.org/presentationml/2006/main" userDrawn="1">
  <p:cSld name="Innhold">
    <p:spTree>
      <p:nvGrpSpPr>
        <p:cNvPr id="1" name=""/>
        <p:cNvGrpSpPr/>
        <p:nvPr/>
      </p:nvGrpSpPr>
      <p:grpSpPr>
        <a:xfrm>
          <a:off x="0" y="0"/>
          <a:ext cx="0" cy="0"/>
          <a:chOff x="0" y="0"/>
          <a:chExt cx="0" cy="0"/>
        </a:xfrm>
      </p:grpSpPr>
      <p:sp>
        <p:nvSpPr>
          <p:cNvPr id="14" name="Parallellogram 13">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5" name="Parallellogram 14">
            <a:hlinkClick r:id="rId3" action="ppaction://hlinksldjump"/>
          </p:cNvPr>
          <p:cNvSpPr/>
          <p:nvPr userDrawn="1"/>
        </p:nvSpPr>
        <p:spPr>
          <a:xfrm>
            <a:off x="2938557"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6" name="Parallellogram 15">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7" name="Parallellogram 16">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8" name="Parallellogram 17">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9" name="Parallellogram 18">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20" name="Parallellogram 19">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4009100526"/>
      </p:ext>
    </p:extLst>
  </p:cSld>
  <p:clrMapOvr>
    <a:masterClrMapping/>
  </p:clrMapOvr>
</p:sldLayout>
</file>

<file path=ppt/slideLayouts/slideLayout598.xml><?xml version="1.0" encoding="utf-8"?>
<p:sldLayout xmlns:a="http://schemas.openxmlformats.org/drawingml/2006/main" xmlns:r="http://schemas.openxmlformats.org/officeDocument/2006/relationships" xmlns:p="http://schemas.openxmlformats.org/presentationml/2006/main" userDrawn="1">
  <p:cSld name="Elev">
    <p:spTree>
      <p:nvGrpSpPr>
        <p:cNvPr id="1" name=""/>
        <p:cNvGrpSpPr/>
        <p:nvPr/>
      </p:nvGrpSpPr>
      <p:grpSpPr>
        <a:xfrm>
          <a:off x="0" y="0"/>
          <a:ext cx="0" cy="0"/>
          <a:chOff x="0" y="0"/>
          <a:chExt cx="0" cy="0"/>
        </a:xfrm>
      </p:grpSpPr>
      <p:sp>
        <p:nvSpPr>
          <p:cNvPr id="15" name="Parallellogram 14">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6" name="Parallellogram 15">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7" name="Parallellogram 16">
            <a:hlinkClick r:id="rId4" action="ppaction://hlinksldjump"/>
          </p:cNvPr>
          <p:cNvSpPr/>
          <p:nvPr userDrawn="1"/>
        </p:nvSpPr>
        <p:spPr>
          <a:xfrm>
            <a:off x="4449118"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8" name="Parallellogram 17">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9" name="Parallellogram 18">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20" name="Parallellogram 19">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21" name="Parallellogram 20">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4247012778"/>
      </p:ext>
    </p:extLst>
  </p:cSld>
  <p:clrMapOvr>
    <a:masterClrMapping/>
  </p:clrMapOvr>
</p:sldLayout>
</file>

<file path=ppt/slideLayouts/slideLayout599.xml><?xml version="1.0" encoding="utf-8"?>
<p:sldLayout xmlns:a="http://schemas.openxmlformats.org/drawingml/2006/main" xmlns:r="http://schemas.openxmlformats.org/officeDocument/2006/relationships" xmlns:p="http://schemas.openxmlformats.org/presentationml/2006/main" userDrawn="1">
  <p:cSld name="Lærer">
    <p:spTree>
      <p:nvGrpSpPr>
        <p:cNvPr id="1" name=""/>
        <p:cNvGrpSpPr/>
        <p:nvPr/>
      </p:nvGrpSpPr>
      <p:grpSpPr>
        <a:xfrm>
          <a:off x="0" y="0"/>
          <a:ext cx="0" cy="0"/>
          <a:chOff x="0" y="0"/>
          <a:chExt cx="0" cy="0"/>
        </a:xfrm>
      </p:grpSpPr>
      <p:sp>
        <p:nvSpPr>
          <p:cNvPr id="9" name="Parallellogram 8">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0" name="Parallellogram 9">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1" name="Parallellogram 10">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2" name="Parallellogram 11">
            <a:hlinkClick r:id="rId5" action="ppaction://hlinksldjump"/>
          </p:cNvPr>
          <p:cNvSpPr/>
          <p:nvPr userDrawn="1"/>
        </p:nvSpPr>
        <p:spPr>
          <a:xfrm>
            <a:off x="5959678"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3" name="Parallellogram 12">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4" name="Parallellogram 13">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15" name="Parallellogram 14">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2598150903"/>
      </p:ext>
    </p:extLst>
  </p:cSld>
  <p:clrMapOvr>
    <a:masterClrMapping/>
  </p:clrMapOvr>
</p:sldLayout>
</file>

<file path=ppt/slideLayouts/slideLayout600.xml><?xml version="1.0" encoding="utf-8"?>
<p:sldLayout xmlns:a="http://schemas.openxmlformats.org/drawingml/2006/main" xmlns:r="http://schemas.openxmlformats.org/officeDocument/2006/relationships" xmlns:p="http://schemas.openxmlformats.org/presentationml/2006/main" userDrawn="1">
  <p:cSld name="Metode">
    <p:spTree>
      <p:nvGrpSpPr>
        <p:cNvPr id="1" name=""/>
        <p:cNvGrpSpPr/>
        <p:nvPr/>
      </p:nvGrpSpPr>
      <p:grpSpPr>
        <a:xfrm>
          <a:off x="0" y="0"/>
          <a:ext cx="0" cy="0"/>
          <a:chOff x="0" y="0"/>
          <a:chExt cx="0" cy="0"/>
        </a:xfrm>
      </p:grpSpPr>
      <p:sp>
        <p:nvSpPr>
          <p:cNvPr id="13" name="Parallellogram 12">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4" name="Parallellogram 13">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5" name="Parallellogram 14">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6" name="Parallellogram 15">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7" name="Parallellogram 16">
            <a:hlinkClick r:id="rId6" action="ppaction://hlinksldjump"/>
          </p:cNvPr>
          <p:cNvSpPr/>
          <p:nvPr userDrawn="1"/>
        </p:nvSpPr>
        <p:spPr>
          <a:xfrm>
            <a:off x="7469491"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8" name="Parallellogram 17">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19" name="Parallellogram 18">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3135344286"/>
      </p:ext>
    </p:extLst>
  </p:cSld>
  <p:clrMapOvr>
    <a:masterClrMapping/>
  </p:clrMapOvr>
</p:sldLayout>
</file>

<file path=ppt/slideLayouts/slideLayout601.xml><?xml version="1.0" encoding="utf-8"?>
<p:sldLayout xmlns:a="http://schemas.openxmlformats.org/drawingml/2006/main" xmlns:r="http://schemas.openxmlformats.org/officeDocument/2006/relationships" xmlns:p="http://schemas.openxmlformats.org/presentationml/2006/main" userDrawn="1">
  <p:cSld name="Vurdering">
    <p:spTree>
      <p:nvGrpSpPr>
        <p:cNvPr id="1" name=""/>
        <p:cNvGrpSpPr/>
        <p:nvPr/>
      </p:nvGrpSpPr>
      <p:grpSpPr>
        <a:xfrm>
          <a:off x="0" y="0"/>
          <a:ext cx="0" cy="0"/>
          <a:chOff x="0" y="0"/>
          <a:chExt cx="0" cy="0"/>
        </a:xfrm>
      </p:grpSpPr>
      <p:sp>
        <p:nvSpPr>
          <p:cNvPr id="15" name="Parallellogram 14">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6" name="Parallellogram 15">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7" name="Parallellogram 16">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8" name="Parallellogram 17">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9" name="Parallellogram 18">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20" name="Parallellogram 19">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21" name="Parallellogram 20">
            <a:hlinkClick r:id="rId8" action="ppaction://hlinksldjump"/>
          </p:cNvPr>
          <p:cNvSpPr/>
          <p:nvPr userDrawn="1"/>
        </p:nvSpPr>
        <p:spPr>
          <a:xfrm>
            <a:off x="10489865"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4041746173"/>
      </p:ext>
    </p:extLst>
  </p:cSld>
  <p:clrMapOvr>
    <a:masterClrMapping/>
  </p:clrMapOvr>
</p:sldLayout>
</file>

<file path=ppt/slideLayouts/slideLayout602.xml><?xml version="1.0" encoding="utf-8"?>
<p:sldLayout xmlns:a="http://schemas.openxmlformats.org/drawingml/2006/main" xmlns:r="http://schemas.openxmlformats.org/officeDocument/2006/relationships" xmlns:p="http://schemas.openxmlformats.org/presentationml/2006/main" type="title" preserve="1">
  <p:cSld name="Tittellysbilde">
    <p:spTree>
      <p:nvGrpSpPr>
        <p:cNvPr id="1" name=""/>
        <p:cNvGrpSpPr/>
        <p:nvPr/>
      </p:nvGrpSpPr>
      <p:grpSpPr>
        <a:xfrm>
          <a:off x="0" y="0"/>
          <a:ext cx="0" cy="0"/>
          <a:chOff x="0" y="0"/>
          <a:chExt cx="0" cy="0"/>
        </a:xfrm>
      </p:grpSpPr>
      <p:sp>
        <p:nvSpPr>
          <p:cNvPr id="2" name="Tittel 1"/>
          <p:cNvSpPr>
            <a:spLocks noGrp="1"/>
          </p:cNvSpPr>
          <p:nvPr>
            <p:ph type="ctrTitle"/>
          </p:nvPr>
        </p:nvSpPr>
        <p:spPr>
          <a:xfrm>
            <a:off x="1524000" y="1122363"/>
            <a:ext cx="9144000" cy="2387600"/>
          </a:xfrm>
        </p:spPr>
        <p:txBody>
          <a:bodyPr anchor="b"/>
          <a:lstStyle>
            <a:lvl1pPr algn="ctr">
              <a:defRPr sz="6000"/>
            </a:lvl1pPr>
          </a:lstStyle>
          <a:p>
            <a:r>
              <a:rPr lang="nb-NO"/>
              <a:t>Klikk for å redigere tittelstil</a:t>
            </a:r>
          </a:p>
        </p:txBody>
      </p:sp>
      <p:sp>
        <p:nvSpPr>
          <p:cNvPr id="3" name="Undertit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b-NO"/>
              <a:t>Klikk for å redigere undertittelstil i malen</a:t>
            </a:r>
          </a:p>
        </p:txBody>
      </p:sp>
      <p:sp>
        <p:nvSpPr>
          <p:cNvPr id="4" name="Plassholder for dato 3"/>
          <p:cNvSpPr>
            <a:spLocks noGrp="1"/>
          </p:cNvSpPr>
          <p:nvPr>
            <p:ph type="dt" sz="half" idx="10"/>
          </p:nvPr>
        </p:nvSpPr>
        <p:spPr/>
        <p:txBody>
          <a:bodyPr/>
          <a:lstStyle/>
          <a:p>
            <a:fld id="{62E70314-A4BF-48E2-B269-9E0F3009602A}"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853287868"/>
      </p:ext>
    </p:extLst>
  </p:cSld>
  <p:clrMapOvr>
    <a:masterClrMapping/>
  </p:clrMapOvr>
</p:sldLayout>
</file>

<file path=ppt/slideLayouts/slideLayout603.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idx="1"/>
          </p:nvPr>
        </p:nvSpPr>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CBB3A73B-7F25-44E4-9864-E2091C34224F}"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1698517671"/>
      </p:ext>
    </p:extLst>
  </p:cSld>
  <p:clrMapOvr>
    <a:masterClrMapping/>
  </p:clrMapOvr>
</p:sldLayout>
</file>

<file path=ppt/slideLayouts/slideLayout604.xml><?xml version="1.0" encoding="utf-8"?>
<p:sldLayout xmlns:a="http://schemas.openxmlformats.org/drawingml/2006/main" xmlns:r="http://schemas.openxmlformats.org/officeDocument/2006/relationships" xmlns:p="http://schemas.openxmlformats.org/presentationml/2006/main" type="secHead" preserve="1">
  <p:cSld name="Deloverskrift">
    <p:spTree>
      <p:nvGrpSpPr>
        <p:cNvPr id="1" name=""/>
        <p:cNvGrpSpPr/>
        <p:nvPr/>
      </p:nvGrpSpPr>
      <p:grpSpPr>
        <a:xfrm>
          <a:off x="0" y="0"/>
          <a:ext cx="0" cy="0"/>
          <a:chOff x="0" y="0"/>
          <a:chExt cx="0" cy="0"/>
        </a:xfrm>
      </p:grpSpPr>
      <p:sp>
        <p:nvSpPr>
          <p:cNvPr id="2" name="Tittel 1"/>
          <p:cNvSpPr>
            <a:spLocks noGrp="1"/>
          </p:cNvSpPr>
          <p:nvPr>
            <p:ph type="title"/>
          </p:nvPr>
        </p:nvSpPr>
        <p:spPr>
          <a:xfrm>
            <a:off x="831850" y="1709738"/>
            <a:ext cx="10515600" cy="2852737"/>
          </a:xfrm>
        </p:spPr>
        <p:txBody>
          <a:bodyPr anchor="b"/>
          <a:lstStyle>
            <a:lvl1pPr>
              <a:defRPr sz="6000"/>
            </a:lvl1pPr>
          </a:lstStyle>
          <a:p>
            <a:r>
              <a:rPr lang="nb-NO"/>
              <a:t>Klikk for å redigere tittelstil</a:t>
            </a:r>
          </a:p>
        </p:txBody>
      </p:sp>
      <p:sp>
        <p:nvSpPr>
          <p:cNvPr id="3" name="Plassholder for teks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b-NO"/>
              <a:t>Rediger tekststiler i malen</a:t>
            </a:r>
          </a:p>
        </p:txBody>
      </p:sp>
      <p:sp>
        <p:nvSpPr>
          <p:cNvPr id="4" name="Plassholder for dato 3"/>
          <p:cNvSpPr>
            <a:spLocks noGrp="1"/>
          </p:cNvSpPr>
          <p:nvPr>
            <p:ph type="dt" sz="half" idx="10"/>
          </p:nvPr>
        </p:nvSpPr>
        <p:spPr/>
        <p:txBody>
          <a:bodyPr/>
          <a:lstStyle/>
          <a:p>
            <a:fld id="{FD4DD087-860F-4309-B770-86C20A5277B9}"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1973153737"/>
      </p:ext>
    </p:extLst>
  </p:cSld>
  <p:clrMapOvr>
    <a:masterClrMapping/>
  </p:clrMapOvr>
</p:sldLayout>
</file>

<file path=ppt/slideLayouts/slideLayout605.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sz="half" idx="1"/>
          </p:nvPr>
        </p:nvSpPr>
        <p:spPr>
          <a:xfrm>
            <a:off x="838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innhold 3"/>
          <p:cNvSpPr>
            <a:spLocks noGrp="1"/>
          </p:cNvSpPr>
          <p:nvPr>
            <p:ph sz="half" idx="2"/>
          </p:nvPr>
        </p:nvSpPr>
        <p:spPr>
          <a:xfrm>
            <a:off x="6172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dato 4"/>
          <p:cNvSpPr>
            <a:spLocks noGrp="1"/>
          </p:cNvSpPr>
          <p:nvPr>
            <p:ph type="dt" sz="half" idx="10"/>
          </p:nvPr>
        </p:nvSpPr>
        <p:spPr/>
        <p:txBody>
          <a:bodyPr/>
          <a:lstStyle/>
          <a:p>
            <a:fld id="{F30A41CE-6683-4C8A-8C1A-0C1FA7D17152}"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2823866091"/>
      </p:ext>
    </p:extLst>
  </p:cSld>
  <p:clrMapOvr>
    <a:masterClrMapping/>
  </p:clrMapOvr>
</p:sldLayout>
</file>

<file path=ppt/slideLayouts/slideLayout606.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tel 1"/>
          <p:cNvSpPr>
            <a:spLocks noGrp="1"/>
          </p:cNvSpPr>
          <p:nvPr>
            <p:ph type="title"/>
          </p:nvPr>
        </p:nvSpPr>
        <p:spPr>
          <a:xfrm>
            <a:off x="839788" y="365125"/>
            <a:ext cx="10515600" cy="1325563"/>
          </a:xfrm>
        </p:spPr>
        <p:txBody>
          <a:bodyPr/>
          <a:lstStyle/>
          <a:p>
            <a:r>
              <a:rPr lang="nb-NO"/>
              <a:t>Klikk for å redigere tittelstil</a:t>
            </a:r>
          </a:p>
        </p:txBody>
      </p:sp>
      <p:sp>
        <p:nvSpPr>
          <p:cNvPr id="3" name="Plassholder for teks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4" name="Plassholder for innhold 3"/>
          <p:cNvSpPr>
            <a:spLocks noGrp="1"/>
          </p:cNvSpPr>
          <p:nvPr>
            <p:ph sz="half" idx="2"/>
          </p:nvPr>
        </p:nvSpPr>
        <p:spPr>
          <a:xfrm>
            <a:off x="839788" y="2505075"/>
            <a:ext cx="5157787"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teks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6" name="Plassholder for innhold 5"/>
          <p:cNvSpPr>
            <a:spLocks noGrp="1"/>
          </p:cNvSpPr>
          <p:nvPr>
            <p:ph sz="quarter" idx="4"/>
          </p:nvPr>
        </p:nvSpPr>
        <p:spPr>
          <a:xfrm>
            <a:off x="6172200" y="2505075"/>
            <a:ext cx="5183188"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7" name="Plassholder for dato 6"/>
          <p:cNvSpPr>
            <a:spLocks noGrp="1"/>
          </p:cNvSpPr>
          <p:nvPr>
            <p:ph type="dt" sz="half" idx="10"/>
          </p:nvPr>
        </p:nvSpPr>
        <p:spPr/>
        <p:txBody>
          <a:bodyPr/>
          <a:lstStyle/>
          <a:p>
            <a:fld id="{3024C7F0-C69B-461A-9F0B-AD203D333A10}" type="datetime1">
              <a:rPr lang="nb-NO" smtClean="0"/>
              <a:t>27.08.2024</a:t>
            </a:fld>
            <a:endParaRPr lang="nb-NO"/>
          </a:p>
        </p:txBody>
      </p:sp>
      <p:sp>
        <p:nvSpPr>
          <p:cNvPr id="8" name="Plassholder for bunntekst 7"/>
          <p:cNvSpPr>
            <a:spLocks noGrp="1"/>
          </p:cNvSpPr>
          <p:nvPr>
            <p:ph type="ftr" sz="quarter" idx="11"/>
          </p:nvPr>
        </p:nvSpPr>
        <p:spPr/>
        <p:txBody>
          <a:bodyPr/>
          <a:lstStyle/>
          <a:p>
            <a:r>
              <a:rPr lang="nb-NO"/>
              <a:t>Control Trafikkskole</a:t>
            </a:r>
          </a:p>
        </p:txBody>
      </p:sp>
      <p:sp>
        <p:nvSpPr>
          <p:cNvPr id="9" name="Plassholder for lysbildenummer 8"/>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191941557"/>
      </p:ext>
    </p:extLst>
  </p:cSld>
  <p:clrMapOvr>
    <a:masterClrMapping/>
  </p:clrMapOvr>
</p:sldLayout>
</file>

<file path=ppt/slideLayouts/slideLayout607.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dato 2"/>
          <p:cNvSpPr>
            <a:spLocks noGrp="1"/>
          </p:cNvSpPr>
          <p:nvPr>
            <p:ph type="dt" sz="half" idx="10"/>
          </p:nvPr>
        </p:nvSpPr>
        <p:spPr/>
        <p:txBody>
          <a:bodyPr/>
          <a:lstStyle/>
          <a:p>
            <a:fld id="{BAAA6A24-1584-4C73-AC8E-F4A001A7033F}" type="datetime1">
              <a:rPr lang="nb-NO" smtClean="0"/>
              <a:t>27.08.2024</a:t>
            </a:fld>
            <a:endParaRPr lang="nb-NO"/>
          </a:p>
        </p:txBody>
      </p:sp>
      <p:sp>
        <p:nvSpPr>
          <p:cNvPr id="4" name="Plassholder for bunntekst 3"/>
          <p:cNvSpPr>
            <a:spLocks noGrp="1"/>
          </p:cNvSpPr>
          <p:nvPr>
            <p:ph type="ftr" sz="quarter" idx="11"/>
          </p:nvPr>
        </p:nvSpPr>
        <p:spPr/>
        <p:txBody>
          <a:bodyPr/>
          <a:lstStyle/>
          <a:p>
            <a:r>
              <a:rPr lang="nb-NO"/>
              <a:t>Control Trafikkskole</a:t>
            </a:r>
          </a:p>
        </p:txBody>
      </p:sp>
      <p:sp>
        <p:nvSpPr>
          <p:cNvPr id="5" name="Plassholder for lysbildenummer 4"/>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674277347"/>
      </p:ext>
    </p:extLst>
  </p:cSld>
  <p:clrMapOvr>
    <a:masterClrMapping/>
  </p:clrMapOvr>
</p:sldLayout>
</file>

<file path=ppt/slideLayouts/slideLayout608.xml><?xml version="1.0" encoding="utf-8"?>
<p:sldLayout xmlns:a="http://schemas.openxmlformats.org/drawingml/2006/main" xmlns:r="http://schemas.openxmlformats.org/officeDocument/2006/relationships" xmlns:p="http://schemas.openxmlformats.org/presentationml/2006/main" type="blank" preserve="1">
  <p:cSld name="Rutevalg">
    <p:spTree>
      <p:nvGrpSpPr>
        <p:cNvPr id="1" name=""/>
        <p:cNvGrpSpPr/>
        <p:nvPr/>
      </p:nvGrpSpPr>
      <p:grpSpPr>
        <a:xfrm>
          <a:off x="0" y="0"/>
          <a:ext cx="0" cy="0"/>
          <a:chOff x="0" y="0"/>
          <a:chExt cx="0" cy="0"/>
        </a:xfrm>
      </p:grpSpPr>
      <p:sp>
        <p:nvSpPr>
          <p:cNvPr id="2" name="Plassholder for dato 1"/>
          <p:cNvSpPr>
            <a:spLocks noGrp="1"/>
          </p:cNvSpPr>
          <p:nvPr>
            <p:ph type="dt" sz="half" idx="10"/>
          </p:nvPr>
        </p:nvSpPr>
        <p:spPr/>
        <p:txBody>
          <a:bodyPr/>
          <a:lstStyle/>
          <a:p>
            <a:fld id="{131A6A67-5080-45F7-8C53-236D140C2943}" type="datetime1">
              <a:rPr lang="nb-NO" smtClean="0"/>
              <a:t>27.08.2024</a:t>
            </a:fld>
            <a:endParaRPr lang="nb-NO"/>
          </a:p>
        </p:txBody>
      </p:sp>
      <p:sp>
        <p:nvSpPr>
          <p:cNvPr id="3" name="Plassholder for bunntekst 2"/>
          <p:cNvSpPr>
            <a:spLocks noGrp="1"/>
          </p:cNvSpPr>
          <p:nvPr>
            <p:ph type="ftr" sz="quarter" idx="11"/>
          </p:nvPr>
        </p:nvSpPr>
        <p:spPr/>
        <p:txBody>
          <a:bodyPr/>
          <a:lstStyle/>
          <a:p>
            <a:r>
              <a:rPr lang="nb-NO"/>
              <a:t>Control Trafikkskole</a:t>
            </a:r>
          </a:p>
        </p:txBody>
      </p:sp>
      <p:sp>
        <p:nvSpPr>
          <p:cNvPr id="4" name="Plassholder for lysbildenummer 3"/>
          <p:cNvSpPr>
            <a:spLocks noGrp="1"/>
          </p:cNvSpPr>
          <p:nvPr>
            <p:ph type="sldNum" sz="quarter" idx="12"/>
          </p:nvPr>
        </p:nvSpPr>
        <p:spPr/>
        <p:txBody>
          <a:bodyPr/>
          <a:lstStyle/>
          <a:p>
            <a:fld id="{2EEBBCFE-599B-47F9-B84D-4259C5E2055D}" type="slidenum">
              <a:rPr lang="nb-NO" smtClean="0"/>
              <a:t>‹#›</a:t>
            </a:fld>
            <a:endParaRPr lang="nb-NO"/>
          </a:p>
        </p:txBody>
      </p:sp>
      <p:sp>
        <p:nvSpPr>
          <p:cNvPr id="5" name="Parallellogram 4">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6" name="Parallellogram 5">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7" name="Parallellogram 6">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8" name="Parallellogram 7">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9" name="Parallellogram 8">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0" name="Parallellogram 9">
            <a:hlinkClick r:id="rId7" action="ppaction://hlinksldjump"/>
          </p:cNvPr>
          <p:cNvSpPr/>
          <p:nvPr userDrawn="1"/>
        </p:nvSpPr>
        <p:spPr>
          <a:xfrm>
            <a:off x="8979304"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11" name="Parallellogram 10">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4008659539"/>
      </p:ext>
    </p:extLst>
  </p:cSld>
  <p:clrMapOvr>
    <a:masterClrMapping/>
  </p:clrMapOvr>
</p:sldLayout>
</file>

<file path=ppt/slideLayouts/slideLayout609.xml><?xml version="1.0" encoding="utf-8"?>
<p:sldLayout xmlns:a="http://schemas.openxmlformats.org/drawingml/2006/main" xmlns:r="http://schemas.openxmlformats.org/officeDocument/2006/relationships" xmlns:p="http://schemas.openxmlformats.org/presentationml/2006/main" type="objTx" preserve="1">
  <p:cSld name="Innhold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innhold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17F5954D-1CA7-4438-94AF-E6B28EE785A7}"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177732446"/>
      </p:ext>
    </p:extLst>
  </p:cSld>
  <p:clrMapOvr>
    <a:masterClrMapping/>
  </p:clrMapOvr>
</p:sldLayout>
</file>

<file path=ppt/slideLayouts/slideLayout610.xml><?xml version="1.0" encoding="utf-8"?>
<p:sldLayout xmlns:a="http://schemas.openxmlformats.org/drawingml/2006/main" xmlns:r="http://schemas.openxmlformats.org/officeDocument/2006/relationships" xmlns:p="http://schemas.openxmlformats.org/presentationml/2006/main" type="picTx" preserve="1">
  <p:cSld name="Bilde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bild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1A33D7B7-629B-4053-838A-452B61A493E4}"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3982257658"/>
      </p:ext>
    </p:extLst>
  </p:cSld>
  <p:clrMapOvr>
    <a:masterClrMapping/>
  </p:clrMapOvr>
</p:sldLayout>
</file>

<file path=ppt/slideLayouts/slideLayout611.xml><?xml version="1.0" encoding="utf-8"?>
<p:sldLayout xmlns:a="http://schemas.openxmlformats.org/drawingml/2006/main" xmlns:r="http://schemas.openxmlformats.org/officeDocument/2006/relationships" xmlns:p="http://schemas.openxmlformats.org/presentationml/2006/main" type="vertTx" preserve="1">
  <p:cSld name="Loddrett tekst">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loddrett tekst 2"/>
          <p:cNvSpPr>
            <a:spLocks noGrp="1"/>
          </p:cNvSpPr>
          <p:nvPr>
            <p:ph type="body" orient="vert" idx="1"/>
          </p:nvPr>
        </p:nvSpPr>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5A3ADE29-21B9-4267-AC65-81C0E41B3363}"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4093779978"/>
      </p:ext>
    </p:extLst>
  </p:cSld>
  <p:clrMapOvr>
    <a:masterClrMapping/>
  </p:clrMapOvr>
</p:sldLayout>
</file>

<file path=ppt/slideLayouts/slideLayout612.xml><?xml version="1.0" encoding="utf-8"?>
<p:sldLayout xmlns:a="http://schemas.openxmlformats.org/drawingml/2006/main" xmlns:r="http://schemas.openxmlformats.org/officeDocument/2006/relationships" xmlns:p="http://schemas.openxmlformats.org/presentationml/2006/main" type="vertTitleAndTx" preserve="1">
  <p:cSld name="Loddrett tittel og tekst">
    <p:spTree>
      <p:nvGrpSpPr>
        <p:cNvPr id="1" name=""/>
        <p:cNvGrpSpPr/>
        <p:nvPr/>
      </p:nvGrpSpPr>
      <p:grpSpPr>
        <a:xfrm>
          <a:off x="0" y="0"/>
          <a:ext cx="0" cy="0"/>
          <a:chOff x="0" y="0"/>
          <a:chExt cx="0" cy="0"/>
        </a:xfrm>
      </p:grpSpPr>
      <p:sp>
        <p:nvSpPr>
          <p:cNvPr id="2" name="Loddrett tittel 1"/>
          <p:cNvSpPr>
            <a:spLocks noGrp="1"/>
          </p:cNvSpPr>
          <p:nvPr>
            <p:ph type="title" orient="vert"/>
          </p:nvPr>
        </p:nvSpPr>
        <p:spPr>
          <a:xfrm>
            <a:off x="8724900" y="365125"/>
            <a:ext cx="2628900" cy="5811838"/>
          </a:xfrm>
        </p:spPr>
        <p:txBody>
          <a:bodyPr vert="eaVert"/>
          <a:lstStyle/>
          <a:p>
            <a:r>
              <a:rPr lang="nb-NO"/>
              <a:t>Klikk for å redigere tittelstil</a:t>
            </a:r>
          </a:p>
        </p:txBody>
      </p:sp>
      <p:sp>
        <p:nvSpPr>
          <p:cNvPr id="3" name="Plassholder for loddrett tekst 2"/>
          <p:cNvSpPr>
            <a:spLocks noGrp="1"/>
          </p:cNvSpPr>
          <p:nvPr>
            <p:ph type="body" orient="vert" idx="1"/>
          </p:nvPr>
        </p:nvSpPr>
        <p:spPr>
          <a:xfrm>
            <a:off x="838200" y="365125"/>
            <a:ext cx="7734300" cy="5811838"/>
          </a:xfrm>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092B1969-EE7F-4C94-ACF3-026FFA09498E}"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69624730"/>
      </p:ext>
    </p:extLst>
  </p:cSld>
  <p:clrMapOvr>
    <a:masterClrMapping/>
  </p:clrMapOvr>
</p:sldLayout>
</file>

<file path=ppt/slideLayouts/slideLayout613.xml><?xml version="1.0" encoding="utf-8"?>
<p:sldLayout xmlns:a="http://schemas.openxmlformats.org/drawingml/2006/main" xmlns:r="http://schemas.openxmlformats.org/officeDocument/2006/relationships" xmlns:p="http://schemas.openxmlformats.org/presentationml/2006/main" userDrawn="1">
  <p:cSld name="Mål">
    <p:spTree>
      <p:nvGrpSpPr>
        <p:cNvPr id="1" name=""/>
        <p:cNvGrpSpPr/>
        <p:nvPr/>
      </p:nvGrpSpPr>
      <p:grpSpPr>
        <a:xfrm>
          <a:off x="0" y="0"/>
          <a:ext cx="0" cy="0"/>
          <a:chOff x="0" y="0"/>
          <a:chExt cx="0" cy="0"/>
        </a:xfrm>
      </p:grpSpPr>
      <p:sp>
        <p:nvSpPr>
          <p:cNvPr id="14" name="Parallellogram 13">
            <a:hlinkClick r:id="rId2" action="ppaction://hlinksldjump"/>
          </p:cNvPr>
          <p:cNvSpPr/>
          <p:nvPr userDrawn="1"/>
        </p:nvSpPr>
        <p:spPr>
          <a:xfrm>
            <a:off x="1428744"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5" name="Parallellogram 14">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6" name="Parallellogram 15">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7" name="Parallellogram 16">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8" name="Parallellogram 17">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9" name="Parallellogram 18">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20" name="Parallellogram 19">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2627855035"/>
      </p:ext>
    </p:extLst>
  </p:cSld>
  <p:clrMapOvr>
    <a:masterClrMapping/>
  </p:clrMapOvr>
</p:sldLayout>
</file>

<file path=ppt/slideLayouts/slideLayout614.xml><?xml version="1.0" encoding="utf-8"?>
<p:sldLayout xmlns:a="http://schemas.openxmlformats.org/drawingml/2006/main" xmlns:r="http://schemas.openxmlformats.org/officeDocument/2006/relationships" xmlns:p="http://schemas.openxmlformats.org/presentationml/2006/main" userDrawn="1">
  <p:cSld name="Innhold">
    <p:spTree>
      <p:nvGrpSpPr>
        <p:cNvPr id="1" name=""/>
        <p:cNvGrpSpPr/>
        <p:nvPr/>
      </p:nvGrpSpPr>
      <p:grpSpPr>
        <a:xfrm>
          <a:off x="0" y="0"/>
          <a:ext cx="0" cy="0"/>
          <a:chOff x="0" y="0"/>
          <a:chExt cx="0" cy="0"/>
        </a:xfrm>
      </p:grpSpPr>
      <p:sp>
        <p:nvSpPr>
          <p:cNvPr id="9" name="Parallellogram 8">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0" name="Parallellogram 9">
            <a:hlinkClick r:id="rId3" action="ppaction://hlinksldjump"/>
          </p:cNvPr>
          <p:cNvSpPr/>
          <p:nvPr userDrawn="1"/>
        </p:nvSpPr>
        <p:spPr>
          <a:xfrm>
            <a:off x="2938557"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1" name="Parallellogram 10">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2" name="Parallellogram 11">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3" name="Parallellogram 12">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21" name="Parallellogram 20">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22" name="Parallellogram 21">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1133367318"/>
      </p:ext>
    </p:extLst>
  </p:cSld>
  <p:clrMapOvr>
    <a:masterClrMapping/>
  </p:clrMapOvr>
</p:sldLayout>
</file>

<file path=ppt/slideLayouts/slideLayout615.xml><?xml version="1.0" encoding="utf-8"?>
<p:sldLayout xmlns:a="http://schemas.openxmlformats.org/drawingml/2006/main" xmlns:r="http://schemas.openxmlformats.org/officeDocument/2006/relationships" xmlns:p="http://schemas.openxmlformats.org/presentationml/2006/main" userDrawn="1">
  <p:cSld name="Elev">
    <p:spTree>
      <p:nvGrpSpPr>
        <p:cNvPr id="1" name=""/>
        <p:cNvGrpSpPr/>
        <p:nvPr/>
      </p:nvGrpSpPr>
      <p:grpSpPr>
        <a:xfrm>
          <a:off x="0" y="0"/>
          <a:ext cx="0" cy="0"/>
          <a:chOff x="0" y="0"/>
          <a:chExt cx="0" cy="0"/>
        </a:xfrm>
      </p:grpSpPr>
      <p:sp>
        <p:nvSpPr>
          <p:cNvPr id="9" name="Parallellogram 8">
            <a:hlinkClick r:id="rId2" action="ppaction://hlinksldjump"/>
          </p:cNvPr>
          <p:cNvSpPr/>
          <p:nvPr userDrawn="1"/>
        </p:nvSpPr>
        <p:spPr>
          <a:xfrm>
            <a:off x="1428744" y="991186"/>
            <a:ext cx="1511308" cy="518400"/>
          </a:xfrm>
          <a:prstGeom prst="parallelogram">
            <a:avLst/>
          </a:prstGeom>
          <a:solidFill>
            <a:srgbClr val="D6DC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0" name="Parallellogram 9">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1" name="Parallellogram 10">
            <a:hlinkClick r:id="rId4" action="ppaction://hlinksldjump"/>
          </p:cNvPr>
          <p:cNvSpPr/>
          <p:nvPr userDrawn="1"/>
        </p:nvSpPr>
        <p:spPr>
          <a:xfrm>
            <a:off x="4449118"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2" name="Parallellogram 11">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3" name="Parallellogram 12">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4" name="Parallellogram 13">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22" name="Parallellogram 21">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497755476"/>
      </p:ext>
    </p:extLst>
  </p:cSld>
  <p:clrMapOvr>
    <a:masterClrMapping/>
  </p:clrMapOvr>
</p:sldLayout>
</file>

<file path=ppt/slideLayouts/slideLayout616.xml><?xml version="1.0" encoding="utf-8"?>
<p:sldLayout xmlns:a="http://schemas.openxmlformats.org/drawingml/2006/main" xmlns:r="http://schemas.openxmlformats.org/officeDocument/2006/relationships" xmlns:p="http://schemas.openxmlformats.org/presentationml/2006/main" userDrawn="1">
  <p:cSld name="Lærer">
    <p:spTree>
      <p:nvGrpSpPr>
        <p:cNvPr id="1" name=""/>
        <p:cNvGrpSpPr/>
        <p:nvPr/>
      </p:nvGrpSpPr>
      <p:grpSpPr>
        <a:xfrm>
          <a:off x="0" y="0"/>
          <a:ext cx="0" cy="0"/>
          <a:chOff x="0" y="0"/>
          <a:chExt cx="0" cy="0"/>
        </a:xfrm>
      </p:grpSpPr>
      <p:sp>
        <p:nvSpPr>
          <p:cNvPr id="16" name="Parallellogram 15">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7" name="Parallellogram 16">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8" name="Parallellogram 17">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9" name="Parallellogram 18">
            <a:hlinkClick r:id="rId5" action="ppaction://hlinksldjump"/>
          </p:cNvPr>
          <p:cNvSpPr/>
          <p:nvPr userDrawn="1"/>
        </p:nvSpPr>
        <p:spPr>
          <a:xfrm>
            <a:off x="5959678"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20" name="Parallellogram 19">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21" name="Parallellogram 20">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22" name="Parallellogram 21">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3269515010"/>
      </p:ext>
    </p:extLst>
  </p:cSld>
  <p:clrMapOvr>
    <a:masterClrMapping/>
  </p:clrMapOvr>
</p:sldLayout>
</file>

<file path=ppt/slideLayouts/slideLayout617.xml><?xml version="1.0" encoding="utf-8"?>
<p:sldLayout xmlns:a="http://schemas.openxmlformats.org/drawingml/2006/main" xmlns:r="http://schemas.openxmlformats.org/officeDocument/2006/relationships" xmlns:p="http://schemas.openxmlformats.org/presentationml/2006/main" userDrawn="1">
  <p:cSld name="Metode">
    <p:spTree>
      <p:nvGrpSpPr>
        <p:cNvPr id="1" name=""/>
        <p:cNvGrpSpPr/>
        <p:nvPr/>
      </p:nvGrpSpPr>
      <p:grpSpPr>
        <a:xfrm>
          <a:off x="0" y="0"/>
          <a:ext cx="0" cy="0"/>
          <a:chOff x="0" y="0"/>
          <a:chExt cx="0" cy="0"/>
        </a:xfrm>
      </p:grpSpPr>
      <p:sp>
        <p:nvSpPr>
          <p:cNvPr id="9" name="Parallellogram 8">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0" name="Parallellogram 9">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1" name="Parallellogram 10">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2" name="Parallellogram 11">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20" name="Parallellogram 19">
            <a:hlinkClick r:id="rId6" action="ppaction://hlinksldjump"/>
          </p:cNvPr>
          <p:cNvSpPr/>
          <p:nvPr userDrawn="1"/>
        </p:nvSpPr>
        <p:spPr>
          <a:xfrm>
            <a:off x="7469491"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21" name="Parallellogram 20">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22" name="Parallellogram 21">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2920844770"/>
      </p:ext>
    </p:extLst>
  </p:cSld>
  <p:clrMapOvr>
    <a:masterClrMapping/>
  </p:clrMapOvr>
</p:sldLayout>
</file>

<file path=ppt/slideLayouts/slideLayout618.xml><?xml version="1.0" encoding="utf-8"?>
<p:sldLayout xmlns:a="http://schemas.openxmlformats.org/drawingml/2006/main" xmlns:r="http://schemas.openxmlformats.org/officeDocument/2006/relationships" xmlns:p="http://schemas.openxmlformats.org/presentationml/2006/main" userDrawn="1">
  <p:cSld name="Vurdering">
    <p:spTree>
      <p:nvGrpSpPr>
        <p:cNvPr id="1" name=""/>
        <p:cNvGrpSpPr/>
        <p:nvPr/>
      </p:nvGrpSpPr>
      <p:grpSpPr>
        <a:xfrm>
          <a:off x="0" y="0"/>
          <a:ext cx="0" cy="0"/>
          <a:chOff x="0" y="0"/>
          <a:chExt cx="0" cy="0"/>
        </a:xfrm>
      </p:grpSpPr>
      <p:sp>
        <p:nvSpPr>
          <p:cNvPr id="9" name="Parallellogram 8">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0" name="Parallellogram 9">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1" name="Parallellogram 10">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2" name="Parallellogram 11">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3" name="Parallellogram 12">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4" name="Parallellogram 13">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22" name="Parallellogram 21">
            <a:hlinkClick r:id="rId8" action="ppaction://hlinksldjump"/>
          </p:cNvPr>
          <p:cNvSpPr/>
          <p:nvPr userDrawn="1"/>
        </p:nvSpPr>
        <p:spPr>
          <a:xfrm>
            <a:off x="10489865"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2232515579"/>
      </p:ext>
    </p:extLst>
  </p:cSld>
  <p:clrMapOvr>
    <a:masterClrMapping/>
  </p:clrMapOvr>
</p:sldLayout>
</file>

<file path=ppt/slideLayouts/slideLayout619.xml><?xml version="1.0" encoding="utf-8"?>
<p:sldLayout xmlns:a="http://schemas.openxmlformats.org/drawingml/2006/main" xmlns:r="http://schemas.openxmlformats.org/officeDocument/2006/relationships" xmlns:p="http://schemas.openxmlformats.org/presentationml/2006/main" type="title" preserve="1">
  <p:cSld name="Tittellysbilde">
    <p:spTree>
      <p:nvGrpSpPr>
        <p:cNvPr id="1" name=""/>
        <p:cNvGrpSpPr/>
        <p:nvPr/>
      </p:nvGrpSpPr>
      <p:grpSpPr>
        <a:xfrm>
          <a:off x="0" y="0"/>
          <a:ext cx="0" cy="0"/>
          <a:chOff x="0" y="0"/>
          <a:chExt cx="0" cy="0"/>
        </a:xfrm>
      </p:grpSpPr>
      <p:sp>
        <p:nvSpPr>
          <p:cNvPr id="2" name="Tittel 1"/>
          <p:cNvSpPr>
            <a:spLocks noGrp="1"/>
          </p:cNvSpPr>
          <p:nvPr>
            <p:ph type="ctrTitle"/>
          </p:nvPr>
        </p:nvSpPr>
        <p:spPr>
          <a:xfrm>
            <a:off x="1524000" y="1122363"/>
            <a:ext cx="9144000" cy="2387600"/>
          </a:xfrm>
        </p:spPr>
        <p:txBody>
          <a:bodyPr anchor="b"/>
          <a:lstStyle>
            <a:lvl1pPr algn="ctr">
              <a:defRPr sz="6000"/>
            </a:lvl1pPr>
          </a:lstStyle>
          <a:p>
            <a:r>
              <a:rPr lang="nb-NO"/>
              <a:t>Klikk for å redigere tittelstil</a:t>
            </a:r>
          </a:p>
        </p:txBody>
      </p:sp>
      <p:sp>
        <p:nvSpPr>
          <p:cNvPr id="3" name="Undertit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b-NO"/>
              <a:t>Klikk for å redigere undertittelstil i malen</a:t>
            </a:r>
          </a:p>
        </p:txBody>
      </p:sp>
      <p:sp>
        <p:nvSpPr>
          <p:cNvPr id="4" name="Plassholder for dato 3"/>
          <p:cNvSpPr>
            <a:spLocks noGrp="1"/>
          </p:cNvSpPr>
          <p:nvPr>
            <p:ph type="dt" sz="half" idx="10"/>
          </p:nvPr>
        </p:nvSpPr>
        <p:spPr/>
        <p:txBody>
          <a:bodyPr/>
          <a:lstStyle/>
          <a:p>
            <a:fld id="{B764B19A-DCA3-4401-8A6C-33A70EE31849}"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307482165"/>
      </p:ext>
    </p:extLst>
  </p:cSld>
  <p:clrMapOvr>
    <a:masterClrMapping/>
  </p:clrMapOvr>
</p:sldLayout>
</file>

<file path=ppt/slideLayouts/slideLayout620.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idx="1"/>
          </p:nvPr>
        </p:nvSpPr>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56E5E5F5-63B4-411D-96DB-B2A083DA0160}"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2343027834"/>
      </p:ext>
    </p:extLst>
  </p:cSld>
  <p:clrMapOvr>
    <a:masterClrMapping/>
  </p:clrMapOvr>
</p:sldLayout>
</file>

<file path=ppt/slideLayouts/slideLayout621.xml><?xml version="1.0" encoding="utf-8"?>
<p:sldLayout xmlns:a="http://schemas.openxmlformats.org/drawingml/2006/main" xmlns:r="http://schemas.openxmlformats.org/officeDocument/2006/relationships" xmlns:p="http://schemas.openxmlformats.org/presentationml/2006/main" type="secHead" preserve="1">
  <p:cSld name="Deloverskrift">
    <p:spTree>
      <p:nvGrpSpPr>
        <p:cNvPr id="1" name=""/>
        <p:cNvGrpSpPr/>
        <p:nvPr/>
      </p:nvGrpSpPr>
      <p:grpSpPr>
        <a:xfrm>
          <a:off x="0" y="0"/>
          <a:ext cx="0" cy="0"/>
          <a:chOff x="0" y="0"/>
          <a:chExt cx="0" cy="0"/>
        </a:xfrm>
      </p:grpSpPr>
      <p:sp>
        <p:nvSpPr>
          <p:cNvPr id="2" name="Tittel 1"/>
          <p:cNvSpPr>
            <a:spLocks noGrp="1"/>
          </p:cNvSpPr>
          <p:nvPr>
            <p:ph type="title"/>
          </p:nvPr>
        </p:nvSpPr>
        <p:spPr>
          <a:xfrm>
            <a:off x="831850" y="1709738"/>
            <a:ext cx="10515600" cy="2852737"/>
          </a:xfrm>
        </p:spPr>
        <p:txBody>
          <a:bodyPr anchor="b"/>
          <a:lstStyle>
            <a:lvl1pPr>
              <a:defRPr sz="6000"/>
            </a:lvl1pPr>
          </a:lstStyle>
          <a:p>
            <a:r>
              <a:rPr lang="nb-NO"/>
              <a:t>Klikk for å redigere tittelstil</a:t>
            </a:r>
          </a:p>
        </p:txBody>
      </p:sp>
      <p:sp>
        <p:nvSpPr>
          <p:cNvPr id="3" name="Plassholder for teks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b-NO"/>
              <a:t>Rediger tekststiler i malen</a:t>
            </a:r>
          </a:p>
        </p:txBody>
      </p:sp>
      <p:sp>
        <p:nvSpPr>
          <p:cNvPr id="4" name="Plassholder for dato 3"/>
          <p:cNvSpPr>
            <a:spLocks noGrp="1"/>
          </p:cNvSpPr>
          <p:nvPr>
            <p:ph type="dt" sz="half" idx="10"/>
          </p:nvPr>
        </p:nvSpPr>
        <p:spPr/>
        <p:txBody>
          <a:bodyPr/>
          <a:lstStyle/>
          <a:p>
            <a:fld id="{DD136358-232F-46A6-A3A9-8BD111BEFA8B}"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3164998841"/>
      </p:ext>
    </p:extLst>
  </p:cSld>
  <p:clrMapOvr>
    <a:masterClrMapping/>
  </p:clrMapOvr>
</p:sldLayout>
</file>

<file path=ppt/slideLayouts/slideLayout622.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sz="half" idx="1"/>
          </p:nvPr>
        </p:nvSpPr>
        <p:spPr>
          <a:xfrm>
            <a:off x="838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innhold 3"/>
          <p:cNvSpPr>
            <a:spLocks noGrp="1"/>
          </p:cNvSpPr>
          <p:nvPr>
            <p:ph sz="half" idx="2"/>
          </p:nvPr>
        </p:nvSpPr>
        <p:spPr>
          <a:xfrm>
            <a:off x="6172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dato 4"/>
          <p:cNvSpPr>
            <a:spLocks noGrp="1"/>
          </p:cNvSpPr>
          <p:nvPr>
            <p:ph type="dt" sz="half" idx="10"/>
          </p:nvPr>
        </p:nvSpPr>
        <p:spPr/>
        <p:txBody>
          <a:bodyPr/>
          <a:lstStyle/>
          <a:p>
            <a:fld id="{46B0DFCA-30ED-4695-A1DB-1F8E72811C1E}"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1386674607"/>
      </p:ext>
    </p:extLst>
  </p:cSld>
  <p:clrMapOvr>
    <a:masterClrMapping/>
  </p:clrMapOvr>
</p:sldLayout>
</file>

<file path=ppt/slideLayouts/slideLayout623.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tel 1"/>
          <p:cNvSpPr>
            <a:spLocks noGrp="1"/>
          </p:cNvSpPr>
          <p:nvPr>
            <p:ph type="title"/>
          </p:nvPr>
        </p:nvSpPr>
        <p:spPr>
          <a:xfrm>
            <a:off x="839788" y="365125"/>
            <a:ext cx="10515600" cy="1325563"/>
          </a:xfrm>
        </p:spPr>
        <p:txBody>
          <a:bodyPr/>
          <a:lstStyle/>
          <a:p>
            <a:r>
              <a:rPr lang="nb-NO"/>
              <a:t>Klikk for å redigere tittelstil</a:t>
            </a:r>
          </a:p>
        </p:txBody>
      </p:sp>
      <p:sp>
        <p:nvSpPr>
          <p:cNvPr id="3" name="Plassholder for teks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4" name="Plassholder for innhold 3"/>
          <p:cNvSpPr>
            <a:spLocks noGrp="1"/>
          </p:cNvSpPr>
          <p:nvPr>
            <p:ph sz="half" idx="2"/>
          </p:nvPr>
        </p:nvSpPr>
        <p:spPr>
          <a:xfrm>
            <a:off x="839788" y="2505075"/>
            <a:ext cx="5157787"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teks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6" name="Plassholder for innhold 5"/>
          <p:cNvSpPr>
            <a:spLocks noGrp="1"/>
          </p:cNvSpPr>
          <p:nvPr>
            <p:ph sz="quarter" idx="4"/>
          </p:nvPr>
        </p:nvSpPr>
        <p:spPr>
          <a:xfrm>
            <a:off x="6172200" y="2505075"/>
            <a:ext cx="5183188"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7" name="Plassholder for dato 6"/>
          <p:cNvSpPr>
            <a:spLocks noGrp="1"/>
          </p:cNvSpPr>
          <p:nvPr>
            <p:ph type="dt" sz="half" idx="10"/>
          </p:nvPr>
        </p:nvSpPr>
        <p:spPr/>
        <p:txBody>
          <a:bodyPr/>
          <a:lstStyle/>
          <a:p>
            <a:fld id="{F0901DD3-A66E-40A8-9B6C-8D10E8FBD8E1}" type="datetime1">
              <a:rPr lang="nb-NO" smtClean="0"/>
              <a:t>27.08.2024</a:t>
            </a:fld>
            <a:endParaRPr lang="nb-NO"/>
          </a:p>
        </p:txBody>
      </p:sp>
      <p:sp>
        <p:nvSpPr>
          <p:cNvPr id="8" name="Plassholder for bunntekst 7"/>
          <p:cNvSpPr>
            <a:spLocks noGrp="1"/>
          </p:cNvSpPr>
          <p:nvPr>
            <p:ph type="ftr" sz="quarter" idx="11"/>
          </p:nvPr>
        </p:nvSpPr>
        <p:spPr/>
        <p:txBody>
          <a:bodyPr/>
          <a:lstStyle/>
          <a:p>
            <a:r>
              <a:rPr lang="nb-NO"/>
              <a:t>Control Trafikkskole</a:t>
            </a:r>
          </a:p>
        </p:txBody>
      </p:sp>
      <p:sp>
        <p:nvSpPr>
          <p:cNvPr id="9" name="Plassholder for lysbildenummer 8"/>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3415015430"/>
      </p:ext>
    </p:extLst>
  </p:cSld>
  <p:clrMapOvr>
    <a:masterClrMapping/>
  </p:clrMapOvr>
</p:sldLayout>
</file>

<file path=ppt/slideLayouts/slideLayout624.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dato 2"/>
          <p:cNvSpPr>
            <a:spLocks noGrp="1"/>
          </p:cNvSpPr>
          <p:nvPr>
            <p:ph type="dt" sz="half" idx="10"/>
          </p:nvPr>
        </p:nvSpPr>
        <p:spPr/>
        <p:txBody>
          <a:bodyPr/>
          <a:lstStyle/>
          <a:p>
            <a:fld id="{C0B78172-C54E-43F2-8660-DCB79F7D0BF1}" type="datetime1">
              <a:rPr lang="nb-NO" smtClean="0"/>
              <a:t>27.08.2024</a:t>
            </a:fld>
            <a:endParaRPr lang="nb-NO"/>
          </a:p>
        </p:txBody>
      </p:sp>
      <p:sp>
        <p:nvSpPr>
          <p:cNvPr id="4" name="Plassholder for bunntekst 3"/>
          <p:cNvSpPr>
            <a:spLocks noGrp="1"/>
          </p:cNvSpPr>
          <p:nvPr>
            <p:ph type="ftr" sz="quarter" idx="11"/>
          </p:nvPr>
        </p:nvSpPr>
        <p:spPr/>
        <p:txBody>
          <a:bodyPr/>
          <a:lstStyle/>
          <a:p>
            <a:r>
              <a:rPr lang="nb-NO"/>
              <a:t>Control Trafikkskole</a:t>
            </a:r>
          </a:p>
        </p:txBody>
      </p:sp>
      <p:sp>
        <p:nvSpPr>
          <p:cNvPr id="5" name="Plassholder for lysbildenummer 4"/>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579346938"/>
      </p:ext>
    </p:extLst>
  </p:cSld>
  <p:clrMapOvr>
    <a:masterClrMapping/>
  </p:clrMapOvr>
</p:sldLayout>
</file>

<file path=ppt/slideLayouts/slideLayout625.xml><?xml version="1.0" encoding="utf-8"?>
<p:sldLayout xmlns:a="http://schemas.openxmlformats.org/drawingml/2006/main" xmlns:r="http://schemas.openxmlformats.org/officeDocument/2006/relationships" xmlns:p="http://schemas.openxmlformats.org/presentationml/2006/main" type="blank" preserve="1">
  <p:cSld name="Rutevalg">
    <p:spTree>
      <p:nvGrpSpPr>
        <p:cNvPr id="1" name=""/>
        <p:cNvGrpSpPr/>
        <p:nvPr/>
      </p:nvGrpSpPr>
      <p:grpSpPr>
        <a:xfrm>
          <a:off x="0" y="0"/>
          <a:ext cx="0" cy="0"/>
          <a:chOff x="0" y="0"/>
          <a:chExt cx="0" cy="0"/>
        </a:xfrm>
      </p:grpSpPr>
      <p:sp>
        <p:nvSpPr>
          <p:cNvPr id="2" name="Plassholder for dato 1"/>
          <p:cNvSpPr>
            <a:spLocks noGrp="1"/>
          </p:cNvSpPr>
          <p:nvPr>
            <p:ph type="dt" sz="half" idx="10"/>
          </p:nvPr>
        </p:nvSpPr>
        <p:spPr/>
        <p:txBody>
          <a:bodyPr/>
          <a:lstStyle/>
          <a:p>
            <a:fld id="{EB672F80-6214-4271-B941-B475A67BABFA}" type="datetime1">
              <a:rPr lang="nb-NO" smtClean="0"/>
              <a:t>27.08.2024</a:t>
            </a:fld>
            <a:endParaRPr lang="nb-NO"/>
          </a:p>
        </p:txBody>
      </p:sp>
      <p:sp>
        <p:nvSpPr>
          <p:cNvPr id="3" name="Plassholder for bunntekst 2"/>
          <p:cNvSpPr>
            <a:spLocks noGrp="1"/>
          </p:cNvSpPr>
          <p:nvPr>
            <p:ph type="ftr" sz="quarter" idx="11"/>
          </p:nvPr>
        </p:nvSpPr>
        <p:spPr/>
        <p:txBody>
          <a:bodyPr/>
          <a:lstStyle/>
          <a:p>
            <a:r>
              <a:rPr lang="nb-NO"/>
              <a:t>Control Trafikkskole</a:t>
            </a:r>
          </a:p>
        </p:txBody>
      </p:sp>
      <p:sp>
        <p:nvSpPr>
          <p:cNvPr id="4" name="Plassholder for lysbildenummer 3"/>
          <p:cNvSpPr>
            <a:spLocks noGrp="1"/>
          </p:cNvSpPr>
          <p:nvPr>
            <p:ph type="sldNum" sz="quarter" idx="12"/>
          </p:nvPr>
        </p:nvSpPr>
        <p:spPr/>
        <p:txBody>
          <a:bodyPr/>
          <a:lstStyle/>
          <a:p>
            <a:fld id="{2EEBBCFE-599B-47F9-B84D-4259C5E2055D}" type="slidenum">
              <a:rPr lang="nb-NO" smtClean="0"/>
              <a:t>‹#›</a:t>
            </a:fld>
            <a:endParaRPr lang="nb-NO"/>
          </a:p>
        </p:txBody>
      </p:sp>
      <p:sp>
        <p:nvSpPr>
          <p:cNvPr id="5" name="Parallellogram 4">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6" name="Parallellogram 5">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7" name="Parallellogram 6">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8" name="Parallellogram 7">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9" name="Parallellogram 8">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0" name="Parallellogram 9">
            <a:hlinkClick r:id="rId7" action="ppaction://hlinksldjump"/>
          </p:cNvPr>
          <p:cNvSpPr/>
          <p:nvPr userDrawn="1"/>
        </p:nvSpPr>
        <p:spPr>
          <a:xfrm>
            <a:off x="8979304"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11" name="Parallellogram 10">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3377102554"/>
      </p:ext>
    </p:extLst>
  </p:cSld>
  <p:clrMapOvr>
    <a:masterClrMapping/>
  </p:clrMapOvr>
</p:sldLayout>
</file>

<file path=ppt/slideLayouts/slideLayout626.xml><?xml version="1.0" encoding="utf-8"?>
<p:sldLayout xmlns:a="http://schemas.openxmlformats.org/drawingml/2006/main" xmlns:r="http://schemas.openxmlformats.org/officeDocument/2006/relationships" xmlns:p="http://schemas.openxmlformats.org/presentationml/2006/main" type="objTx" preserve="1">
  <p:cSld name="Innhold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innhold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FB97D5A0-F2A5-4B8D-9F2B-847D2EE26F16}"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1130727025"/>
      </p:ext>
    </p:extLst>
  </p:cSld>
  <p:clrMapOvr>
    <a:masterClrMapping/>
  </p:clrMapOvr>
</p:sldLayout>
</file>

<file path=ppt/slideLayouts/slideLayout627.xml><?xml version="1.0" encoding="utf-8"?>
<p:sldLayout xmlns:a="http://schemas.openxmlformats.org/drawingml/2006/main" xmlns:r="http://schemas.openxmlformats.org/officeDocument/2006/relationships" xmlns:p="http://schemas.openxmlformats.org/presentationml/2006/main" type="picTx" preserve="1">
  <p:cSld name="Bilde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bild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A42060D2-49F6-4738-B11E-2F00368DD1C6}"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54687953"/>
      </p:ext>
    </p:extLst>
  </p:cSld>
  <p:clrMapOvr>
    <a:masterClrMapping/>
  </p:clrMapOvr>
</p:sldLayout>
</file>

<file path=ppt/slideLayouts/slideLayout628.xml><?xml version="1.0" encoding="utf-8"?>
<p:sldLayout xmlns:a="http://schemas.openxmlformats.org/drawingml/2006/main" xmlns:r="http://schemas.openxmlformats.org/officeDocument/2006/relationships" xmlns:p="http://schemas.openxmlformats.org/presentationml/2006/main" type="vertTx" preserve="1">
  <p:cSld name="Loddrett tekst">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loddrett tekst 2"/>
          <p:cNvSpPr>
            <a:spLocks noGrp="1"/>
          </p:cNvSpPr>
          <p:nvPr>
            <p:ph type="body" orient="vert" idx="1"/>
          </p:nvPr>
        </p:nvSpPr>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38A00322-9773-4E45-9990-7681FC5BC695}"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468493634"/>
      </p:ext>
    </p:extLst>
  </p:cSld>
  <p:clrMapOvr>
    <a:masterClrMapping/>
  </p:clrMapOvr>
</p:sldLayout>
</file>

<file path=ppt/slideLayouts/slideLayout629.xml><?xml version="1.0" encoding="utf-8"?>
<p:sldLayout xmlns:a="http://schemas.openxmlformats.org/drawingml/2006/main" xmlns:r="http://schemas.openxmlformats.org/officeDocument/2006/relationships" xmlns:p="http://schemas.openxmlformats.org/presentationml/2006/main" type="vertTitleAndTx" preserve="1">
  <p:cSld name="Loddrett tittel og tekst">
    <p:spTree>
      <p:nvGrpSpPr>
        <p:cNvPr id="1" name=""/>
        <p:cNvGrpSpPr/>
        <p:nvPr/>
      </p:nvGrpSpPr>
      <p:grpSpPr>
        <a:xfrm>
          <a:off x="0" y="0"/>
          <a:ext cx="0" cy="0"/>
          <a:chOff x="0" y="0"/>
          <a:chExt cx="0" cy="0"/>
        </a:xfrm>
      </p:grpSpPr>
      <p:sp>
        <p:nvSpPr>
          <p:cNvPr id="2" name="Loddrett tittel 1"/>
          <p:cNvSpPr>
            <a:spLocks noGrp="1"/>
          </p:cNvSpPr>
          <p:nvPr>
            <p:ph type="title" orient="vert"/>
          </p:nvPr>
        </p:nvSpPr>
        <p:spPr>
          <a:xfrm>
            <a:off x="8724900" y="365125"/>
            <a:ext cx="2628900" cy="5811838"/>
          </a:xfrm>
        </p:spPr>
        <p:txBody>
          <a:bodyPr vert="eaVert"/>
          <a:lstStyle/>
          <a:p>
            <a:r>
              <a:rPr lang="nb-NO"/>
              <a:t>Klikk for å redigere tittelstil</a:t>
            </a:r>
          </a:p>
        </p:txBody>
      </p:sp>
      <p:sp>
        <p:nvSpPr>
          <p:cNvPr id="3" name="Plassholder for loddrett tekst 2"/>
          <p:cNvSpPr>
            <a:spLocks noGrp="1"/>
          </p:cNvSpPr>
          <p:nvPr>
            <p:ph type="body" orient="vert" idx="1"/>
          </p:nvPr>
        </p:nvSpPr>
        <p:spPr>
          <a:xfrm>
            <a:off x="838200" y="365125"/>
            <a:ext cx="7734300" cy="5811838"/>
          </a:xfrm>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E98EAB64-B41F-4E77-B7FE-FA534EB778DB}"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096685255"/>
      </p:ext>
    </p:extLst>
  </p:cSld>
  <p:clrMapOvr>
    <a:masterClrMapping/>
  </p:clrMapOvr>
</p:sldLayout>
</file>

<file path=ppt/slideLayouts/slideLayout630.xml><?xml version="1.0" encoding="utf-8"?>
<p:sldLayout xmlns:a="http://schemas.openxmlformats.org/drawingml/2006/main" xmlns:r="http://schemas.openxmlformats.org/officeDocument/2006/relationships" xmlns:p="http://schemas.openxmlformats.org/presentationml/2006/main" userDrawn="1">
  <p:cSld name="Mål">
    <p:spTree>
      <p:nvGrpSpPr>
        <p:cNvPr id="1" name=""/>
        <p:cNvGrpSpPr/>
        <p:nvPr/>
      </p:nvGrpSpPr>
      <p:grpSpPr>
        <a:xfrm>
          <a:off x="0" y="0"/>
          <a:ext cx="0" cy="0"/>
          <a:chOff x="0" y="0"/>
          <a:chExt cx="0" cy="0"/>
        </a:xfrm>
      </p:grpSpPr>
      <p:sp>
        <p:nvSpPr>
          <p:cNvPr id="14" name="Parallellogram 13">
            <a:hlinkClick r:id="rId2" action="ppaction://hlinksldjump"/>
          </p:cNvPr>
          <p:cNvSpPr/>
          <p:nvPr userDrawn="1"/>
        </p:nvSpPr>
        <p:spPr>
          <a:xfrm>
            <a:off x="1428744"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5" name="Parallellogram 14">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6" name="Parallellogram 15">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7" name="Parallellogram 16">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8" name="Parallellogram 17">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9" name="Parallellogram 18">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20" name="Parallellogram 19">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4138229609"/>
      </p:ext>
    </p:extLst>
  </p:cSld>
  <p:clrMapOvr>
    <a:masterClrMapping/>
  </p:clrMapOvr>
</p:sldLayout>
</file>

<file path=ppt/slideLayouts/slideLayout631.xml><?xml version="1.0" encoding="utf-8"?>
<p:sldLayout xmlns:a="http://schemas.openxmlformats.org/drawingml/2006/main" xmlns:r="http://schemas.openxmlformats.org/officeDocument/2006/relationships" xmlns:p="http://schemas.openxmlformats.org/presentationml/2006/main" userDrawn="1">
  <p:cSld name="Innhold">
    <p:spTree>
      <p:nvGrpSpPr>
        <p:cNvPr id="1" name=""/>
        <p:cNvGrpSpPr/>
        <p:nvPr/>
      </p:nvGrpSpPr>
      <p:grpSpPr>
        <a:xfrm>
          <a:off x="0" y="0"/>
          <a:ext cx="0" cy="0"/>
          <a:chOff x="0" y="0"/>
          <a:chExt cx="0" cy="0"/>
        </a:xfrm>
      </p:grpSpPr>
      <p:sp>
        <p:nvSpPr>
          <p:cNvPr id="14" name="Parallellogram 13">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5" name="Parallellogram 14">
            <a:hlinkClick r:id="rId3" action="ppaction://hlinksldjump"/>
          </p:cNvPr>
          <p:cNvSpPr/>
          <p:nvPr userDrawn="1"/>
        </p:nvSpPr>
        <p:spPr>
          <a:xfrm>
            <a:off x="2938557"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6" name="Parallellogram 15">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7" name="Parallellogram 16">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8" name="Parallellogram 17">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9" name="Parallellogram 18">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20" name="Parallellogram 19">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459031256"/>
      </p:ext>
    </p:extLst>
  </p:cSld>
  <p:clrMapOvr>
    <a:masterClrMapping/>
  </p:clrMapOvr>
</p:sldLayout>
</file>

<file path=ppt/slideLayouts/slideLayout632.xml><?xml version="1.0" encoding="utf-8"?>
<p:sldLayout xmlns:a="http://schemas.openxmlformats.org/drawingml/2006/main" xmlns:r="http://schemas.openxmlformats.org/officeDocument/2006/relationships" xmlns:p="http://schemas.openxmlformats.org/presentationml/2006/main" userDrawn="1">
  <p:cSld name="Elev">
    <p:spTree>
      <p:nvGrpSpPr>
        <p:cNvPr id="1" name=""/>
        <p:cNvGrpSpPr/>
        <p:nvPr/>
      </p:nvGrpSpPr>
      <p:grpSpPr>
        <a:xfrm>
          <a:off x="0" y="0"/>
          <a:ext cx="0" cy="0"/>
          <a:chOff x="0" y="0"/>
          <a:chExt cx="0" cy="0"/>
        </a:xfrm>
      </p:grpSpPr>
      <p:sp>
        <p:nvSpPr>
          <p:cNvPr id="15" name="Parallellogram 14">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6" name="Parallellogram 15">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7" name="Parallellogram 16">
            <a:hlinkClick r:id="rId4" action="ppaction://hlinksldjump"/>
          </p:cNvPr>
          <p:cNvSpPr/>
          <p:nvPr userDrawn="1"/>
        </p:nvSpPr>
        <p:spPr>
          <a:xfrm>
            <a:off x="4449118"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8" name="Parallellogram 17">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9" name="Parallellogram 18">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20" name="Parallellogram 19">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21" name="Parallellogram 20">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1294142528"/>
      </p:ext>
    </p:extLst>
  </p:cSld>
  <p:clrMapOvr>
    <a:masterClrMapping/>
  </p:clrMapOvr>
</p:sldLayout>
</file>

<file path=ppt/slideLayouts/slideLayout633.xml><?xml version="1.0" encoding="utf-8"?>
<p:sldLayout xmlns:a="http://schemas.openxmlformats.org/drawingml/2006/main" xmlns:r="http://schemas.openxmlformats.org/officeDocument/2006/relationships" xmlns:p="http://schemas.openxmlformats.org/presentationml/2006/main" userDrawn="1">
  <p:cSld name="Lærer">
    <p:spTree>
      <p:nvGrpSpPr>
        <p:cNvPr id="1" name=""/>
        <p:cNvGrpSpPr/>
        <p:nvPr/>
      </p:nvGrpSpPr>
      <p:grpSpPr>
        <a:xfrm>
          <a:off x="0" y="0"/>
          <a:ext cx="0" cy="0"/>
          <a:chOff x="0" y="0"/>
          <a:chExt cx="0" cy="0"/>
        </a:xfrm>
      </p:grpSpPr>
      <p:sp>
        <p:nvSpPr>
          <p:cNvPr id="9" name="Parallellogram 8">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0" name="Parallellogram 9">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1" name="Parallellogram 10">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2" name="Parallellogram 11">
            <a:hlinkClick r:id="rId5" action="ppaction://hlinksldjump"/>
          </p:cNvPr>
          <p:cNvSpPr/>
          <p:nvPr userDrawn="1"/>
        </p:nvSpPr>
        <p:spPr>
          <a:xfrm>
            <a:off x="5959678"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3" name="Parallellogram 12">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4" name="Parallellogram 13">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15" name="Parallellogram 14">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3801367681"/>
      </p:ext>
    </p:extLst>
  </p:cSld>
  <p:clrMapOvr>
    <a:masterClrMapping/>
  </p:clrMapOvr>
</p:sldLayout>
</file>

<file path=ppt/slideLayouts/slideLayout634.xml><?xml version="1.0" encoding="utf-8"?>
<p:sldLayout xmlns:a="http://schemas.openxmlformats.org/drawingml/2006/main" xmlns:r="http://schemas.openxmlformats.org/officeDocument/2006/relationships" xmlns:p="http://schemas.openxmlformats.org/presentationml/2006/main" userDrawn="1">
  <p:cSld name="Metode">
    <p:spTree>
      <p:nvGrpSpPr>
        <p:cNvPr id="1" name=""/>
        <p:cNvGrpSpPr/>
        <p:nvPr/>
      </p:nvGrpSpPr>
      <p:grpSpPr>
        <a:xfrm>
          <a:off x="0" y="0"/>
          <a:ext cx="0" cy="0"/>
          <a:chOff x="0" y="0"/>
          <a:chExt cx="0" cy="0"/>
        </a:xfrm>
      </p:grpSpPr>
      <p:sp>
        <p:nvSpPr>
          <p:cNvPr id="13" name="Parallellogram 12">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4" name="Parallellogram 13">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5" name="Parallellogram 14">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6" name="Parallellogram 15">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7" name="Parallellogram 16">
            <a:hlinkClick r:id="rId6" action="ppaction://hlinksldjump"/>
          </p:cNvPr>
          <p:cNvSpPr/>
          <p:nvPr userDrawn="1"/>
        </p:nvSpPr>
        <p:spPr>
          <a:xfrm>
            <a:off x="7469491"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8" name="Parallellogram 17">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19" name="Parallellogram 18">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1157720901"/>
      </p:ext>
    </p:extLst>
  </p:cSld>
  <p:clrMapOvr>
    <a:masterClrMapping/>
  </p:clrMapOvr>
</p:sldLayout>
</file>

<file path=ppt/slideLayouts/slideLayout635.xml><?xml version="1.0" encoding="utf-8"?>
<p:sldLayout xmlns:a="http://schemas.openxmlformats.org/drawingml/2006/main" xmlns:r="http://schemas.openxmlformats.org/officeDocument/2006/relationships" xmlns:p="http://schemas.openxmlformats.org/presentationml/2006/main" userDrawn="1">
  <p:cSld name="Vurdering">
    <p:spTree>
      <p:nvGrpSpPr>
        <p:cNvPr id="1" name=""/>
        <p:cNvGrpSpPr/>
        <p:nvPr/>
      </p:nvGrpSpPr>
      <p:grpSpPr>
        <a:xfrm>
          <a:off x="0" y="0"/>
          <a:ext cx="0" cy="0"/>
          <a:chOff x="0" y="0"/>
          <a:chExt cx="0" cy="0"/>
        </a:xfrm>
      </p:grpSpPr>
      <p:sp>
        <p:nvSpPr>
          <p:cNvPr id="15" name="Parallellogram 14">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6" name="Parallellogram 15">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7" name="Parallellogram 16">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8" name="Parallellogram 17">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9" name="Parallellogram 18">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20" name="Parallellogram 19">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21" name="Parallellogram 20">
            <a:hlinkClick r:id="rId8" action="ppaction://hlinksldjump"/>
          </p:cNvPr>
          <p:cNvSpPr/>
          <p:nvPr userDrawn="1"/>
        </p:nvSpPr>
        <p:spPr>
          <a:xfrm>
            <a:off x="10489865"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1507267590"/>
      </p:ext>
    </p:extLst>
  </p:cSld>
  <p:clrMapOvr>
    <a:masterClrMapping/>
  </p:clrMapOvr>
</p:sldLayout>
</file>

<file path=ppt/slideLayouts/slideLayout636.xml><?xml version="1.0" encoding="utf-8"?>
<p:sldLayout xmlns:a="http://schemas.openxmlformats.org/drawingml/2006/main" xmlns:r="http://schemas.openxmlformats.org/officeDocument/2006/relationships" xmlns:p="http://schemas.openxmlformats.org/presentationml/2006/main" type="title" preserve="1">
  <p:cSld name="Tittellysbilde">
    <p:spTree>
      <p:nvGrpSpPr>
        <p:cNvPr id="1" name=""/>
        <p:cNvGrpSpPr/>
        <p:nvPr/>
      </p:nvGrpSpPr>
      <p:grpSpPr>
        <a:xfrm>
          <a:off x="0" y="0"/>
          <a:ext cx="0" cy="0"/>
          <a:chOff x="0" y="0"/>
          <a:chExt cx="0" cy="0"/>
        </a:xfrm>
      </p:grpSpPr>
      <p:sp>
        <p:nvSpPr>
          <p:cNvPr id="2" name="Tittel 1"/>
          <p:cNvSpPr>
            <a:spLocks noGrp="1"/>
          </p:cNvSpPr>
          <p:nvPr>
            <p:ph type="ctrTitle"/>
          </p:nvPr>
        </p:nvSpPr>
        <p:spPr>
          <a:xfrm>
            <a:off x="1524000" y="1122363"/>
            <a:ext cx="9144000" cy="2387600"/>
          </a:xfrm>
        </p:spPr>
        <p:txBody>
          <a:bodyPr anchor="b"/>
          <a:lstStyle>
            <a:lvl1pPr algn="ctr">
              <a:defRPr sz="6000"/>
            </a:lvl1pPr>
          </a:lstStyle>
          <a:p>
            <a:r>
              <a:rPr lang="nb-NO"/>
              <a:t>Klikk for å redigere tittelstil</a:t>
            </a:r>
          </a:p>
        </p:txBody>
      </p:sp>
      <p:sp>
        <p:nvSpPr>
          <p:cNvPr id="3" name="Undertit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b-NO"/>
              <a:t>Klikk for å redigere undertittelstil i malen</a:t>
            </a:r>
          </a:p>
        </p:txBody>
      </p:sp>
      <p:sp>
        <p:nvSpPr>
          <p:cNvPr id="4" name="Plassholder for dato 3"/>
          <p:cNvSpPr>
            <a:spLocks noGrp="1"/>
          </p:cNvSpPr>
          <p:nvPr>
            <p:ph type="dt" sz="half" idx="10"/>
          </p:nvPr>
        </p:nvSpPr>
        <p:spPr/>
        <p:txBody>
          <a:bodyPr/>
          <a:lstStyle/>
          <a:p>
            <a:fld id="{2DA344DA-4A75-4062-922C-2BAAF60DDE02}"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598897510"/>
      </p:ext>
    </p:extLst>
  </p:cSld>
  <p:clrMapOvr>
    <a:masterClrMapping/>
  </p:clrMapOvr>
</p:sldLayout>
</file>

<file path=ppt/slideLayouts/slideLayout637.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idx="1"/>
          </p:nvPr>
        </p:nvSpPr>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8F8709AC-0303-4983-8294-8C39C47E521D}"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2459230917"/>
      </p:ext>
    </p:extLst>
  </p:cSld>
  <p:clrMapOvr>
    <a:masterClrMapping/>
  </p:clrMapOvr>
</p:sldLayout>
</file>

<file path=ppt/slideLayouts/slideLayout638.xml><?xml version="1.0" encoding="utf-8"?>
<p:sldLayout xmlns:a="http://schemas.openxmlformats.org/drawingml/2006/main" xmlns:r="http://schemas.openxmlformats.org/officeDocument/2006/relationships" xmlns:p="http://schemas.openxmlformats.org/presentationml/2006/main" type="secHead" preserve="1">
  <p:cSld name="Deloverskrift">
    <p:spTree>
      <p:nvGrpSpPr>
        <p:cNvPr id="1" name=""/>
        <p:cNvGrpSpPr/>
        <p:nvPr/>
      </p:nvGrpSpPr>
      <p:grpSpPr>
        <a:xfrm>
          <a:off x="0" y="0"/>
          <a:ext cx="0" cy="0"/>
          <a:chOff x="0" y="0"/>
          <a:chExt cx="0" cy="0"/>
        </a:xfrm>
      </p:grpSpPr>
      <p:sp>
        <p:nvSpPr>
          <p:cNvPr id="2" name="Tittel 1"/>
          <p:cNvSpPr>
            <a:spLocks noGrp="1"/>
          </p:cNvSpPr>
          <p:nvPr>
            <p:ph type="title"/>
          </p:nvPr>
        </p:nvSpPr>
        <p:spPr>
          <a:xfrm>
            <a:off x="831850" y="1709738"/>
            <a:ext cx="10515600" cy="2852737"/>
          </a:xfrm>
        </p:spPr>
        <p:txBody>
          <a:bodyPr anchor="b"/>
          <a:lstStyle>
            <a:lvl1pPr>
              <a:defRPr sz="6000"/>
            </a:lvl1pPr>
          </a:lstStyle>
          <a:p>
            <a:r>
              <a:rPr lang="nb-NO"/>
              <a:t>Klikk for å redigere tittelstil</a:t>
            </a:r>
          </a:p>
        </p:txBody>
      </p:sp>
      <p:sp>
        <p:nvSpPr>
          <p:cNvPr id="3" name="Plassholder for teks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b-NO"/>
              <a:t>Rediger tekststiler i malen</a:t>
            </a:r>
          </a:p>
        </p:txBody>
      </p:sp>
      <p:sp>
        <p:nvSpPr>
          <p:cNvPr id="4" name="Plassholder for dato 3"/>
          <p:cNvSpPr>
            <a:spLocks noGrp="1"/>
          </p:cNvSpPr>
          <p:nvPr>
            <p:ph type="dt" sz="half" idx="10"/>
          </p:nvPr>
        </p:nvSpPr>
        <p:spPr/>
        <p:txBody>
          <a:bodyPr/>
          <a:lstStyle/>
          <a:p>
            <a:fld id="{08D0EC37-D770-45FE-80F3-5A7822CBA3BF}"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3702640938"/>
      </p:ext>
    </p:extLst>
  </p:cSld>
  <p:clrMapOvr>
    <a:masterClrMapping/>
  </p:clrMapOvr>
</p:sldLayout>
</file>

<file path=ppt/slideLayouts/slideLayout639.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sz="half" idx="1"/>
          </p:nvPr>
        </p:nvSpPr>
        <p:spPr>
          <a:xfrm>
            <a:off x="838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innhold 3"/>
          <p:cNvSpPr>
            <a:spLocks noGrp="1"/>
          </p:cNvSpPr>
          <p:nvPr>
            <p:ph sz="half" idx="2"/>
          </p:nvPr>
        </p:nvSpPr>
        <p:spPr>
          <a:xfrm>
            <a:off x="6172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dato 4"/>
          <p:cNvSpPr>
            <a:spLocks noGrp="1"/>
          </p:cNvSpPr>
          <p:nvPr>
            <p:ph type="dt" sz="half" idx="10"/>
          </p:nvPr>
        </p:nvSpPr>
        <p:spPr/>
        <p:txBody>
          <a:bodyPr/>
          <a:lstStyle/>
          <a:p>
            <a:fld id="{269980D7-E4F2-4564-AE52-91F9754FECF4}"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2906734594"/>
      </p:ext>
    </p:extLst>
  </p:cSld>
  <p:clrMapOvr>
    <a:masterClrMapping/>
  </p:clrMapOvr>
</p:sldLayout>
</file>

<file path=ppt/slideLayouts/slideLayout640.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tel 1"/>
          <p:cNvSpPr>
            <a:spLocks noGrp="1"/>
          </p:cNvSpPr>
          <p:nvPr>
            <p:ph type="title"/>
          </p:nvPr>
        </p:nvSpPr>
        <p:spPr>
          <a:xfrm>
            <a:off x="839788" y="365125"/>
            <a:ext cx="10515600" cy="1325563"/>
          </a:xfrm>
        </p:spPr>
        <p:txBody>
          <a:bodyPr/>
          <a:lstStyle/>
          <a:p>
            <a:r>
              <a:rPr lang="nb-NO"/>
              <a:t>Klikk for å redigere tittelstil</a:t>
            </a:r>
          </a:p>
        </p:txBody>
      </p:sp>
      <p:sp>
        <p:nvSpPr>
          <p:cNvPr id="3" name="Plassholder for teks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4" name="Plassholder for innhold 3"/>
          <p:cNvSpPr>
            <a:spLocks noGrp="1"/>
          </p:cNvSpPr>
          <p:nvPr>
            <p:ph sz="half" idx="2"/>
          </p:nvPr>
        </p:nvSpPr>
        <p:spPr>
          <a:xfrm>
            <a:off x="839788" y="2505075"/>
            <a:ext cx="5157787"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teks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6" name="Plassholder for innhold 5"/>
          <p:cNvSpPr>
            <a:spLocks noGrp="1"/>
          </p:cNvSpPr>
          <p:nvPr>
            <p:ph sz="quarter" idx="4"/>
          </p:nvPr>
        </p:nvSpPr>
        <p:spPr>
          <a:xfrm>
            <a:off x="6172200" y="2505075"/>
            <a:ext cx="5183188"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7" name="Plassholder for dato 6"/>
          <p:cNvSpPr>
            <a:spLocks noGrp="1"/>
          </p:cNvSpPr>
          <p:nvPr>
            <p:ph type="dt" sz="half" idx="10"/>
          </p:nvPr>
        </p:nvSpPr>
        <p:spPr/>
        <p:txBody>
          <a:bodyPr/>
          <a:lstStyle/>
          <a:p>
            <a:fld id="{2EDAAE6E-BA16-46A8-9377-4B35BA1BBB2C}" type="datetime1">
              <a:rPr lang="nb-NO" smtClean="0"/>
              <a:t>27.08.2024</a:t>
            </a:fld>
            <a:endParaRPr lang="nb-NO"/>
          </a:p>
        </p:txBody>
      </p:sp>
      <p:sp>
        <p:nvSpPr>
          <p:cNvPr id="8" name="Plassholder for bunntekst 7"/>
          <p:cNvSpPr>
            <a:spLocks noGrp="1"/>
          </p:cNvSpPr>
          <p:nvPr>
            <p:ph type="ftr" sz="quarter" idx="11"/>
          </p:nvPr>
        </p:nvSpPr>
        <p:spPr/>
        <p:txBody>
          <a:bodyPr/>
          <a:lstStyle/>
          <a:p>
            <a:r>
              <a:rPr lang="nb-NO"/>
              <a:t>Control Trafikkskole</a:t>
            </a:r>
          </a:p>
        </p:txBody>
      </p:sp>
      <p:sp>
        <p:nvSpPr>
          <p:cNvPr id="9" name="Plassholder for lysbildenummer 8"/>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3581966320"/>
      </p:ext>
    </p:extLst>
  </p:cSld>
  <p:clrMapOvr>
    <a:masterClrMapping/>
  </p:clrMapOvr>
</p:sldLayout>
</file>

<file path=ppt/slideLayouts/slideLayout641.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dato 2"/>
          <p:cNvSpPr>
            <a:spLocks noGrp="1"/>
          </p:cNvSpPr>
          <p:nvPr>
            <p:ph type="dt" sz="half" idx="10"/>
          </p:nvPr>
        </p:nvSpPr>
        <p:spPr/>
        <p:txBody>
          <a:bodyPr/>
          <a:lstStyle/>
          <a:p>
            <a:fld id="{A01D8758-F3B0-4EBA-943D-038D7B9FF41E}" type="datetime1">
              <a:rPr lang="nb-NO" smtClean="0"/>
              <a:t>27.08.2024</a:t>
            </a:fld>
            <a:endParaRPr lang="nb-NO"/>
          </a:p>
        </p:txBody>
      </p:sp>
      <p:sp>
        <p:nvSpPr>
          <p:cNvPr id="4" name="Plassholder for bunntekst 3"/>
          <p:cNvSpPr>
            <a:spLocks noGrp="1"/>
          </p:cNvSpPr>
          <p:nvPr>
            <p:ph type="ftr" sz="quarter" idx="11"/>
          </p:nvPr>
        </p:nvSpPr>
        <p:spPr/>
        <p:txBody>
          <a:bodyPr/>
          <a:lstStyle/>
          <a:p>
            <a:r>
              <a:rPr lang="nb-NO"/>
              <a:t>Control Trafikkskole</a:t>
            </a:r>
          </a:p>
        </p:txBody>
      </p:sp>
      <p:sp>
        <p:nvSpPr>
          <p:cNvPr id="5" name="Plassholder for lysbildenummer 4"/>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3551720977"/>
      </p:ext>
    </p:extLst>
  </p:cSld>
  <p:clrMapOvr>
    <a:masterClrMapping/>
  </p:clrMapOvr>
</p:sldLayout>
</file>

<file path=ppt/slideLayouts/slideLayout642.xml><?xml version="1.0" encoding="utf-8"?>
<p:sldLayout xmlns:a="http://schemas.openxmlformats.org/drawingml/2006/main" xmlns:r="http://schemas.openxmlformats.org/officeDocument/2006/relationships" xmlns:p="http://schemas.openxmlformats.org/presentationml/2006/main" type="blank" preserve="1">
  <p:cSld name="Rutevalg">
    <p:spTree>
      <p:nvGrpSpPr>
        <p:cNvPr id="1" name=""/>
        <p:cNvGrpSpPr/>
        <p:nvPr/>
      </p:nvGrpSpPr>
      <p:grpSpPr>
        <a:xfrm>
          <a:off x="0" y="0"/>
          <a:ext cx="0" cy="0"/>
          <a:chOff x="0" y="0"/>
          <a:chExt cx="0" cy="0"/>
        </a:xfrm>
      </p:grpSpPr>
      <p:sp>
        <p:nvSpPr>
          <p:cNvPr id="2" name="Plassholder for dato 1"/>
          <p:cNvSpPr>
            <a:spLocks noGrp="1"/>
          </p:cNvSpPr>
          <p:nvPr>
            <p:ph type="dt" sz="half" idx="10"/>
          </p:nvPr>
        </p:nvSpPr>
        <p:spPr/>
        <p:txBody>
          <a:bodyPr/>
          <a:lstStyle/>
          <a:p>
            <a:fld id="{8BFF856F-215A-4EF8-87DD-1E0F363E039F}" type="datetime1">
              <a:rPr lang="nb-NO" smtClean="0"/>
              <a:t>27.08.2024</a:t>
            </a:fld>
            <a:endParaRPr lang="nb-NO"/>
          </a:p>
        </p:txBody>
      </p:sp>
      <p:sp>
        <p:nvSpPr>
          <p:cNvPr id="3" name="Plassholder for bunntekst 2"/>
          <p:cNvSpPr>
            <a:spLocks noGrp="1"/>
          </p:cNvSpPr>
          <p:nvPr>
            <p:ph type="ftr" sz="quarter" idx="11"/>
          </p:nvPr>
        </p:nvSpPr>
        <p:spPr/>
        <p:txBody>
          <a:bodyPr/>
          <a:lstStyle/>
          <a:p>
            <a:r>
              <a:rPr lang="nb-NO"/>
              <a:t>Control Trafikkskole</a:t>
            </a:r>
          </a:p>
        </p:txBody>
      </p:sp>
      <p:sp>
        <p:nvSpPr>
          <p:cNvPr id="4" name="Plassholder for lysbildenummer 3"/>
          <p:cNvSpPr>
            <a:spLocks noGrp="1"/>
          </p:cNvSpPr>
          <p:nvPr>
            <p:ph type="sldNum" sz="quarter" idx="12"/>
          </p:nvPr>
        </p:nvSpPr>
        <p:spPr/>
        <p:txBody>
          <a:bodyPr/>
          <a:lstStyle/>
          <a:p>
            <a:fld id="{2EEBBCFE-599B-47F9-B84D-4259C5E2055D}" type="slidenum">
              <a:rPr lang="nb-NO" smtClean="0"/>
              <a:t>‹#›</a:t>
            </a:fld>
            <a:endParaRPr lang="nb-NO"/>
          </a:p>
        </p:txBody>
      </p:sp>
      <p:sp>
        <p:nvSpPr>
          <p:cNvPr id="5" name="Parallellogram 4">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6" name="Parallellogram 5">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7" name="Parallellogram 6">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8" name="Parallellogram 7">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9" name="Parallellogram 8">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0" name="Parallellogram 9">
            <a:hlinkClick r:id="rId7" action="ppaction://hlinksldjump"/>
          </p:cNvPr>
          <p:cNvSpPr/>
          <p:nvPr userDrawn="1"/>
        </p:nvSpPr>
        <p:spPr>
          <a:xfrm>
            <a:off x="8979304"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11" name="Parallellogram 10">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1486849156"/>
      </p:ext>
    </p:extLst>
  </p:cSld>
  <p:clrMapOvr>
    <a:masterClrMapping/>
  </p:clrMapOvr>
</p:sldLayout>
</file>

<file path=ppt/slideLayouts/slideLayout643.xml><?xml version="1.0" encoding="utf-8"?>
<p:sldLayout xmlns:a="http://schemas.openxmlformats.org/drawingml/2006/main" xmlns:r="http://schemas.openxmlformats.org/officeDocument/2006/relationships" xmlns:p="http://schemas.openxmlformats.org/presentationml/2006/main" type="objTx" preserve="1">
  <p:cSld name="Innhold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innhold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EE0E438E-1D00-436D-86B0-5327A11D2ED3}"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176804868"/>
      </p:ext>
    </p:extLst>
  </p:cSld>
  <p:clrMapOvr>
    <a:masterClrMapping/>
  </p:clrMapOvr>
</p:sldLayout>
</file>

<file path=ppt/slideLayouts/slideLayout644.xml><?xml version="1.0" encoding="utf-8"?>
<p:sldLayout xmlns:a="http://schemas.openxmlformats.org/drawingml/2006/main" xmlns:r="http://schemas.openxmlformats.org/officeDocument/2006/relationships" xmlns:p="http://schemas.openxmlformats.org/presentationml/2006/main" type="picTx" preserve="1">
  <p:cSld name="Bilde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bild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55F6F290-B5FA-48A2-A194-116775271C94}"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1421828898"/>
      </p:ext>
    </p:extLst>
  </p:cSld>
  <p:clrMapOvr>
    <a:masterClrMapping/>
  </p:clrMapOvr>
</p:sldLayout>
</file>

<file path=ppt/slideLayouts/slideLayout645.xml><?xml version="1.0" encoding="utf-8"?>
<p:sldLayout xmlns:a="http://schemas.openxmlformats.org/drawingml/2006/main" xmlns:r="http://schemas.openxmlformats.org/officeDocument/2006/relationships" xmlns:p="http://schemas.openxmlformats.org/presentationml/2006/main" type="vertTx" preserve="1">
  <p:cSld name="Loddrett tekst">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loddrett tekst 2"/>
          <p:cNvSpPr>
            <a:spLocks noGrp="1"/>
          </p:cNvSpPr>
          <p:nvPr>
            <p:ph type="body" orient="vert" idx="1"/>
          </p:nvPr>
        </p:nvSpPr>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F3A41E70-50D4-4236-B775-AE5A4E3E4403}"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220885847"/>
      </p:ext>
    </p:extLst>
  </p:cSld>
  <p:clrMapOvr>
    <a:masterClrMapping/>
  </p:clrMapOvr>
</p:sldLayout>
</file>

<file path=ppt/slideLayouts/slideLayout646.xml><?xml version="1.0" encoding="utf-8"?>
<p:sldLayout xmlns:a="http://schemas.openxmlformats.org/drawingml/2006/main" xmlns:r="http://schemas.openxmlformats.org/officeDocument/2006/relationships" xmlns:p="http://schemas.openxmlformats.org/presentationml/2006/main" type="vertTitleAndTx" preserve="1">
  <p:cSld name="Loddrett tittel og tekst">
    <p:spTree>
      <p:nvGrpSpPr>
        <p:cNvPr id="1" name=""/>
        <p:cNvGrpSpPr/>
        <p:nvPr/>
      </p:nvGrpSpPr>
      <p:grpSpPr>
        <a:xfrm>
          <a:off x="0" y="0"/>
          <a:ext cx="0" cy="0"/>
          <a:chOff x="0" y="0"/>
          <a:chExt cx="0" cy="0"/>
        </a:xfrm>
      </p:grpSpPr>
      <p:sp>
        <p:nvSpPr>
          <p:cNvPr id="2" name="Loddrett tittel 1"/>
          <p:cNvSpPr>
            <a:spLocks noGrp="1"/>
          </p:cNvSpPr>
          <p:nvPr>
            <p:ph type="title" orient="vert"/>
          </p:nvPr>
        </p:nvSpPr>
        <p:spPr>
          <a:xfrm>
            <a:off x="8724900" y="365125"/>
            <a:ext cx="2628900" cy="5811838"/>
          </a:xfrm>
        </p:spPr>
        <p:txBody>
          <a:bodyPr vert="eaVert"/>
          <a:lstStyle/>
          <a:p>
            <a:r>
              <a:rPr lang="nb-NO"/>
              <a:t>Klikk for å redigere tittelstil</a:t>
            </a:r>
          </a:p>
        </p:txBody>
      </p:sp>
      <p:sp>
        <p:nvSpPr>
          <p:cNvPr id="3" name="Plassholder for loddrett tekst 2"/>
          <p:cNvSpPr>
            <a:spLocks noGrp="1"/>
          </p:cNvSpPr>
          <p:nvPr>
            <p:ph type="body" orient="vert" idx="1"/>
          </p:nvPr>
        </p:nvSpPr>
        <p:spPr>
          <a:xfrm>
            <a:off x="838200" y="365125"/>
            <a:ext cx="7734300" cy="5811838"/>
          </a:xfrm>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5207E465-A815-47DA-9152-449284411E73}"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667512589"/>
      </p:ext>
    </p:extLst>
  </p:cSld>
  <p:clrMapOvr>
    <a:masterClrMapping/>
  </p:clrMapOvr>
</p:sldLayout>
</file>

<file path=ppt/slideLayouts/slideLayout647.xml><?xml version="1.0" encoding="utf-8"?>
<p:sldLayout xmlns:a="http://schemas.openxmlformats.org/drawingml/2006/main" xmlns:r="http://schemas.openxmlformats.org/officeDocument/2006/relationships" xmlns:p="http://schemas.openxmlformats.org/presentationml/2006/main" userDrawn="1">
  <p:cSld name="Mål">
    <p:spTree>
      <p:nvGrpSpPr>
        <p:cNvPr id="1" name=""/>
        <p:cNvGrpSpPr/>
        <p:nvPr/>
      </p:nvGrpSpPr>
      <p:grpSpPr>
        <a:xfrm>
          <a:off x="0" y="0"/>
          <a:ext cx="0" cy="0"/>
          <a:chOff x="0" y="0"/>
          <a:chExt cx="0" cy="0"/>
        </a:xfrm>
      </p:grpSpPr>
      <p:sp>
        <p:nvSpPr>
          <p:cNvPr id="14" name="Parallellogram 13">
            <a:hlinkClick r:id="rId2" action="ppaction://hlinksldjump"/>
          </p:cNvPr>
          <p:cNvSpPr/>
          <p:nvPr userDrawn="1"/>
        </p:nvSpPr>
        <p:spPr>
          <a:xfrm>
            <a:off x="1428744"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5" name="Parallellogram 14">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6" name="Parallellogram 15">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7" name="Parallellogram 16">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8" name="Parallellogram 17">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9" name="Parallellogram 18">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20" name="Parallellogram 19">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860297897"/>
      </p:ext>
    </p:extLst>
  </p:cSld>
  <p:clrMapOvr>
    <a:masterClrMapping/>
  </p:clrMapOvr>
</p:sldLayout>
</file>

<file path=ppt/slideLayouts/slideLayout648.xml><?xml version="1.0" encoding="utf-8"?>
<p:sldLayout xmlns:a="http://schemas.openxmlformats.org/drawingml/2006/main" xmlns:r="http://schemas.openxmlformats.org/officeDocument/2006/relationships" xmlns:p="http://schemas.openxmlformats.org/presentationml/2006/main" userDrawn="1">
  <p:cSld name="Innhold">
    <p:spTree>
      <p:nvGrpSpPr>
        <p:cNvPr id="1" name=""/>
        <p:cNvGrpSpPr/>
        <p:nvPr/>
      </p:nvGrpSpPr>
      <p:grpSpPr>
        <a:xfrm>
          <a:off x="0" y="0"/>
          <a:ext cx="0" cy="0"/>
          <a:chOff x="0" y="0"/>
          <a:chExt cx="0" cy="0"/>
        </a:xfrm>
      </p:grpSpPr>
      <p:sp>
        <p:nvSpPr>
          <p:cNvPr id="9" name="Parallellogram 8">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0" name="Parallellogram 9">
            <a:hlinkClick r:id="rId3" action="ppaction://hlinksldjump"/>
          </p:cNvPr>
          <p:cNvSpPr/>
          <p:nvPr userDrawn="1"/>
        </p:nvSpPr>
        <p:spPr>
          <a:xfrm>
            <a:off x="2938557"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1" name="Parallellogram 10">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2" name="Parallellogram 11">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3" name="Parallellogram 12">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21" name="Parallellogram 20">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22" name="Parallellogram 21">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2983698545"/>
      </p:ext>
    </p:extLst>
  </p:cSld>
  <p:clrMapOvr>
    <a:masterClrMapping/>
  </p:clrMapOvr>
</p:sldLayout>
</file>

<file path=ppt/slideLayouts/slideLayout649.xml><?xml version="1.0" encoding="utf-8"?>
<p:sldLayout xmlns:a="http://schemas.openxmlformats.org/drawingml/2006/main" xmlns:r="http://schemas.openxmlformats.org/officeDocument/2006/relationships" xmlns:p="http://schemas.openxmlformats.org/presentationml/2006/main" userDrawn="1">
  <p:cSld name="Elev">
    <p:spTree>
      <p:nvGrpSpPr>
        <p:cNvPr id="1" name=""/>
        <p:cNvGrpSpPr/>
        <p:nvPr/>
      </p:nvGrpSpPr>
      <p:grpSpPr>
        <a:xfrm>
          <a:off x="0" y="0"/>
          <a:ext cx="0" cy="0"/>
          <a:chOff x="0" y="0"/>
          <a:chExt cx="0" cy="0"/>
        </a:xfrm>
      </p:grpSpPr>
      <p:sp>
        <p:nvSpPr>
          <p:cNvPr id="9" name="Parallellogram 8">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0" name="Parallellogram 9">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1" name="Parallellogram 10">
            <a:hlinkClick r:id="rId4" action="ppaction://hlinksldjump"/>
          </p:cNvPr>
          <p:cNvSpPr/>
          <p:nvPr userDrawn="1"/>
        </p:nvSpPr>
        <p:spPr>
          <a:xfrm>
            <a:off x="4449118"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2" name="Parallellogram 11">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3" name="Parallellogram 12">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4" name="Parallellogram 13">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22" name="Parallellogram 21">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153496817"/>
      </p:ext>
    </p:extLst>
  </p:cSld>
  <p:clrMapOvr>
    <a:masterClrMapping/>
  </p:clrMapOvr>
</p:sldLayout>
</file>

<file path=ppt/slideLayouts/slideLayout650.xml><?xml version="1.0" encoding="utf-8"?>
<p:sldLayout xmlns:a="http://schemas.openxmlformats.org/drawingml/2006/main" xmlns:r="http://schemas.openxmlformats.org/officeDocument/2006/relationships" xmlns:p="http://schemas.openxmlformats.org/presentationml/2006/main" userDrawn="1">
  <p:cSld name="Lærer">
    <p:spTree>
      <p:nvGrpSpPr>
        <p:cNvPr id="1" name=""/>
        <p:cNvGrpSpPr/>
        <p:nvPr/>
      </p:nvGrpSpPr>
      <p:grpSpPr>
        <a:xfrm>
          <a:off x="0" y="0"/>
          <a:ext cx="0" cy="0"/>
          <a:chOff x="0" y="0"/>
          <a:chExt cx="0" cy="0"/>
        </a:xfrm>
      </p:grpSpPr>
      <p:sp>
        <p:nvSpPr>
          <p:cNvPr id="16" name="Parallellogram 15">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7" name="Parallellogram 16">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8" name="Parallellogram 17">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9" name="Parallellogram 18">
            <a:hlinkClick r:id="rId5" action="ppaction://hlinksldjump"/>
          </p:cNvPr>
          <p:cNvSpPr/>
          <p:nvPr userDrawn="1"/>
        </p:nvSpPr>
        <p:spPr>
          <a:xfrm>
            <a:off x="5959678"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20" name="Parallellogram 19">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21" name="Parallellogram 20">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22" name="Parallellogram 21">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1818046794"/>
      </p:ext>
    </p:extLst>
  </p:cSld>
  <p:clrMapOvr>
    <a:masterClrMapping/>
  </p:clrMapOvr>
</p:sldLayout>
</file>

<file path=ppt/slideLayouts/slideLayout651.xml><?xml version="1.0" encoding="utf-8"?>
<p:sldLayout xmlns:a="http://schemas.openxmlformats.org/drawingml/2006/main" xmlns:r="http://schemas.openxmlformats.org/officeDocument/2006/relationships" xmlns:p="http://schemas.openxmlformats.org/presentationml/2006/main" userDrawn="1">
  <p:cSld name="Metode">
    <p:spTree>
      <p:nvGrpSpPr>
        <p:cNvPr id="1" name=""/>
        <p:cNvGrpSpPr/>
        <p:nvPr/>
      </p:nvGrpSpPr>
      <p:grpSpPr>
        <a:xfrm>
          <a:off x="0" y="0"/>
          <a:ext cx="0" cy="0"/>
          <a:chOff x="0" y="0"/>
          <a:chExt cx="0" cy="0"/>
        </a:xfrm>
      </p:grpSpPr>
      <p:sp>
        <p:nvSpPr>
          <p:cNvPr id="9" name="Parallellogram 8">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0" name="Parallellogram 9">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1" name="Parallellogram 10">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2" name="Parallellogram 11">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20" name="Parallellogram 19">
            <a:hlinkClick r:id="rId6" action="ppaction://hlinksldjump"/>
          </p:cNvPr>
          <p:cNvSpPr/>
          <p:nvPr userDrawn="1"/>
        </p:nvSpPr>
        <p:spPr>
          <a:xfrm>
            <a:off x="7469491"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21" name="Parallellogram 20">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22" name="Parallellogram 21">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2298740037"/>
      </p:ext>
    </p:extLst>
  </p:cSld>
  <p:clrMapOvr>
    <a:masterClrMapping/>
  </p:clrMapOvr>
</p:sldLayout>
</file>

<file path=ppt/slideLayouts/slideLayout652.xml><?xml version="1.0" encoding="utf-8"?>
<p:sldLayout xmlns:a="http://schemas.openxmlformats.org/drawingml/2006/main" xmlns:r="http://schemas.openxmlformats.org/officeDocument/2006/relationships" xmlns:p="http://schemas.openxmlformats.org/presentationml/2006/main" userDrawn="1">
  <p:cSld name="Vurdering">
    <p:spTree>
      <p:nvGrpSpPr>
        <p:cNvPr id="1" name=""/>
        <p:cNvGrpSpPr/>
        <p:nvPr/>
      </p:nvGrpSpPr>
      <p:grpSpPr>
        <a:xfrm>
          <a:off x="0" y="0"/>
          <a:ext cx="0" cy="0"/>
          <a:chOff x="0" y="0"/>
          <a:chExt cx="0" cy="0"/>
        </a:xfrm>
      </p:grpSpPr>
      <p:sp>
        <p:nvSpPr>
          <p:cNvPr id="9" name="Parallellogram 8">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0" name="Parallellogram 9">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1" name="Parallellogram 10">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2" name="Parallellogram 11">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3" name="Parallellogram 12">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4" name="Parallellogram 13">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22" name="Parallellogram 21">
            <a:hlinkClick r:id="rId8" action="ppaction://hlinksldjump"/>
          </p:cNvPr>
          <p:cNvSpPr/>
          <p:nvPr userDrawn="1"/>
        </p:nvSpPr>
        <p:spPr>
          <a:xfrm>
            <a:off x="10489865"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3220618354"/>
      </p:ext>
    </p:extLst>
  </p:cSld>
  <p:clrMapOvr>
    <a:masterClrMapping/>
  </p:clrMapOvr>
</p:sldLayout>
</file>

<file path=ppt/slideLayouts/slideLayout653.xml><?xml version="1.0" encoding="utf-8"?>
<p:sldLayout xmlns:a="http://schemas.openxmlformats.org/drawingml/2006/main" xmlns:r="http://schemas.openxmlformats.org/officeDocument/2006/relationships" xmlns:p="http://schemas.openxmlformats.org/presentationml/2006/main" type="title" preserve="1">
  <p:cSld name="Tittellysbilde">
    <p:spTree>
      <p:nvGrpSpPr>
        <p:cNvPr id="1" name=""/>
        <p:cNvGrpSpPr/>
        <p:nvPr/>
      </p:nvGrpSpPr>
      <p:grpSpPr>
        <a:xfrm>
          <a:off x="0" y="0"/>
          <a:ext cx="0" cy="0"/>
          <a:chOff x="0" y="0"/>
          <a:chExt cx="0" cy="0"/>
        </a:xfrm>
      </p:grpSpPr>
      <p:sp>
        <p:nvSpPr>
          <p:cNvPr id="2" name="Tittel 1"/>
          <p:cNvSpPr>
            <a:spLocks noGrp="1"/>
          </p:cNvSpPr>
          <p:nvPr>
            <p:ph type="ctrTitle"/>
          </p:nvPr>
        </p:nvSpPr>
        <p:spPr>
          <a:xfrm>
            <a:off x="1524000" y="1122363"/>
            <a:ext cx="9144000" cy="2387600"/>
          </a:xfrm>
        </p:spPr>
        <p:txBody>
          <a:bodyPr anchor="b"/>
          <a:lstStyle>
            <a:lvl1pPr algn="ctr">
              <a:defRPr sz="6000"/>
            </a:lvl1pPr>
          </a:lstStyle>
          <a:p>
            <a:r>
              <a:rPr lang="nb-NO"/>
              <a:t>Klikk for å redigere tittelstil</a:t>
            </a:r>
          </a:p>
        </p:txBody>
      </p:sp>
      <p:sp>
        <p:nvSpPr>
          <p:cNvPr id="3" name="Undertit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b-NO"/>
              <a:t>Klikk for å redigere undertittelstil i malen</a:t>
            </a:r>
          </a:p>
        </p:txBody>
      </p:sp>
      <p:sp>
        <p:nvSpPr>
          <p:cNvPr id="4" name="Plassholder for dato 3"/>
          <p:cNvSpPr>
            <a:spLocks noGrp="1"/>
          </p:cNvSpPr>
          <p:nvPr>
            <p:ph type="dt" sz="half" idx="10"/>
          </p:nvPr>
        </p:nvSpPr>
        <p:spPr/>
        <p:txBody>
          <a:bodyPr/>
          <a:lstStyle/>
          <a:p>
            <a:fld id="{24DEDA4E-9D3C-4524-B7E0-2AF9E7857DC4}"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4211002612"/>
      </p:ext>
    </p:extLst>
  </p:cSld>
  <p:clrMapOvr>
    <a:masterClrMapping/>
  </p:clrMapOvr>
</p:sldLayout>
</file>

<file path=ppt/slideLayouts/slideLayout654.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idx="1"/>
          </p:nvPr>
        </p:nvSpPr>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A677B5D6-BC90-4AC7-80F9-E5399C0AA855}"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1811272706"/>
      </p:ext>
    </p:extLst>
  </p:cSld>
  <p:clrMapOvr>
    <a:masterClrMapping/>
  </p:clrMapOvr>
</p:sldLayout>
</file>

<file path=ppt/slideLayouts/slideLayout655.xml><?xml version="1.0" encoding="utf-8"?>
<p:sldLayout xmlns:a="http://schemas.openxmlformats.org/drawingml/2006/main" xmlns:r="http://schemas.openxmlformats.org/officeDocument/2006/relationships" xmlns:p="http://schemas.openxmlformats.org/presentationml/2006/main" type="secHead" preserve="1">
  <p:cSld name="Deloverskrift">
    <p:spTree>
      <p:nvGrpSpPr>
        <p:cNvPr id="1" name=""/>
        <p:cNvGrpSpPr/>
        <p:nvPr/>
      </p:nvGrpSpPr>
      <p:grpSpPr>
        <a:xfrm>
          <a:off x="0" y="0"/>
          <a:ext cx="0" cy="0"/>
          <a:chOff x="0" y="0"/>
          <a:chExt cx="0" cy="0"/>
        </a:xfrm>
      </p:grpSpPr>
      <p:sp>
        <p:nvSpPr>
          <p:cNvPr id="2" name="Tittel 1"/>
          <p:cNvSpPr>
            <a:spLocks noGrp="1"/>
          </p:cNvSpPr>
          <p:nvPr>
            <p:ph type="title"/>
          </p:nvPr>
        </p:nvSpPr>
        <p:spPr>
          <a:xfrm>
            <a:off x="831850" y="1709738"/>
            <a:ext cx="10515600" cy="2852737"/>
          </a:xfrm>
        </p:spPr>
        <p:txBody>
          <a:bodyPr anchor="b"/>
          <a:lstStyle>
            <a:lvl1pPr>
              <a:defRPr sz="6000"/>
            </a:lvl1pPr>
          </a:lstStyle>
          <a:p>
            <a:r>
              <a:rPr lang="nb-NO"/>
              <a:t>Klikk for å redigere tittelstil</a:t>
            </a:r>
          </a:p>
        </p:txBody>
      </p:sp>
      <p:sp>
        <p:nvSpPr>
          <p:cNvPr id="3" name="Plassholder for teks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b-NO"/>
              <a:t>Rediger tekststiler i malen</a:t>
            </a:r>
          </a:p>
        </p:txBody>
      </p:sp>
      <p:sp>
        <p:nvSpPr>
          <p:cNvPr id="4" name="Plassholder for dato 3"/>
          <p:cNvSpPr>
            <a:spLocks noGrp="1"/>
          </p:cNvSpPr>
          <p:nvPr>
            <p:ph type="dt" sz="half" idx="10"/>
          </p:nvPr>
        </p:nvSpPr>
        <p:spPr/>
        <p:txBody>
          <a:bodyPr/>
          <a:lstStyle/>
          <a:p>
            <a:fld id="{A1B017A1-BF40-4166-A879-A4DE10EC89AF}"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2298464463"/>
      </p:ext>
    </p:extLst>
  </p:cSld>
  <p:clrMapOvr>
    <a:masterClrMapping/>
  </p:clrMapOvr>
</p:sldLayout>
</file>

<file path=ppt/slideLayouts/slideLayout656.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sz="half" idx="1"/>
          </p:nvPr>
        </p:nvSpPr>
        <p:spPr>
          <a:xfrm>
            <a:off x="838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innhold 3"/>
          <p:cNvSpPr>
            <a:spLocks noGrp="1"/>
          </p:cNvSpPr>
          <p:nvPr>
            <p:ph sz="half" idx="2"/>
          </p:nvPr>
        </p:nvSpPr>
        <p:spPr>
          <a:xfrm>
            <a:off x="6172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dato 4"/>
          <p:cNvSpPr>
            <a:spLocks noGrp="1"/>
          </p:cNvSpPr>
          <p:nvPr>
            <p:ph type="dt" sz="half" idx="10"/>
          </p:nvPr>
        </p:nvSpPr>
        <p:spPr/>
        <p:txBody>
          <a:bodyPr/>
          <a:lstStyle/>
          <a:p>
            <a:fld id="{6C3197E3-CCFF-4A3A-852E-E9BFC344FE6E}"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2558305664"/>
      </p:ext>
    </p:extLst>
  </p:cSld>
  <p:clrMapOvr>
    <a:masterClrMapping/>
  </p:clrMapOvr>
</p:sldLayout>
</file>

<file path=ppt/slideLayouts/slideLayout657.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tel 1"/>
          <p:cNvSpPr>
            <a:spLocks noGrp="1"/>
          </p:cNvSpPr>
          <p:nvPr>
            <p:ph type="title"/>
          </p:nvPr>
        </p:nvSpPr>
        <p:spPr>
          <a:xfrm>
            <a:off x="839788" y="365125"/>
            <a:ext cx="10515600" cy="1325563"/>
          </a:xfrm>
        </p:spPr>
        <p:txBody>
          <a:bodyPr/>
          <a:lstStyle/>
          <a:p>
            <a:r>
              <a:rPr lang="nb-NO"/>
              <a:t>Klikk for å redigere tittelstil</a:t>
            </a:r>
          </a:p>
        </p:txBody>
      </p:sp>
      <p:sp>
        <p:nvSpPr>
          <p:cNvPr id="3" name="Plassholder for teks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4" name="Plassholder for innhold 3"/>
          <p:cNvSpPr>
            <a:spLocks noGrp="1"/>
          </p:cNvSpPr>
          <p:nvPr>
            <p:ph sz="half" idx="2"/>
          </p:nvPr>
        </p:nvSpPr>
        <p:spPr>
          <a:xfrm>
            <a:off x="839788" y="2505075"/>
            <a:ext cx="5157787"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teks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6" name="Plassholder for innhold 5"/>
          <p:cNvSpPr>
            <a:spLocks noGrp="1"/>
          </p:cNvSpPr>
          <p:nvPr>
            <p:ph sz="quarter" idx="4"/>
          </p:nvPr>
        </p:nvSpPr>
        <p:spPr>
          <a:xfrm>
            <a:off x="6172200" y="2505075"/>
            <a:ext cx="5183188"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7" name="Plassholder for dato 6"/>
          <p:cNvSpPr>
            <a:spLocks noGrp="1"/>
          </p:cNvSpPr>
          <p:nvPr>
            <p:ph type="dt" sz="half" idx="10"/>
          </p:nvPr>
        </p:nvSpPr>
        <p:spPr/>
        <p:txBody>
          <a:bodyPr/>
          <a:lstStyle/>
          <a:p>
            <a:fld id="{CEC74E11-0C1D-4DC9-B9BE-866E27538DDF}" type="datetime1">
              <a:rPr lang="nb-NO" smtClean="0"/>
              <a:t>27.08.2024</a:t>
            </a:fld>
            <a:endParaRPr lang="nb-NO"/>
          </a:p>
        </p:txBody>
      </p:sp>
      <p:sp>
        <p:nvSpPr>
          <p:cNvPr id="8" name="Plassholder for bunntekst 7"/>
          <p:cNvSpPr>
            <a:spLocks noGrp="1"/>
          </p:cNvSpPr>
          <p:nvPr>
            <p:ph type="ftr" sz="quarter" idx="11"/>
          </p:nvPr>
        </p:nvSpPr>
        <p:spPr/>
        <p:txBody>
          <a:bodyPr/>
          <a:lstStyle/>
          <a:p>
            <a:r>
              <a:rPr lang="nb-NO"/>
              <a:t>Control Trafikkskole</a:t>
            </a:r>
          </a:p>
        </p:txBody>
      </p:sp>
      <p:sp>
        <p:nvSpPr>
          <p:cNvPr id="9" name="Plassholder for lysbildenummer 8"/>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3070194538"/>
      </p:ext>
    </p:extLst>
  </p:cSld>
  <p:clrMapOvr>
    <a:masterClrMapping/>
  </p:clrMapOvr>
</p:sldLayout>
</file>

<file path=ppt/slideLayouts/slideLayout658.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dato 2"/>
          <p:cNvSpPr>
            <a:spLocks noGrp="1"/>
          </p:cNvSpPr>
          <p:nvPr>
            <p:ph type="dt" sz="half" idx="10"/>
          </p:nvPr>
        </p:nvSpPr>
        <p:spPr/>
        <p:txBody>
          <a:bodyPr/>
          <a:lstStyle/>
          <a:p>
            <a:fld id="{E837549D-6FAF-48E5-BAA7-0EF0D213F826}" type="datetime1">
              <a:rPr lang="nb-NO" smtClean="0"/>
              <a:t>27.08.2024</a:t>
            </a:fld>
            <a:endParaRPr lang="nb-NO"/>
          </a:p>
        </p:txBody>
      </p:sp>
      <p:sp>
        <p:nvSpPr>
          <p:cNvPr id="4" name="Plassholder for bunntekst 3"/>
          <p:cNvSpPr>
            <a:spLocks noGrp="1"/>
          </p:cNvSpPr>
          <p:nvPr>
            <p:ph type="ftr" sz="quarter" idx="11"/>
          </p:nvPr>
        </p:nvSpPr>
        <p:spPr/>
        <p:txBody>
          <a:bodyPr/>
          <a:lstStyle/>
          <a:p>
            <a:r>
              <a:rPr lang="nb-NO"/>
              <a:t>Control Trafikkskole</a:t>
            </a:r>
          </a:p>
        </p:txBody>
      </p:sp>
      <p:sp>
        <p:nvSpPr>
          <p:cNvPr id="5" name="Plassholder for lysbildenummer 4"/>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815393914"/>
      </p:ext>
    </p:extLst>
  </p:cSld>
  <p:clrMapOvr>
    <a:masterClrMapping/>
  </p:clrMapOvr>
</p:sldLayout>
</file>

<file path=ppt/slideLayouts/slideLayout659.xml><?xml version="1.0" encoding="utf-8"?>
<p:sldLayout xmlns:a="http://schemas.openxmlformats.org/drawingml/2006/main" xmlns:r="http://schemas.openxmlformats.org/officeDocument/2006/relationships" xmlns:p="http://schemas.openxmlformats.org/presentationml/2006/main" type="blank" preserve="1">
  <p:cSld name="Rutevalg">
    <p:spTree>
      <p:nvGrpSpPr>
        <p:cNvPr id="1" name=""/>
        <p:cNvGrpSpPr/>
        <p:nvPr/>
      </p:nvGrpSpPr>
      <p:grpSpPr>
        <a:xfrm>
          <a:off x="0" y="0"/>
          <a:ext cx="0" cy="0"/>
          <a:chOff x="0" y="0"/>
          <a:chExt cx="0" cy="0"/>
        </a:xfrm>
      </p:grpSpPr>
      <p:sp>
        <p:nvSpPr>
          <p:cNvPr id="2" name="Plassholder for dato 1"/>
          <p:cNvSpPr>
            <a:spLocks noGrp="1"/>
          </p:cNvSpPr>
          <p:nvPr>
            <p:ph type="dt" sz="half" idx="10"/>
          </p:nvPr>
        </p:nvSpPr>
        <p:spPr/>
        <p:txBody>
          <a:bodyPr/>
          <a:lstStyle/>
          <a:p>
            <a:fld id="{3FCB6FFD-7DA8-4E7D-B247-A4C43BBEDB94}" type="datetime1">
              <a:rPr lang="nb-NO" smtClean="0"/>
              <a:t>27.08.2024</a:t>
            </a:fld>
            <a:endParaRPr lang="nb-NO"/>
          </a:p>
        </p:txBody>
      </p:sp>
      <p:sp>
        <p:nvSpPr>
          <p:cNvPr id="3" name="Plassholder for bunntekst 2"/>
          <p:cNvSpPr>
            <a:spLocks noGrp="1"/>
          </p:cNvSpPr>
          <p:nvPr>
            <p:ph type="ftr" sz="quarter" idx="11"/>
          </p:nvPr>
        </p:nvSpPr>
        <p:spPr/>
        <p:txBody>
          <a:bodyPr/>
          <a:lstStyle/>
          <a:p>
            <a:r>
              <a:rPr lang="nb-NO"/>
              <a:t>Control Trafikkskole</a:t>
            </a:r>
          </a:p>
        </p:txBody>
      </p:sp>
      <p:sp>
        <p:nvSpPr>
          <p:cNvPr id="4" name="Plassholder for lysbildenummer 3"/>
          <p:cNvSpPr>
            <a:spLocks noGrp="1"/>
          </p:cNvSpPr>
          <p:nvPr>
            <p:ph type="sldNum" sz="quarter" idx="12"/>
          </p:nvPr>
        </p:nvSpPr>
        <p:spPr/>
        <p:txBody>
          <a:bodyPr/>
          <a:lstStyle/>
          <a:p>
            <a:fld id="{2EEBBCFE-599B-47F9-B84D-4259C5E2055D}" type="slidenum">
              <a:rPr lang="nb-NO" smtClean="0"/>
              <a:t>‹#›</a:t>
            </a:fld>
            <a:endParaRPr lang="nb-NO"/>
          </a:p>
        </p:txBody>
      </p:sp>
      <p:sp>
        <p:nvSpPr>
          <p:cNvPr id="5" name="Parallellogram 4">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6" name="Parallellogram 5">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7" name="Parallellogram 6">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8" name="Parallellogram 7">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9" name="Parallellogram 8">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0" name="Parallellogram 9">
            <a:hlinkClick r:id="rId7" action="ppaction://hlinksldjump"/>
          </p:cNvPr>
          <p:cNvSpPr/>
          <p:nvPr userDrawn="1"/>
        </p:nvSpPr>
        <p:spPr>
          <a:xfrm>
            <a:off x="8979304"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11" name="Parallellogram 10">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1556302664"/>
      </p:ext>
    </p:extLst>
  </p:cSld>
  <p:clrMapOvr>
    <a:masterClrMapping/>
  </p:clrMapOvr>
</p:sldLayout>
</file>

<file path=ppt/slideLayouts/slideLayout660.xml><?xml version="1.0" encoding="utf-8"?>
<p:sldLayout xmlns:a="http://schemas.openxmlformats.org/drawingml/2006/main" xmlns:r="http://schemas.openxmlformats.org/officeDocument/2006/relationships" xmlns:p="http://schemas.openxmlformats.org/presentationml/2006/main" type="objTx" preserve="1">
  <p:cSld name="Innhold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innhold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F4EDF2FE-0522-48BB-B02D-6DAA13CF4E25}"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3747130363"/>
      </p:ext>
    </p:extLst>
  </p:cSld>
  <p:clrMapOvr>
    <a:masterClrMapping/>
  </p:clrMapOvr>
</p:sldLayout>
</file>

<file path=ppt/slideLayouts/slideLayout661.xml><?xml version="1.0" encoding="utf-8"?>
<p:sldLayout xmlns:a="http://schemas.openxmlformats.org/drawingml/2006/main" xmlns:r="http://schemas.openxmlformats.org/officeDocument/2006/relationships" xmlns:p="http://schemas.openxmlformats.org/presentationml/2006/main" type="picTx" preserve="1">
  <p:cSld name="Bilde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bild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3126FA64-35F0-49BD-809B-99C7CEE9C6C1}"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3881750629"/>
      </p:ext>
    </p:extLst>
  </p:cSld>
  <p:clrMapOvr>
    <a:masterClrMapping/>
  </p:clrMapOvr>
</p:sldLayout>
</file>

<file path=ppt/slideLayouts/slideLayout662.xml><?xml version="1.0" encoding="utf-8"?>
<p:sldLayout xmlns:a="http://schemas.openxmlformats.org/drawingml/2006/main" xmlns:r="http://schemas.openxmlformats.org/officeDocument/2006/relationships" xmlns:p="http://schemas.openxmlformats.org/presentationml/2006/main" type="vertTx" preserve="1">
  <p:cSld name="Loddrett tekst">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loddrett tekst 2"/>
          <p:cNvSpPr>
            <a:spLocks noGrp="1"/>
          </p:cNvSpPr>
          <p:nvPr>
            <p:ph type="body" orient="vert" idx="1"/>
          </p:nvPr>
        </p:nvSpPr>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102A2D05-FFB7-43F2-B62C-6D9D60543F31}"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796557768"/>
      </p:ext>
    </p:extLst>
  </p:cSld>
  <p:clrMapOvr>
    <a:masterClrMapping/>
  </p:clrMapOvr>
</p:sldLayout>
</file>

<file path=ppt/slideLayouts/slideLayout663.xml><?xml version="1.0" encoding="utf-8"?>
<p:sldLayout xmlns:a="http://schemas.openxmlformats.org/drawingml/2006/main" xmlns:r="http://schemas.openxmlformats.org/officeDocument/2006/relationships" xmlns:p="http://schemas.openxmlformats.org/presentationml/2006/main" type="vertTitleAndTx" preserve="1">
  <p:cSld name="Loddrett tittel og tekst">
    <p:spTree>
      <p:nvGrpSpPr>
        <p:cNvPr id="1" name=""/>
        <p:cNvGrpSpPr/>
        <p:nvPr/>
      </p:nvGrpSpPr>
      <p:grpSpPr>
        <a:xfrm>
          <a:off x="0" y="0"/>
          <a:ext cx="0" cy="0"/>
          <a:chOff x="0" y="0"/>
          <a:chExt cx="0" cy="0"/>
        </a:xfrm>
      </p:grpSpPr>
      <p:sp>
        <p:nvSpPr>
          <p:cNvPr id="2" name="Loddrett tittel 1"/>
          <p:cNvSpPr>
            <a:spLocks noGrp="1"/>
          </p:cNvSpPr>
          <p:nvPr>
            <p:ph type="title" orient="vert"/>
          </p:nvPr>
        </p:nvSpPr>
        <p:spPr>
          <a:xfrm>
            <a:off x="8724900" y="365125"/>
            <a:ext cx="2628900" cy="5811838"/>
          </a:xfrm>
        </p:spPr>
        <p:txBody>
          <a:bodyPr vert="eaVert"/>
          <a:lstStyle/>
          <a:p>
            <a:r>
              <a:rPr lang="nb-NO"/>
              <a:t>Klikk for å redigere tittelstil</a:t>
            </a:r>
          </a:p>
        </p:txBody>
      </p:sp>
      <p:sp>
        <p:nvSpPr>
          <p:cNvPr id="3" name="Plassholder for loddrett tekst 2"/>
          <p:cNvSpPr>
            <a:spLocks noGrp="1"/>
          </p:cNvSpPr>
          <p:nvPr>
            <p:ph type="body" orient="vert" idx="1"/>
          </p:nvPr>
        </p:nvSpPr>
        <p:spPr>
          <a:xfrm>
            <a:off x="838200" y="365125"/>
            <a:ext cx="7734300" cy="5811838"/>
          </a:xfrm>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058FEF9B-8833-447C-B0F0-228876528141}"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303345835"/>
      </p:ext>
    </p:extLst>
  </p:cSld>
  <p:clrMapOvr>
    <a:masterClrMapping/>
  </p:clrMapOvr>
</p:sldLayout>
</file>

<file path=ppt/slideLayouts/slideLayout664.xml><?xml version="1.0" encoding="utf-8"?>
<p:sldLayout xmlns:a="http://schemas.openxmlformats.org/drawingml/2006/main" xmlns:r="http://schemas.openxmlformats.org/officeDocument/2006/relationships" xmlns:p="http://schemas.openxmlformats.org/presentationml/2006/main" userDrawn="1">
  <p:cSld name="Mål">
    <p:spTree>
      <p:nvGrpSpPr>
        <p:cNvPr id="1" name=""/>
        <p:cNvGrpSpPr/>
        <p:nvPr/>
      </p:nvGrpSpPr>
      <p:grpSpPr>
        <a:xfrm>
          <a:off x="0" y="0"/>
          <a:ext cx="0" cy="0"/>
          <a:chOff x="0" y="0"/>
          <a:chExt cx="0" cy="0"/>
        </a:xfrm>
      </p:grpSpPr>
      <p:sp>
        <p:nvSpPr>
          <p:cNvPr id="14" name="Parallellogram 13">
            <a:hlinkClick r:id="rId2" action="ppaction://hlinksldjump"/>
          </p:cNvPr>
          <p:cNvSpPr/>
          <p:nvPr userDrawn="1"/>
        </p:nvSpPr>
        <p:spPr>
          <a:xfrm>
            <a:off x="1428744"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5" name="Parallellogram 14">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6" name="Parallellogram 15">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7" name="Parallellogram 16">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8" name="Parallellogram 17">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9" name="Parallellogram 18">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20" name="Parallellogram 19">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3755662102"/>
      </p:ext>
    </p:extLst>
  </p:cSld>
  <p:clrMapOvr>
    <a:masterClrMapping/>
  </p:clrMapOvr>
</p:sldLayout>
</file>

<file path=ppt/slideLayouts/slideLayout665.xml><?xml version="1.0" encoding="utf-8"?>
<p:sldLayout xmlns:a="http://schemas.openxmlformats.org/drawingml/2006/main" xmlns:r="http://schemas.openxmlformats.org/officeDocument/2006/relationships" xmlns:p="http://schemas.openxmlformats.org/presentationml/2006/main" userDrawn="1">
  <p:cSld name="Innhold">
    <p:spTree>
      <p:nvGrpSpPr>
        <p:cNvPr id="1" name=""/>
        <p:cNvGrpSpPr/>
        <p:nvPr/>
      </p:nvGrpSpPr>
      <p:grpSpPr>
        <a:xfrm>
          <a:off x="0" y="0"/>
          <a:ext cx="0" cy="0"/>
          <a:chOff x="0" y="0"/>
          <a:chExt cx="0" cy="0"/>
        </a:xfrm>
      </p:grpSpPr>
      <p:sp>
        <p:nvSpPr>
          <p:cNvPr id="14" name="Parallellogram 13">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5" name="Parallellogram 14">
            <a:hlinkClick r:id="rId3" action="ppaction://hlinksldjump"/>
          </p:cNvPr>
          <p:cNvSpPr/>
          <p:nvPr userDrawn="1"/>
        </p:nvSpPr>
        <p:spPr>
          <a:xfrm>
            <a:off x="2938557"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6" name="Parallellogram 15">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7" name="Parallellogram 16">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8" name="Parallellogram 17">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9" name="Parallellogram 18">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20" name="Parallellogram 19">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551639136"/>
      </p:ext>
    </p:extLst>
  </p:cSld>
  <p:clrMapOvr>
    <a:masterClrMapping/>
  </p:clrMapOvr>
</p:sldLayout>
</file>

<file path=ppt/slideLayouts/slideLayout666.xml><?xml version="1.0" encoding="utf-8"?>
<p:sldLayout xmlns:a="http://schemas.openxmlformats.org/drawingml/2006/main" xmlns:r="http://schemas.openxmlformats.org/officeDocument/2006/relationships" xmlns:p="http://schemas.openxmlformats.org/presentationml/2006/main" userDrawn="1">
  <p:cSld name="Elev">
    <p:spTree>
      <p:nvGrpSpPr>
        <p:cNvPr id="1" name=""/>
        <p:cNvGrpSpPr/>
        <p:nvPr/>
      </p:nvGrpSpPr>
      <p:grpSpPr>
        <a:xfrm>
          <a:off x="0" y="0"/>
          <a:ext cx="0" cy="0"/>
          <a:chOff x="0" y="0"/>
          <a:chExt cx="0" cy="0"/>
        </a:xfrm>
      </p:grpSpPr>
      <p:sp>
        <p:nvSpPr>
          <p:cNvPr id="15" name="Parallellogram 14">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6" name="Parallellogram 15">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7" name="Parallellogram 16">
            <a:hlinkClick r:id="rId4" action="ppaction://hlinksldjump"/>
          </p:cNvPr>
          <p:cNvSpPr/>
          <p:nvPr userDrawn="1"/>
        </p:nvSpPr>
        <p:spPr>
          <a:xfrm>
            <a:off x="4449118"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8" name="Parallellogram 17">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9" name="Parallellogram 18">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20" name="Parallellogram 19">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21" name="Parallellogram 20">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2256267458"/>
      </p:ext>
    </p:extLst>
  </p:cSld>
  <p:clrMapOvr>
    <a:masterClrMapping/>
  </p:clrMapOvr>
</p:sldLayout>
</file>

<file path=ppt/slideLayouts/slideLayout667.xml><?xml version="1.0" encoding="utf-8"?>
<p:sldLayout xmlns:a="http://schemas.openxmlformats.org/drawingml/2006/main" xmlns:r="http://schemas.openxmlformats.org/officeDocument/2006/relationships" xmlns:p="http://schemas.openxmlformats.org/presentationml/2006/main" userDrawn="1">
  <p:cSld name="Lærer">
    <p:spTree>
      <p:nvGrpSpPr>
        <p:cNvPr id="1" name=""/>
        <p:cNvGrpSpPr/>
        <p:nvPr/>
      </p:nvGrpSpPr>
      <p:grpSpPr>
        <a:xfrm>
          <a:off x="0" y="0"/>
          <a:ext cx="0" cy="0"/>
          <a:chOff x="0" y="0"/>
          <a:chExt cx="0" cy="0"/>
        </a:xfrm>
      </p:grpSpPr>
      <p:sp>
        <p:nvSpPr>
          <p:cNvPr id="9" name="Parallellogram 8">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0" name="Parallellogram 9">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1" name="Parallellogram 10">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2" name="Parallellogram 11">
            <a:hlinkClick r:id="rId5" action="ppaction://hlinksldjump"/>
          </p:cNvPr>
          <p:cNvSpPr/>
          <p:nvPr userDrawn="1"/>
        </p:nvSpPr>
        <p:spPr>
          <a:xfrm>
            <a:off x="5959678"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3" name="Parallellogram 12">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4" name="Parallellogram 13">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15" name="Parallellogram 14">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1577054107"/>
      </p:ext>
    </p:extLst>
  </p:cSld>
  <p:clrMapOvr>
    <a:masterClrMapping/>
  </p:clrMapOvr>
</p:sldLayout>
</file>

<file path=ppt/slideLayouts/slideLayout668.xml><?xml version="1.0" encoding="utf-8"?>
<p:sldLayout xmlns:a="http://schemas.openxmlformats.org/drawingml/2006/main" xmlns:r="http://schemas.openxmlformats.org/officeDocument/2006/relationships" xmlns:p="http://schemas.openxmlformats.org/presentationml/2006/main" userDrawn="1">
  <p:cSld name="Metode">
    <p:spTree>
      <p:nvGrpSpPr>
        <p:cNvPr id="1" name=""/>
        <p:cNvGrpSpPr/>
        <p:nvPr/>
      </p:nvGrpSpPr>
      <p:grpSpPr>
        <a:xfrm>
          <a:off x="0" y="0"/>
          <a:ext cx="0" cy="0"/>
          <a:chOff x="0" y="0"/>
          <a:chExt cx="0" cy="0"/>
        </a:xfrm>
      </p:grpSpPr>
      <p:sp>
        <p:nvSpPr>
          <p:cNvPr id="13" name="Parallellogram 12">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4" name="Parallellogram 13">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5" name="Parallellogram 14">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6" name="Parallellogram 15">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7" name="Parallellogram 16">
            <a:hlinkClick r:id="rId6" action="ppaction://hlinksldjump"/>
          </p:cNvPr>
          <p:cNvSpPr/>
          <p:nvPr userDrawn="1"/>
        </p:nvSpPr>
        <p:spPr>
          <a:xfrm>
            <a:off x="7469491"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8" name="Parallellogram 17">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19" name="Parallellogram 18">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1400050460"/>
      </p:ext>
    </p:extLst>
  </p:cSld>
  <p:clrMapOvr>
    <a:masterClrMapping/>
  </p:clrMapOvr>
</p:sldLayout>
</file>

<file path=ppt/slideLayouts/slideLayout669.xml><?xml version="1.0" encoding="utf-8"?>
<p:sldLayout xmlns:a="http://schemas.openxmlformats.org/drawingml/2006/main" xmlns:r="http://schemas.openxmlformats.org/officeDocument/2006/relationships" xmlns:p="http://schemas.openxmlformats.org/presentationml/2006/main" userDrawn="1">
  <p:cSld name="Vurdering">
    <p:spTree>
      <p:nvGrpSpPr>
        <p:cNvPr id="1" name=""/>
        <p:cNvGrpSpPr/>
        <p:nvPr/>
      </p:nvGrpSpPr>
      <p:grpSpPr>
        <a:xfrm>
          <a:off x="0" y="0"/>
          <a:ext cx="0" cy="0"/>
          <a:chOff x="0" y="0"/>
          <a:chExt cx="0" cy="0"/>
        </a:xfrm>
      </p:grpSpPr>
      <p:sp>
        <p:nvSpPr>
          <p:cNvPr id="15" name="Parallellogram 14">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6" name="Parallellogram 15">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7" name="Parallellogram 16">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8" name="Parallellogram 17">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9" name="Parallellogram 18">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20" name="Parallellogram 19">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21" name="Parallellogram 20">
            <a:hlinkClick r:id="rId8" action="ppaction://hlinksldjump"/>
          </p:cNvPr>
          <p:cNvSpPr/>
          <p:nvPr userDrawn="1"/>
        </p:nvSpPr>
        <p:spPr>
          <a:xfrm>
            <a:off x="10489865"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1172695293"/>
      </p:ext>
    </p:extLst>
  </p:cSld>
  <p:clrMapOvr>
    <a:masterClrMapping/>
  </p:clrMapOvr>
</p:sldLayout>
</file>

<file path=ppt/slideLayouts/slideLayout670.xml><?xml version="1.0" encoding="utf-8"?>
<p:sldLayout xmlns:a="http://schemas.openxmlformats.org/drawingml/2006/main" xmlns:r="http://schemas.openxmlformats.org/officeDocument/2006/relationships" xmlns:p="http://schemas.openxmlformats.org/presentationml/2006/main" type="title" preserve="1">
  <p:cSld name="Tittellysbilde">
    <p:spTree>
      <p:nvGrpSpPr>
        <p:cNvPr id="1" name=""/>
        <p:cNvGrpSpPr/>
        <p:nvPr/>
      </p:nvGrpSpPr>
      <p:grpSpPr>
        <a:xfrm>
          <a:off x="0" y="0"/>
          <a:ext cx="0" cy="0"/>
          <a:chOff x="0" y="0"/>
          <a:chExt cx="0" cy="0"/>
        </a:xfrm>
      </p:grpSpPr>
      <p:sp>
        <p:nvSpPr>
          <p:cNvPr id="2" name="Tittel 1"/>
          <p:cNvSpPr>
            <a:spLocks noGrp="1"/>
          </p:cNvSpPr>
          <p:nvPr>
            <p:ph type="ctrTitle"/>
          </p:nvPr>
        </p:nvSpPr>
        <p:spPr>
          <a:xfrm>
            <a:off x="1524000" y="1122363"/>
            <a:ext cx="9144000" cy="2387600"/>
          </a:xfrm>
        </p:spPr>
        <p:txBody>
          <a:bodyPr anchor="b"/>
          <a:lstStyle>
            <a:lvl1pPr algn="ctr">
              <a:defRPr sz="6000"/>
            </a:lvl1pPr>
          </a:lstStyle>
          <a:p>
            <a:r>
              <a:rPr lang="nb-NO"/>
              <a:t>Klikk for å redigere tittelstil</a:t>
            </a:r>
          </a:p>
        </p:txBody>
      </p:sp>
      <p:sp>
        <p:nvSpPr>
          <p:cNvPr id="3" name="Undertit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b-NO"/>
              <a:t>Klikk for å redigere undertittelstil i malen</a:t>
            </a:r>
          </a:p>
        </p:txBody>
      </p:sp>
      <p:sp>
        <p:nvSpPr>
          <p:cNvPr id="4" name="Plassholder for dato 3"/>
          <p:cNvSpPr>
            <a:spLocks noGrp="1"/>
          </p:cNvSpPr>
          <p:nvPr>
            <p:ph type="dt" sz="half" idx="10"/>
          </p:nvPr>
        </p:nvSpPr>
        <p:spPr/>
        <p:txBody>
          <a:bodyPr/>
          <a:lstStyle/>
          <a:p>
            <a:fld id="{620ED6F3-F383-454A-84C5-1E2615DC4BFA}"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627497022"/>
      </p:ext>
    </p:extLst>
  </p:cSld>
  <p:clrMapOvr>
    <a:masterClrMapping/>
  </p:clrMapOvr>
</p:sldLayout>
</file>

<file path=ppt/slideLayouts/slideLayout671.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idx="1"/>
          </p:nvPr>
        </p:nvSpPr>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7B03F914-B27C-4E67-8485-07E468482DD0}"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1634438717"/>
      </p:ext>
    </p:extLst>
  </p:cSld>
  <p:clrMapOvr>
    <a:masterClrMapping/>
  </p:clrMapOvr>
</p:sldLayout>
</file>

<file path=ppt/slideLayouts/slideLayout672.xml><?xml version="1.0" encoding="utf-8"?>
<p:sldLayout xmlns:a="http://schemas.openxmlformats.org/drawingml/2006/main" xmlns:r="http://schemas.openxmlformats.org/officeDocument/2006/relationships" xmlns:p="http://schemas.openxmlformats.org/presentationml/2006/main" type="secHead" preserve="1">
  <p:cSld name="Deloverskrift">
    <p:spTree>
      <p:nvGrpSpPr>
        <p:cNvPr id="1" name=""/>
        <p:cNvGrpSpPr/>
        <p:nvPr/>
      </p:nvGrpSpPr>
      <p:grpSpPr>
        <a:xfrm>
          <a:off x="0" y="0"/>
          <a:ext cx="0" cy="0"/>
          <a:chOff x="0" y="0"/>
          <a:chExt cx="0" cy="0"/>
        </a:xfrm>
      </p:grpSpPr>
      <p:sp>
        <p:nvSpPr>
          <p:cNvPr id="2" name="Tittel 1"/>
          <p:cNvSpPr>
            <a:spLocks noGrp="1"/>
          </p:cNvSpPr>
          <p:nvPr>
            <p:ph type="title"/>
          </p:nvPr>
        </p:nvSpPr>
        <p:spPr>
          <a:xfrm>
            <a:off x="831850" y="1709738"/>
            <a:ext cx="10515600" cy="2852737"/>
          </a:xfrm>
        </p:spPr>
        <p:txBody>
          <a:bodyPr anchor="b"/>
          <a:lstStyle>
            <a:lvl1pPr>
              <a:defRPr sz="6000"/>
            </a:lvl1pPr>
          </a:lstStyle>
          <a:p>
            <a:r>
              <a:rPr lang="nb-NO"/>
              <a:t>Klikk for å redigere tittelstil</a:t>
            </a:r>
          </a:p>
        </p:txBody>
      </p:sp>
      <p:sp>
        <p:nvSpPr>
          <p:cNvPr id="3" name="Plassholder for teks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b-NO"/>
              <a:t>Rediger tekststiler i malen</a:t>
            </a:r>
          </a:p>
        </p:txBody>
      </p:sp>
      <p:sp>
        <p:nvSpPr>
          <p:cNvPr id="4" name="Plassholder for dato 3"/>
          <p:cNvSpPr>
            <a:spLocks noGrp="1"/>
          </p:cNvSpPr>
          <p:nvPr>
            <p:ph type="dt" sz="half" idx="10"/>
          </p:nvPr>
        </p:nvSpPr>
        <p:spPr/>
        <p:txBody>
          <a:bodyPr/>
          <a:lstStyle/>
          <a:p>
            <a:fld id="{BAF2283D-089E-4CD4-8756-A6866569F765}"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3011120177"/>
      </p:ext>
    </p:extLst>
  </p:cSld>
  <p:clrMapOvr>
    <a:masterClrMapping/>
  </p:clrMapOvr>
</p:sldLayout>
</file>

<file path=ppt/slideLayouts/slideLayout673.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sz="half" idx="1"/>
          </p:nvPr>
        </p:nvSpPr>
        <p:spPr>
          <a:xfrm>
            <a:off x="838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innhold 3"/>
          <p:cNvSpPr>
            <a:spLocks noGrp="1"/>
          </p:cNvSpPr>
          <p:nvPr>
            <p:ph sz="half" idx="2"/>
          </p:nvPr>
        </p:nvSpPr>
        <p:spPr>
          <a:xfrm>
            <a:off x="6172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dato 4"/>
          <p:cNvSpPr>
            <a:spLocks noGrp="1"/>
          </p:cNvSpPr>
          <p:nvPr>
            <p:ph type="dt" sz="half" idx="10"/>
          </p:nvPr>
        </p:nvSpPr>
        <p:spPr/>
        <p:txBody>
          <a:bodyPr/>
          <a:lstStyle/>
          <a:p>
            <a:fld id="{4603A14D-E414-42F2-AE3F-AC56D7F110F9}"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4138409778"/>
      </p:ext>
    </p:extLst>
  </p:cSld>
  <p:clrMapOvr>
    <a:masterClrMapping/>
  </p:clrMapOvr>
</p:sldLayout>
</file>

<file path=ppt/slideLayouts/slideLayout674.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tel 1"/>
          <p:cNvSpPr>
            <a:spLocks noGrp="1"/>
          </p:cNvSpPr>
          <p:nvPr>
            <p:ph type="title"/>
          </p:nvPr>
        </p:nvSpPr>
        <p:spPr>
          <a:xfrm>
            <a:off x="839788" y="365125"/>
            <a:ext cx="10515600" cy="1325563"/>
          </a:xfrm>
        </p:spPr>
        <p:txBody>
          <a:bodyPr/>
          <a:lstStyle/>
          <a:p>
            <a:r>
              <a:rPr lang="nb-NO"/>
              <a:t>Klikk for å redigere tittelstil</a:t>
            </a:r>
          </a:p>
        </p:txBody>
      </p:sp>
      <p:sp>
        <p:nvSpPr>
          <p:cNvPr id="3" name="Plassholder for teks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4" name="Plassholder for innhold 3"/>
          <p:cNvSpPr>
            <a:spLocks noGrp="1"/>
          </p:cNvSpPr>
          <p:nvPr>
            <p:ph sz="half" idx="2"/>
          </p:nvPr>
        </p:nvSpPr>
        <p:spPr>
          <a:xfrm>
            <a:off x="839788" y="2505075"/>
            <a:ext cx="5157787"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teks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6" name="Plassholder for innhold 5"/>
          <p:cNvSpPr>
            <a:spLocks noGrp="1"/>
          </p:cNvSpPr>
          <p:nvPr>
            <p:ph sz="quarter" idx="4"/>
          </p:nvPr>
        </p:nvSpPr>
        <p:spPr>
          <a:xfrm>
            <a:off x="6172200" y="2505075"/>
            <a:ext cx="5183188"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7" name="Plassholder for dato 6"/>
          <p:cNvSpPr>
            <a:spLocks noGrp="1"/>
          </p:cNvSpPr>
          <p:nvPr>
            <p:ph type="dt" sz="half" idx="10"/>
          </p:nvPr>
        </p:nvSpPr>
        <p:spPr/>
        <p:txBody>
          <a:bodyPr/>
          <a:lstStyle/>
          <a:p>
            <a:fld id="{419BD85A-1D83-4EE3-822F-D3C79DE83C44}" type="datetime1">
              <a:rPr lang="nb-NO" smtClean="0"/>
              <a:t>27.08.2024</a:t>
            </a:fld>
            <a:endParaRPr lang="nb-NO"/>
          </a:p>
        </p:txBody>
      </p:sp>
      <p:sp>
        <p:nvSpPr>
          <p:cNvPr id="8" name="Plassholder for bunntekst 7"/>
          <p:cNvSpPr>
            <a:spLocks noGrp="1"/>
          </p:cNvSpPr>
          <p:nvPr>
            <p:ph type="ftr" sz="quarter" idx="11"/>
          </p:nvPr>
        </p:nvSpPr>
        <p:spPr/>
        <p:txBody>
          <a:bodyPr/>
          <a:lstStyle/>
          <a:p>
            <a:r>
              <a:rPr lang="nb-NO"/>
              <a:t>Control Trafikkskole</a:t>
            </a:r>
          </a:p>
        </p:txBody>
      </p:sp>
      <p:sp>
        <p:nvSpPr>
          <p:cNvPr id="9" name="Plassholder for lysbildenummer 8"/>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900835708"/>
      </p:ext>
    </p:extLst>
  </p:cSld>
  <p:clrMapOvr>
    <a:masterClrMapping/>
  </p:clrMapOvr>
</p:sldLayout>
</file>

<file path=ppt/slideLayouts/slideLayout675.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dato 2"/>
          <p:cNvSpPr>
            <a:spLocks noGrp="1"/>
          </p:cNvSpPr>
          <p:nvPr>
            <p:ph type="dt" sz="half" idx="10"/>
          </p:nvPr>
        </p:nvSpPr>
        <p:spPr/>
        <p:txBody>
          <a:bodyPr/>
          <a:lstStyle/>
          <a:p>
            <a:fld id="{FF297BA3-92DA-4CB3-A6B0-F9E34B7ECCD5}" type="datetime1">
              <a:rPr lang="nb-NO" smtClean="0"/>
              <a:t>27.08.2024</a:t>
            </a:fld>
            <a:endParaRPr lang="nb-NO"/>
          </a:p>
        </p:txBody>
      </p:sp>
      <p:sp>
        <p:nvSpPr>
          <p:cNvPr id="4" name="Plassholder for bunntekst 3"/>
          <p:cNvSpPr>
            <a:spLocks noGrp="1"/>
          </p:cNvSpPr>
          <p:nvPr>
            <p:ph type="ftr" sz="quarter" idx="11"/>
          </p:nvPr>
        </p:nvSpPr>
        <p:spPr/>
        <p:txBody>
          <a:bodyPr/>
          <a:lstStyle/>
          <a:p>
            <a:r>
              <a:rPr lang="nb-NO"/>
              <a:t>Control Trafikkskole</a:t>
            </a:r>
          </a:p>
        </p:txBody>
      </p:sp>
      <p:sp>
        <p:nvSpPr>
          <p:cNvPr id="5" name="Plassholder for lysbildenummer 4"/>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3885141782"/>
      </p:ext>
    </p:extLst>
  </p:cSld>
  <p:clrMapOvr>
    <a:masterClrMapping/>
  </p:clrMapOvr>
</p:sldLayout>
</file>

<file path=ppt/slideLayouts/slideLayout676.xml><?xml version="1.0" encoding="utf-8"?>
<p:sldLayout xmlns:a="http://schemas.openxmlformats.org/drawingml/2006/main" xmlns:r="http://schemas.openxmlformats.org/officeDocument/2006/relationships" xmlns:p="http://schemas.openxmlformats.org/presentationml/2006/main" type="blank" preserve="1">
  <p:cSld name="Rutevalg">
    <p:spTree>
      <p:nvGrpSpPr>
        <p:cNvPr id="1" name=""/>
        <p:cNvGrpSpPr/>
        <p:nvPr/>
      </p:nvGrpSpPr>
      <p:grpSpPr>
        <a:xfrm>
          <a:off x="0" y="0"/>
          <a:ext cx="0" cy="0"/>
          <a:chOff x="0" y="0"/>
          <a:chExt cx="0" cy="0"/>
        </a:xfrm>
      </p:grpSpPr>
      <p:sp>
        <p:nvSpPr>
          <p:cNvPr id="2" name="Plassholder for dato 1"/>
          <p:cNvSpPr>
            <a:spLocks noGrp="1"/>
          </p:cNvSpPr>
          <p:nvPr>
            <p:ph type="dt" sz="half" idx="10"/>
          </p:nvPr>
        </p:nvSpPr>
        <p:spPr/>
        <p:txBody>
          <a:bodyPr/>
          <a:lstStyle/>
          <a:p>
            <a:fld id="{88247759-20E8-4145-99A2-A9C1CB11DBBA}" type="datetime1">
              <a:rPr lang="nb-NO" smtClean="0"/>
              <a:t>27.08.2024</a:t>
            </a:fld>
            <a:endParaRPr lang="nb-NO"/>
          </a:p>
        </p:txBody>
      </p:sp>
      <p:sp>
        <p:nvSpPr>
          <p:cNvPr id="3" name="Plassholder for bunntekst 2"/>
          <p:cNvSpPr>
            <a:spLocks noGrp="1"/>
          </p:cNvSpPr>
          <p:nvPr>
            <p:ph type="ftr" sz="quarter" idx="11"/>
          </p:nvPr>
        </p:nvSpPr>
        <p:spPr/>
        <p:txBody>
          <a:bodyPr/>
          <a:lstStyle/>
          <a:p>
            <a:r>
              <a:rPr lang="nb-NO"/>
              <a:t>Control Trafikkskole</a:t>
            </a:r>
          </a:p>
        </p:txBody>
      </p:sp>
      <p:sp>
        <p:nvSpPr>
          <p:cNvPr id="4" name="Plassholder for lysbildenummer 3"/>
          <p:cNvSpPr>
            <a:spLocks noGrp="1"/>
          </p:cNvSpPr>
          <p:nvPr>
            <p:ph type="sldNum" sz="quarter" idx="12"/>
          </p:nvPr>
        </p:nvSpPr>
        <p:spPr/>
        <p:txBody>
          <a:bodyPr/>
          <a:lstStyle/>
          <a:p>
            <a:fld id="{2EEBBCFE-599B-47F9-B84D-4259C5E2055D}" type="slidenum">
              <a:rPr lang="nb-NO" smtClean="0"/>
              <a:t>‹#›</a:t>
            </a:fld>
            <a:endParaRPr lang="nb-NO"/>
          </a:p>
        </p:txBody>
      </p:sp>
      <p:sp>
        <p:nvSpPr>
          <p:cNvPr id="5" name="Parallellogram 4">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6" name="Parallellogram 5">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7" name="Parallellogram 6">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8" name="Parallellogram 7">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9" name="Parallellogram 8">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0" name="Parallellogram 9">
            <a:hlinkClick r:id="rId7" action="ppaction://hlinksldjump"/>
          </p:cNvPr>
          <p:cNvSpPr/>
          <p:nvPr userDrawn="1"/>
        </p:nvSpPr>
        <p:spPr>
          <a:xfrm>
            <a:off x="8979304"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11" name="Parallellogram 10">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1364130119"/>
      </p:ext>
    </p:extLst>
  </p:cSld>
  <p:clrMapOvr>
    <a:masterClrMapping/>
  </p:clrMapOvr>
</p:sldLayout>
</file>

<file path=ppt/slideLayouts/slideLayout677.xml><?xml version="1.0" encoding="utf-8"?>
<p:sldLayout xmlns:a="http://schemas.openxmlformats.org/drawingml/2006/main" xmlns:r="http://schemas.openxmlformats.org/officeDocument/2006/relationships" xmlns:p="http://schemas.openxmlformats.org/presentationml/2006/main" type="objTx" preserve="1">
  <p:cSld name="Innhold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innhold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103AE6F1-091D-4C32-BCEC-C86A4E788900}"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3810452043"/>
      </p:ext>
    </p:extLst>
  </p:cSld>
  <p:clrMapOvr>
    <a:masterClrMapping/>
  </p:clrMapOvr>
</p:sldLayout>
</file>

<file path=ppt/slideLayouts/slideLayout678.xml><?xml version="1.0" encoding="utf-8"?>
<p:sldLayout xmlns:a="http://schemas.openxmlformats.org/drawingml/2006/main" xmlns:r="http://schemas.openxmlformats.org/officeDocument/2006/relationships" xmlns:p="http://schemas.openxmlformats.org/presentationml/2006/main" type="picTx" preserve="1">
  <p:cSld name="Bilde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bild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EE59D1EA-81E1-4EC7-AD70-22DA28826916}"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3089929463"/>
      </p:ext>
    </p:extLst>
  </p:cSld>
  <p:clrMapOvr>
    <a:masterClrMapping/>
  </p:clrMapOvr>
</p:sldLayout>
</file>

<file path=ppt/slideLayouts/slideLayout679.xml><?xml version="1.0" encoding="utf-8"?>
<p:sldLayout xmlns:a="http://schemas.openxmlformats.org/drawingml/2006/main" xmlns:r="http://schemas.openxmlformats.org/officeDocument/2006/relationships" xmlns:p="http://schemas.openxmlformats.org/presentationml/2006/main" type="vertTx" preserve="1">
  <p:cSld name="Loddrett tekst">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loddrett tekst 2"/>
          <p:cNvSpPr>
            <a:spLocks noGrp="1"/>
          </p:cNvSpPr>
          <p:nvPr>
            <p:ph type="body" orient="vert" idx="1"/>
          </p:nvPr>
        </p:nvSpPr>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01EBF23A-2C62-48A1-B476-598BF45DAD41}"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834875471"/>
      </p:ext>
    </p:extLst>
  </p:cSld>
  <p:clrMapOvr>
    <a:masterClrMapping/>
  </p:clrMapOvr>
</p:sldLayout>
</file>

<file path=ppt/slideLayouts/slideLayout680.xml><?xml version="1.0" encoding="utf-8"?>
<p:sldLayout xmlns:a="http://schemas.openxmlformats.org/drawingml/2006/main" xmlns:r="http://schemas.openxmlformats.org/officeDocument/2006/relationships" xmlns:p="http://schemas.openxmlformats.org/presentationml/2006/main" type="vertTitleAndTx" preserve="1">
  <p:cSld name="Loddrett tittel og tekst">
    <p:spTree>
      <p:nvGrpSpPr>
        <p:cNvPr id="1" name=""/>
        <p:cNvGrpSpPr/>
        <p:nvPr/>
      </p:nvGrpSpPr>
      <p:grpSpPr>
        <a:xfrm>
          <a:off x="0" y="0"/>
          <a:ext cx="0" cy="0"/>
          <a:chOff x="0" y="0"/>
          <a:chExt cx="0" cy="0"/>
        </a:xfrm>
      </p:grpSpPr>
      <p:sp>
        <p:nvSpPr>
          <p:cNvPr id="2" name="Loddrett tittel 1"/>
          <p:cNvSpPr>
            <a:spLocks noGrp="1"/>
          </p:cNvSpPr>
          <p:nvPr>
            <p:ph type="title" orient="vert"/>
          </p:nvPr>
        </p:nvSpPr>
        <p:spPr>
          <a:xfrm>
            <a:off x="8724900" y="365125"/>
            <a:ext cx="2628900" cy="5811838"/>
          </a:xfrm>
        </p:spPr>
        <p:txBody>
          <a:bodyPr vert="eaVert"/>
          <a:lstStyle/>
          <a:p>
            <a:r>
              <a:rPr lang="nb-NO"/>
              <a:t>Klikk for å redigere tittelstil</a:t>
            </a:r>
          </a:p>
        </p:txBody>
      </p:sp>
      <p:sp>
        <p:nvSpPr>
          <p:cNvPr id="3" name="Plassholder for loddrett tekst 2"/>
          <p:cNvSpPr>
            <a:spLocks noGrp="1"/>
          </p:cNvSpPr>
          <p:nvPr>
            <p:ph type="body" orient="vert" idx="1"/>
          </p:nvPr>
        </p:nvSpPr>
        <p:spPr>
          <a:xfrm>
            <a:off x="838200" y="365125"/>
            <a:ext cx="7734300" cy="5811838"/>
          </a:xfrm>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B3195235-5E59-4AAE-9D7E-DE6EBCF77851}"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621392464"/>
      </p:ext>
    </p:extLst>
  </p:cSld>
  <p:clrMapOvr>
    <a:masterClrMapping/>
  </p:clrMapOvr>
</p:sldLayout>
</file>

<file path=ppt/slideLayouts/slideLayout681.xml><?xml version="1.0" encoding="utf-8"?>
<p:sldLayout xmlns:a="http://schemas.openxmlformats.org/drawingml/2006/main" xmlns:r="http://schemas.openxmlformats.org/officeDocument/2006/relationships" xmlns:p="http://schemas.openxmlformats.org/presentationml/2006/main" userDrawn="1">
  <p:cSld name="Mål">
    <p:spTree>
      <p:nvGrpSpPr>
        <p:cNvPr id="1" name=""/>
        <p:cNvGrpSpPr/>
        <p:nvPr/>
      </p:nvGrpSpPr>
      <p:grpSpPr>
        <a:xfrm>
          <a:off x="0" y="0"/>
          <a:ext cx="0" cy="0"/>
          <a:chOff x="0" y="0"/>
          <a:chExt cx="0" cy="0"/>
        </a:xfrm>
      </p:grpSpPr>
      <p:sp>
        <p:nvSpPr>
          <p:cNvPr id="14" name="Parallellogram 13">
            <a:hlinkClick r:id="rId2" action="ppaction://hlinksldjump"/>
          </p:cNvPr>
          <p:cNvSpPr/>
          <p:nvPr userDrawn="1"/>
        </p:nvSpPr>
        <p:spPr>
          <a:xfrm>
            <a:off x="1428744"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5" name="Parallellogram 14">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6" name="Parallellogram 15">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7" name="Parallellogram 16">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8" name="Parallellogram 17">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9" name="Parallellogram 18">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20" name="Parallellogram 19">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3617309930"/>
      </p:ext>
    </p:extLst>
  </p:cSld>
  <p:clrMapOvr>
    <a:masterClrMapping/>
  </p:clrMapOvr>
</p:sldLayout>
</file>

<file path=ppt/slideLayouts/slideLayout682.xml><?xml version="1.0" encoding="utf-8"?>
<p:sldLayout xmlns:a="http://schemas.openxmlformats.org/drawingml/2006/main" xmlns:r="http://schemas.openxmlformats.org/officeDocument/2006/relationships" xmlns:p="http://schemas.openxmlformats.org/presentationml/2006/main" userDrawn="1">
  <p:cSld name="Innhold">
    <p:spTree>
      <p:nvGrpSpPr>
        <p:cNvPr id="1" name=""/>
        <p:cNvGrpSpPr/>
        <p:nvPr/>
      </p:nvGrpSpPr>
      <p:grpSpPr>
        <a:xfrm>
          <a:off x="0" y="0"/>
          <a:ext cx="0" cy="0"/>
          <a:chOff x="0" y="0"/>
          <a:chExt cx="0" cy="0"/>
        </a:xfrm>
      </p:grpSpPr>
      <p:sp>
        <p:nvSpPr>
          <p:cNvPr id="14" name="Parallellogram 13">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5" name="Parallellogram 14">
            <a:hlinkClick r:id="rId3" action="ppaction://hlinksldjump"/>
          </p:cNvPr>
          <p:cNvSpPr/>
          <p:nvPr userDrawn="1"/>
        </p:nvSpPr>
        <p:spPr>
          <a:xfrm>
            <a:off x="2938557"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6" name="Parallellogram 15">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7" name="Parallellogram 16">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8" name="Parallellogram 17">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9" name="Parallellogram 18">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20" name="Parallellogram 19">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3451467593"/>
      </p:ext>
    </p:extLst>
  </p:cSld>
  <p:clrMapOvr>
    <a:masterClrMapping/>
  </p:clrMapOvr>
</p:sldLayout>
</file>

<file path=ppt/slideLayouts/slideLayout683.xml><?xml version="1.0" encoding="utf-8"?>
<p:sldLayout xmlns:a="http://schemas.openxmlformats.org/drawingml/2006/main" xmlns:r="http://schemas.openxmlformats.org/officeDocument/2006/relationships" xmlns:p="http://schemas.openxmlformats.org/presentationml/2006/main" userDrawn="1">
  <p:cSld name="Elev">
    <p:spTree>
      <p:nvGrpSpPr>
        <p:cNvPr id="1" name=""/>
        <p:cNvGrpSpPr/>
        <p:nvPr/>
      </p:nvGrpSpPr>
      <p:grpSpPr>
        <a:xfrm>
          <a:off x="0" y="0"/>
          <a:ext cx="0" cy="0"/>
          <a:chOff x="0" y="0"/>
          <a:chExt cx="0" cy="0"/>
        </a:xfrm>
      </p:grpSpPr>
      <p:sp>
        <p:nvSpPr>
          <p:cNvPr id="15" name="Parallellogram 14">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6" name="Parallellogram 15">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7" name="Parallellogram 16">
            <a:hlinkClick r:id="rId4" action="ppaction://hlinksldjump"/>
          </p:cNvPr>
          <p:cNvSpPr/>
          <p:nvPr userDrawn="1"/>
        </p:nvSpPr>
        <p:spPr>
          <a:xfrm>
            <a:off x="4449118"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8" name="Parallellogram 17">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9" name="Parallellogram 18">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20" name="Parallellogram 19">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21" name="Parallellogram 20">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845762908"/>
      </p:ext>
    </p:extLst>
  </p:cSld>
  <p:clrMapOvr>
    <a:masterClrMapping/>
  </p:clrMapOvr>
</p:sldLayout>
</file>

<file path=ppt/slideLayouts/slideLayout684.xml><?xml version="1.0" encoding="utf-8"?>
<p:sldLayout xmlns:a="http://schemas.openxmlformats.org/drawingml/2006/main" xmlns:r="http://schemas.openxmlformats.org/officeDocument/2006/relationships" xmlns:p="http://schemas.openxmlformats.org/presentationml/2006/main" userDrawn="1">
  <p:cSld name="Lærer">
    <p:spTree>
      <p:nvGrpSpPr>
        <p:cNvPr id="1" name=""/>
        <p:cNvGrpSpPr/>
        <p:nvPr/>
      </p:nvGrpSpPr>
      <p:grpSpPr>
        <a:xfrm>
          <a:off x="0" y="0"/>
          <a:ext cx="0" cy="0"/>
          <a:chOff x="0" y="0"/>
          <a:chExt cx="0" cy="0"/>
        </a:xfrm>
      </p:grpSpPr>
      <p:sp>
        <p:nvSpPr>
          <p:cNvPr id="9" name="Parallellogram 8">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0" name="Parallellogram 9">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1" name="Parallellogram 10">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2" name="Parallellogram 11">
            <a:hlinkClick r:id="rId5" action="ppaction://hlinksldjump"/>
          </p:cNvPr>
          <p:cNvSpPr/>
          <p:nvPr userDrawn="1"/>
        </p:nvSpPr>
        <p:spPr>
          <a:xfrm>
            <a:off x="5959678"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3" name="Parallellogram 12">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4" name="Parallellogram 13">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15" name="Parallellogram 14">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3280186691"/>
      </p:ext>
    </p:extLst>
  </p:cSld>
  <p:clrMapOvr>
    <a:masterClrMapping/>
  </p:clrMapOvr>
</p:sldLayout>
</file>

<file path=ppt/slideLayouts/slideLayout685.xml><?xml version="1.0" encoding="utf-8"?>
<p:sldLayout xmlns:a="http://schemas.openxmlformats.org/drawingml/2006/main" xmlns:r="http://schemas.openxmlformats.org/officeDocument/2006/relationships" xmlns:p="http://schemas.openxmlformats.org/presentationml/2006/main" userDrawn="1">
  <p:cSld name="Metode">
    <p:spTree>
      <p:nvGrpSpPr>
        <p:cNvPr id="1" name=""/>
        <p:cNvGrpSpPr/>
        <p:nvPr/>
      </p:nvGrpSpPr>
      <p:grpSpPr>
        <a:xfrm>
          <a:off x="0" y="0"/>
          <a:ext cx="0" cy="0"/>
          <a:chOff x="0" y="0"/>
          <a:chExt cx="0" cy="0"/>
        </a:xfrm>
      </p:grpSpPr>
      <p:sp>
        <p:nvSpPr>
          <p:cNvPr id="13" name="Parallellogram 12">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4" name="Parallellogram 13">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5" name="Parallellogram 14">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6" name="Parallellogram 15">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7" name="Parallellogram 16">
            <a:hlinkClick r:id="rId6" action="ppaction://hlinksldjump"/>
          </p:cNvPr>
          <p:cNvSpPr/>
          <p:nvPr userDrawn="1"/>
        </p:nvSpPr>
        <p:spPr>
          <a:xfrm>
            <a:off x="7469491"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8" name="Parallellogram 17">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19" name="Parallellogram 18">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3706298582"/>
      </p:ext>
    </p:extLst>
  </p:cSld>
  <p:clrMapOvr>
    <a:masterClrMapping/>
  </p:clrMapOvr>
</p:sldLayout>
</file>

<file path=ppt/slideLayouts/slideLayout686.xml><?xml version="1.0" encoding="utf-8"?>
<p:sldLayout xmlns:a="http://schemas.openxmlformats.org/drawingml/2006/main" xmlns:r="http://schemas.openxmlformats.org/officeDocument/2006/relationships" xmlns:p="http://schemas.openxmlformats.org/presentationml/2006/main" userDrawn="1">
  <p:cSld name="Vurdering">
    <p:spTree>
      <p:nvGrpSpPr>
        <p:cNvPr id="1" name=""/>
        <p:cNvGrpSpPr/>
        <p:nvPr/>
      </p:nvGrpSpPr>
      <p:grpSpPr>
        <a:xfrm>
          <a:off x="0" y="0"/>
          <a:ext cx="0" cy="0"/>
          <a:chOff x="0" y="0"/>
          <a:chExt cx="0" cy="0"/>
        </a:xfrm>
      </p:grpSpPr>
      <p:sp>
        <p:nvSpPr>
          <p:cNvPr id="15" name="Parallellogram 14">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6" name="Parallellogram 15">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7" name="Parallellogram 16">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8" name="Parallellogram 17">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9" name="Parallellogram 18">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20" name="Parallellogram 19">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21" name="Parallellogram 20">
            <a:hlinkClick r:id="rId8" action="ppaction://hlinksldjump"/>
          </p:cNvPr>
          <p:cNvSpPr/>
          <p:nvPr userDrawn="1"/>
        </p:nvSpPr>
        <p:spPr>
          <a:xfrm>
            <a:off x="10489865"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1207674912"/>
      </p:ext>
    </p:extLst>
  </p:cSld>
  <p:clrMapOvr>
    <a:masterClrMapping/>
  </p:clrMapOvr>
</p:sldLayout>
</file>

<file path=ppt/slideLayouts/slideLayout687.xml><?xml version="1.0" encoding="utf-8"?>
<p:sldLayout xmlns:a="http://schemas.openxmlformats.org/drawingml/2006/main" xmlns:r="http://schemas.openxmlformats.org/officeDocument/2006/relationships" xmlns:p="http://schemas.openxmlformats.org/presentationml/2006/main" type="title" preserve="1">
  <p:cSld name="Tittellysbilde">
    <p:spTree>
      <p:nvGrpSpPr>
        <p:cNvPr id="1" name=""/>
        <p:cNvGrpSpPr/>
        <p:nvPr/>
      </p:nvGrpSpPr>
      <p:grpSpPr>
        <a:xfrm>
          <a:off x="0" y="0"/>
          <a:ext cx="0" cy="0"/>
          <a:chOff x="0" y="0"/>
          <a:chExt cx="0" cy="0"/>
        </a:xfrm>
      </p:grpSpPr>
      <p:sp>
        <p:nvSpPr>
          <p:cNvPr id="2" name="Tittel 1"/>
          <p:cNvSpPr>
            <a:spLocks noGrp="1"/>
          </p:cNvSpPr>
          <p:nvPr>
            <p:ph type="ctrTitle"/>
          </p:nvPr>
        </p:nvSpPr>
        <p:spPr>
          <a:xfrm>
            <a:off x="1524000" y="1122363"/>
            <a:ext cx="9144000" cy="2387600"/>
          </a:xfrm>
        </p:spPr>
        <p:txBody>
          <a:bodyPr anchor="b"/>
          <a:lstStyle>
            <a:lvl1pPr algn="ctr">
              <a:defRPr sz="6000"/>
            </a:lvl1pPr>
          </a:lstStyle>
          <a:p>
            <a:r>
              <a:rPr lang="nb-NO"/>
              <a:t>Klikk for å redigere tittelstil</a:t>
            </a:r>
          </a:p>
        </p:txBody>
      </p:sp>
      <p:sp>
        <p:nvSpPr>
          <p:cNvPr id="3" name="Undertit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b-NO"/>
              <a:t>Klikk for å redigere undertittelstil i malen</a:t>
            </a:r>
          </a:p>
        </p:txBody>
      </p:sp>
      <p:sp>
        <p:nvSpPr>
          <p:cNvPr id="4" name="Plassholder for dato 3"/>
          <p:cNvSpPr>
            <a:spLocks noGrp="1"/>
          </p:cNvSpPr>
          <p:nvPr>
            <p:ph type="dt" sz="half" idx="10"/>
          </p:nvPr>
        </p:nvSpPr>
        <p:spPr/>
        <p:txBody>
          <a:bodyPr/>
          <a:lstStyle/>
          <a:p>
            <a:fld id="{4F76B945-2895-487E-A4DF-E559120D0E83}"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56692009"/>
      </p:ext>
    </p:extLst>
  </p:cSld>
  <p:clrMapOvr>
    <a:masterClrMapping/>
  </p:clrMapOvr>
</p:sldLayout>
</file>

<file path=ppt/slideLayouts/slideLayout688.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idx="1"/>
          </p:nvPr>
        </p:nvSpPr>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E7E391D4-CCAD-4F5F-8336-FEB75146DB2C}"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405510276"/>
      </p:ext>
    </p:extLst>
  </p:cSld>
  <p:clrMapOvr>
    <a:masterClrMapping/>
  </p:clrMapOvr>
</p:sldLayout>
</file>

<file path=ppt/slideLayouts/slideLayout689.xml><?xml version="1.0" encoding="utf-8"?>
<p:sldLayout xmlns:a="http://schemas.openxmlformats.org/drawingml/2006/main" xmlns:r="http://schemas.openxmlformats.org/officeDocument/2006/relationships" xmlns:p="http://schemas.openxmlformats.org/presentationml/2006/main" type="secHead" preserve="1">
  <p:cSld name="Deloverskrift">
    <p:spTree>
      <p:nvGrpSpPr>
        <p:cNvPr id="1" name=""/>
        <p:cNvGrpSpPr/>
        <p:nvPr/>
      </p:nvGrpSpPr>
      <p:grpSpPr>
        <a:xfrm>
          <a:off x="0" y="0"/>
          <a:ext cx="0" cy="0"/>
          <a:chOff x="0" y="0"/>
          <a:chExt cx="0" cy="0"/>
        </a:xfrm>
      </p:grpSpPr>
      <p:sp>
        <p:nvSpPr>
          <p:cNvPr id="2" name="Tittel 1"/>
          <p:cNvSpPr>
            <a:spLocks noGrp="1"/>
          </p:cNvSpPr>
          <p:nvPr>
            <p:ph type="title"/>
          </p:nvPr>
        </p:nvSpPr>
        <p:spPr>
          <a:xfrm>
            <a:off x="831850" y="1709738"/>
            <a:ext cx="10515600" cy="2852737"/>
          </a:xfrm>
        </p:spPr>
        <p:txBody>
          <a:bodyPr anchor="b"/>
          <a:lstStyle>
            <a:lvl1pPr>
              <a:defRPr sz="6000"/>
            </a:lvl1pPr>
          </a:lstStyle>
          <a:p>
            <a:r>
              <a:rPr lang="nb-NO"/>
              <a:t>Klikk for å redigere tittelstil</a:t>
            </a:r>
          </a:p>
        </p:txBody>
      </p:sp>
      <p:sp>
        <p:nvSpPr>
          <p:cNvPr id="3" name="Plassholder for teks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b-NO"/>
              <a:t>Rediger tekststiler i malen</a:t>
            </a:r>
          </a:p>
        </p:txBody>
      </p:sp>
      <p:sp>
        <p:nvSpPr>
          <p:cNvPr id="4" name="Plassholder for dato 3"/>
          <p:cNvSpPr>
            <a:spLocks noGrp="1"/>
          </p:cNvSpPr>
          <p:nvPr>
            <p:ph type="dt" sz="half" idx="10"/>
          </p:nvPr>
        </p:nvSpPr>
        <p:spPr/>
        <p:txBody>
          <a:bodyPr/>
          <a:lstStyle/>
          <a:p>
            <a:fld id="{ADB57030-BC6C-4A39-B7C1-49BE43099D60}"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4070951061"/>
      </p:ext>
    </p:extLst>
  </p:cSld>
  <p:clrMapOvr>
    <a:masterClrMapping/>
  </p:clrMapOvr>
</p:sldLayout>
</file>

<file path=ppt/slideLayouts/slideLayout690.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sz="half" idx="1"/>
          </p:nvPr>
        </p:nvSpPr>
        <p:spPr>
          <a:xfrm>
            <a:off x="838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innhold 3"/>
          <p:cNvSpPr>
            <a:spLocks noGrp="1"/>
          </p:cNvSpPr>
          <p:nvPr>
            <p:ph sz="half" idx="2"/>
          </p:nvPr>
        </p:nvSpPr>
        <p:spPr>
          <a:xfrm>
            <a:off x="6172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dato 4"/>
          <p:cNvSpPr>
            <a:spLocks noGrp="1"/>
          </p:cNvSpPr>
          <p:nvPr>
            <p:ph type="dt" sz="half" idx="10"/>
          </p:nvPr>
        </p:nvSpPr>
        <p:spPr/>
        <p:txBody>
          <a:bodyPr/>
          <a:lstStyle/>
          <a:p>
            <a:fld id="{086E2B14-434A-4AF5-9C3E-D1F7C47975CB}"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807036562"/>
      </p:ext>
    </p:extLst>
  </p:cSld>
  <p:clrMapOvr>
    <a:masterClrMapping/>
  </p:clrMapOvr>
</p:sldLayout>
</file>

<file path=ppt/slideLayouts/slideLayout691.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tel 1"/>
          <p:cNvSpPr>
            <a:spLocks noGrp="1"/>
          </p:cNvSpPr>
          <p:nvPr>
            <p:ph type="title"/>
          </p:nvPr>
        </p:nvSpPr>
        <p:spPr>
          <a:xfrm>
            <a:off x="839788" y="365125"/>
            <a:ext cx="10515600" cy="1325563"/>
          </a:xfrm>
        </p:spPr>
        <p:txBody>
          <a:bodyPr/>
          <a:lstStyle/>
          <a:p>
            <a:r>
              <a:rPr lang="nb-NO"/>
              <a:t>Klikk for å redigere tittelstil</a:t>
            </a:r>
          </a:p>
        </p:txBody>
      </p:sp>
      <p:sp>
        <p:nvSpPr>
          <p:cNvPr id="3" name="Plassholder for teks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4" name="Plassholder for innhold 3"/>
          <p:cNvSpPr>
            <a:spLocks noGrp="1"/>
          </p:cNvSpPr>
          <p:nvPr>
            <p:ph sz="half" idx="2"/>
          </p:nvPr>
        </p:nvSpPr>
        <p:spPr>
          <a:xfrm>
            <a:off x="839788" y="2505075"/>
            <a:ext cx="5157787"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teks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6" name="Plassholder for innhold 5"/>
          <p:cNvSpPr>
            <a:spLocks noGrp="1"/>
          </p:cNvSpPr>
          <p:nvPr>
            <p:ph sz="quarter" idx="4"/>
          </p:nvPr>
        </p:nvSpPr>
        <p:spPr>
          <a:xfrm>
            <a:off x="6172200" y="2505075"/>
            <a:ext cx="5183188"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7" name="Plassholder for dato 6"/>
          <p:cNvSpPr>
            <a:spLocks noGrp="1"/>
          </p:cNvSpPr>
          <p:nvPr>
            <p:ph type="dt" sz="half" idx="10"/>
          </p:nvPr>
        </p:nvSpPr>
        <p:spPr/>
        <p:txBody>
          <a:bodyPr/>
          <a:lstStyle/>
          <a:p>
            <a:fld id="{37198860-97C3-4E63-9646-BA2E043198E9}" type="datetime1">
              <a:rPr lang="nb-NO" smtClean="0"/>
              <a:t>27.08.2024</a:t>
            </a:fld>
            <a:endParaRPr lang="nb-NO"/>
          </a:p>
        </p:txBody>
      </p:sp>
      <p:sp>
        <p:nvSpPr>
          <p:cNvPr id="8" name="Plassholder for bunntekst 7"/>
          <p:cNvSpPr>
            <a:spLocks noGrp="1"/>
          </p:cNvSpPr>
          <p:nvPr>
            <p:ph type="ftr" sz="quarter" idx="11"/>
          </p:nvPr>
        </p:nvSpPr>
        <p:spPr/>
        <p:txBody>
          <a:bodyPr/>
          <a:lstStyle/>
          <a:p>
            <a:r>
              <a:rPr lang="nb-NO"/>
              <a:t>Control Trafikkskole</a:t>
            </a:r>
          </a:p>
        </p:txBody>
      </p:sp>
      <p:sp>
        <p:nvSpPr>
          <p:cNvPr id="9" name="Plassholder for lysbildenummer 8"/>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510254293"/>
      </p:ext>
    </p:extLst>
  </p:cSld>
  <p:clrMapOvr>
    <a:masterClrMapping/>
  </p:clrMapOvr>
</p:sldLayout>
</file>

<file path=ppt/slideLayouts/slideLayout692.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dato 2"/>
          <p:cNvSpPr>
            <a:spLocks noGrp="1"/>
          </p:cNvSpPr>
          <p:nvPr>
            <p:ph type="dt" sz="half" idx="10"/>
          </p:nvPr>
        </p:nvSpPr>
        <p:spPr/>
        <p:txBody>
          <a:bodyPr/>
          <a:lstStyle/>
          <a:p>
            <a:fld id="{19DC280B-B08C-4B51-88E4-E4C9F8E56E85}" type="datetime1">
              <a:rPr lang="nb-NO" smtClean="0"/>
              <a:t>27.08.2024</a:t>
            </a:fld>
            <a:endParaRPr lang="nb-NO"/>
          </a:p>
        </p:txBody>
      </p:sp>
      <p:sp>
        <p:nvSpPr>
          <p:cNvPr id="4" name="Plassholder for bunntekst 3"/>
          <p:cNvSpPr>
            <a:spLocks noGrp="1"/>
          </p:cNvSpPr>
          <p:nvPr>
            <p:ph type="ftr" sz="quarter" idx="11"/>
          </p:nvPr>
        </p:nvSpPr>
        <p:spPr/>
        <p:txBody>
          <a:bodyPr/>
          <a:lstStyle/>
          <a:p>
            <a:r>
              <a:rPr lang="nb-NO"/>
              <a:t>Control Trafikkskole</a:t>
            </a:r>
          </a:p>
        </p:txBody>
      </p:sp>
      <p:sp>
        <p:nvSpPr>
          <p:cNvPr id="5" name="Plassholder for lysbildenummer 4"/>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659302778"/>
      </p:ext>
    </p:extLst>
  </p:cSld>
  <p:clrMapOvr>
    <a:masterClrMapping/>
  </p:clrMapOvr>
</p:sldLayout>
</file>

<file path=ppt/slideLayouts/slideLayout693.xml><?xml version="1.0" encoding="utf-8"?>
<p:sldLayout xmlns:a="http://schemas.openxmlformats.org/drawingml/2006/main" xmlns:r="http://schemas.openxmlformats.org/officeDocument/2006/relationships" xmlns:p="http://schemas.openxmlformats.org/presentationml/2006/main" type="blank" preserve="1">
  <p:cSld name="Tomt">
    <p:spTree>
      <p:nvGrpSpPr>
        <p:cNvPr id="1" name=""/>
        <p:cNvGrpSpPr/>
        <p:nvPr/>
      </p:nvGrpSpPr>
      <p:grpSpPr>
        <a:xfrm>
          <a:off x="0" y="0"/>
          <a:ext cx="0" cy="0"/>
          <a:chOff x="0" y="0"/>
          <a:chExt cx="0" cy="0"/>
        </a:xfrm>
      </p:grpSpPr>
      <p:sp>
        <p:nvSpPr>
          <p:cNvPr id="2" name="Plassholder for dato 1"/>
          <p:cNvSpPr>
            <a:spLocks noGrp="1"/>
          </p:cNvSpPr>
          <p:nvPr>
            <p:ph type="dt" sz="half" idx="10"/>
          </p:nvPr>
        </p:nvSpPr>
        <p:spPr/>
        <p:txBody>
          <a:bodyPr/>
          <a:lstStyle/>
          <a:p>
            <a:fld id="{207301EF-5444-4444-BDAE-649CA2424C54}" type="datetime1">
              <a:rPr lang="nb-NO" smtClean="0"/>
              <a:t>27.08.2024</a:t>
            </a:fld>
            <a:endParaRPr lang="nb-NO"/>
          </a:p>
        </p:txBody>
      </p:sp>
      <p:sp>
        <p:nvSpPr>
          <p:cNvPr id="3" name="Plassholder for bunntekst 2"/>
          <p:cNvSpPr>
            <a:spLocks noGrp="1"/>
          </p:cNvSpPr>
          <p:nvPr>
            <p:ph type="ftr" sz="quarter" idx="11"/>
          </p:nvPr>
        </p:nvSpPr>
        <p:spPr/>
        <p:txBody>
          <a:bodyPr/>
          <a:lstStyle/>
          <a:p>
            <a:r>
              <a:rPr lang="nb-NO"/>
              <a:t>Control Trafikkskole</a:t>
            </a:r>
          </a:p>
        </p:txBody>
      </p:sp>
      <p:sp>
        <p:nvSpPr>
          <p:cNvPr id="4" name="Plassholder for lysbildenummer 3"/>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801441678"/>
      </p:ext>
    </p:extLst>
  </p:cSld>
  <p:clrMapOvr>
    <a:masterClrMapping/>
  </p:clrMapOvr>
</p:sldLayout>
</file>

<file path=ppt/slideLayouts/slideLayout694.xml><?xml version="1.0" encoding="utf-8"?>
<p:sldLayout xmlns:a="http://schemas.openxmlformats.org/drawingml/2006/main" xmlns:r="http://schemas.openxmlformats.org/officeDocument/2006/relationships" xmlns:p="http://schemas.openxmlformats.org/presentationml/2006/main" type="objTx" preserve="1">
  <p:cSld name="Innhold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innhold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2E83A660-DF52-4C0A-B64E-60957950241A}"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429160918"/>
      </p:ext>
    </p:extLst>
  </p:cSld>
  <p:clrMapOvr>
    <a:masterClrMapping/>
  </p:clrMapOvr>
</p:sldLayout>
</file>

<file path=ppt/slideLayouts/slideLayout695.xml><?xml version="1.0" encoding="utf-8"?>
<p:sldLayout xmlns:a="http://schemas.openxmlformats.org/drawingml/2006/main" xmlns:r="http://schemas.openxmlformats.org/officeDocument/2006/relationships" xmlns:p="http://schemas.openxmlformats.org/presentationml/2006/main" type="picTx" preserve="1">
  <p:cSld name="Bilde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bild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359E95DA-624F-4E41-ADFE-1D2D31B6B37C}"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4052474834"/>
      </p:ext>
    </p:extLst>
  </p:cSld>
  <p:clrMapOvr>
    <a:masterClrMapping/>
  </p:clrMapOvr>
</p:sldLayout>
</file>

<file path=ppt/slideLayouts/slideLayout696.xml><?xml version="1.0" encoding="utf-8"?>
<p:sldLayout xmlns:a="http://schemas.openxmlformats.org/drawingml/2006/main" xmlns:r="http://schemas.openxmlformats.org/officeDocument/2006/relationships" xmlns:p="http://schemas.openxmlformats.org/presentationml/2006/main" type="vertTx" preserve="1">
  <p:cSld name="Loddrett tekst">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loddrett tekst 2"/>
          <p:cNvSpPr>
            <a:spLocks noGrp="1"/>
          </p:cNvSpPr>
          <p:nvPr>
            <p:ph type="body" orient="vert" idx="1"/>
          </p:nvPr>
        </p:nvSpPr>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C1711182-86FF-44E1-837B-9489804FD1D1}"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466957735"/>
      </p:ext>
    </p:extLst>
  </p:cSld>
  <p:clrMapOvr>
    <a:masterClrMapping/>
  </p:clrMapOvr>
</p:sldLayout>
</file>

<file path=ppt/slideLayouts/slideLayout697.xml><?xml version="1.0" encoding="utf-8"?>
<p:sldLayout xmlns:a="http://schemas.openxmlformats.org/drawingml/2006/main" xmlns:r="http://schemas.openxmlformats.org/officeDocument/2006/relationships" xmlns:p="http://schemas.openxmlformats.org/presentationml/2006/main" type="vertTitleAndTx" preserve="1">
  <p:cSld name="Loddrett tittel og tekst">
    <p:spTree>
      <p:nvGrpSpPr>
        <p:cNvPr id="1" name=""/>
        <p:cNvGrpSpPr/>
        <p:nvPr/>
      </p:nvGrpSpPr>
      <p:grpSpPr>
        <a:xfrm>
          <a:off x="0" y="0"/>
          <a:ext cx="0" cy="0"/>
          <a:chOff x="0" y="0"/>
          <a:chExt cx="0" cy="0"/>
        </a:xfrm>
      </p:grpSpPr>
      <p:sp>
        <p:nvSpPr>
          <p:cNvPr id="2" name="Loddrett tittel 1"/>
          <p:cNvSpPr>
            <a:spLocks noGrp="1"/>
          </p:cNvSpPr>
          <p:nvPr>
            <p:ph type="title" orient="vert"/>
          </p:nvPr>
        </p:nvSpPr>
        <p:spPr>
          <a:xfrm>
            <a:off x="8724900" y="365125"/>
            <a:ext cx="2628900" cy="5811838"/>
          </a:xfrm>
        </p:spPr>
        <p:txBody>
          <a:bodyPr vert="eaVert"/>
          <a:lstStyle/>
          <a:p>
            <a:r>
              <a:rPr lang="nb-NO"/>
              <a:t>Klikk for å redigere tittelstil</a:t>
            </a:r>
          </a:p>
        </p:txBody>
      </p:sp>
      <p:sp>
        <p:nvSpPr>
          <p:cNvPr id="3" name="Plassholder for loddrett tekst 2"/>
          <p:cNvSpPr>
            <a:spLocks noGrp="1"/>
          </p:cNvSpPr>
          <p:nvPr>
            <p:ph type="body" orient="vert" idx="1"/>
          </p:nvPr>
        </p:nvSpPr>
        <p:spPr>
          <a:xfrm>
            <a:off x="838200" y="365125"/>
            <a:ext cx="7734300" cy="5811838"/>
          </a:xfrm>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8AD31F3B-4A58-474F-B507-D73FB1E346AD}"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428599046"/>
      </p:ext>
    </p:extLst>
  </p:cSld>
  <p:clrMapOvr>
    <a:masterClrMapping/>
  </p:clrMapOvr>
</p:sldLayout>
</file>

<file path=ppt/slideLayouts/slideLayout698.xml><?xml version="1.0" encoding="utf-8"?>
<p:sldLayout xmlns:a="http://schemas.openxmlformats.org/drawingml/2006/main" xmlns:r="http://schemas.openxmlformats.org/officeDocument/2006/relationships" xmlns:p="http://schemas.openxmlformats.org/presentationml/2006/main" type="title" preserve="1">
  <p:cSld name="Tittellysbilde">
    <p:spTree>
      <p:nvGrpSpPr>
        <p:cNvPr id="1" name=""/>
        <p:cNvGrpSpPr/>
        <p:nvPr/>
      </p:nvGrpSpPr>
      <p:grpSpPr>
        <a:xfrm>
          <a:off x="0" y="0"/>
          <a:ext cx="0" cy="0"/>
          <a:chOff x="0" y="0"/>
          <a:chExt cx="0" cy="0"/>
        </a:xfrm>
      </p:grpSpPr>
      <p:sp>
        <p:nvSpPr>
          <p:cNvPr id="2" name="Tittel 1"/>
          <p:cNvSpPr>
            <a:spLocks noGrp="1"/>
          </p:cNvSpPr>
          <p:nvPr>
            <p:ph type="ctrTitle"/>
          </p:nvPr>
        </p:nvSpPr>
        <p:spPr>
          <a:xfrm>
            <a:off x="1524000" y="1122363"/>
            <a:ext cx="9144000" cy="2387600"/>
          </a:xfrm>
        </p:spPr>
        <p:txBody>
          <a:bodyPr anchor="b"/>
          <a:lstStyle>
            <a:lvl1pPr algn="ctr">
              <a:defRPr sz="6000"/>
            </a:lvl1pPr>
          </a:lstStyle>
          <a:p>
            <a:r>
              <a:rPr lang="nb-NO"/>
              <a:t>Klikk for å redigere tittelstil</a:t>
            </a:r>
          </a:p>
        </p:txBody>
      </p:sp>
      <p:sp>
        <p:nvSpPr>
          <p:cNvPr id="3" name="Undertit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b-NO"/>
              <a:t>Klikk for å redigere undertittelstil i malen</a:t>
            </a:r>
          </a:p>
        </p:txBody>
      </p:sp>
      <p:sp>
        <p:nvSpPr>
          <p:cNvPr id="4" name="Plassholder for dato 3"/>
          <p:cNvSpPr>
            <a:spLocks noGrp="1"/>
          </p:cNvSpPr>
          <p:nvPr>
            <p:ph type="dt" sz="half" idx="10"/>
          </p:nvPr>
        </p:nvSpPr>
        <p:spPr/>
        <p:txBody>
          <a:bodyPr/>
          <a:lstStyle/>
          <a:p>
            <a:fld id="{07E5F652-941F-47E6-BEE7-E1003F99AFF0}"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403225296"/>
      </p:ext>
    </p:extLst>
  </p:cSld>
  <p:clrMapOvr>
    <a:masterClrMapping/>
  </p:clrMapOvr>
</p:sldLayout>
</file>

<file path=ppt/slideLayouts/slideLayout699.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idx="1"/>
          </p:nvPr>
        </p:nvSpPr>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8868AACA-7B89-4F6F-A8CF-1F28D2CD2A93}"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1158961722"/>
      </p:ext>
    </p:extLst>
  </p:cSld>
  <p:clrMapOvr>
    <a:masterClrMapping/>
  </p:clrMapOvr>
</p:sldLayout>
</file>

<file path=ppt/slideLayouts/slideLayout700.xml><?xml version="1.0" encoding="utf-8"?>
<p:sldLayout xmlns:a="http://schemas.openxmlformats.org/drawingml/2006/main" xmlns:r="http://schemas.openxmlformats.org/officeDocument/2006/relationships" xmlns:p="http://schemas.openxmlformats.org/presentationml/2006/main" type="secHead" preserve="1">
  <p:cSld name="Deloverskrift">
    <p:spTree>
      <p:nvGrpSpPr>
        <p:cNvPr id="1" name=""/>
        <p:cNvGrpSpPr/>
        <p:nvPr/>
      </p:nvGrpSpPr>
      <p:grpSpPr>
        <a:xfrm>
          <a:off x="0" y="0"/>
          <a:ext cx="0" cy="0"/>
          <a:chOff x="0" y="0"/>
          <a:chExt cx="0" cy="0"/>
        </a:xfrm>
      </p:grpSpPr>
      <p:sp>
        <p:nvSpPr>
          <p:cNvPr id="2" name="Tittel 1"/>
          <p:cNvSpPr>
            <a:spLocks noGrp="1"/>
          </p:cNvSpPr>
          <p:nvPr>
            <p:ph type="title"/>
          </p:nvPr>
        </p:nvSpPr>
        <p:spPr>
          <a:xfrm>
            <a:off x="831850" y="1709738"/>
            <a:ext cx="10515600" cy="2852737"/>
          </a:xfrm>
        </p:spPr>
        <p:txBody>
          <a:bodyPr anchor="b"/>
          <a:lstStyle>
            <a:lvl1pPr>
              <a:defRPr sz="6000"/>
            </a:lvl1pPr>
          </a:lstStyle>
          <a:p>
            <a:r>
              <a:rPr lang="nb-NO"/>
              <a:t>Klikk for å redigere tittelstil</a:t>
            </a:r>
          </a:p>
        </p:txBody>
      </p:sp>
      <p:sp>
        <p:nvSpPr>
          <p:cNvPr id="3" name="Plassholder for teks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b-NO"/>
              <a:t>Rediger tekststiler i malen</a:t>
            </a:r>
          </a:p>
        </p:txBody>
      </p:sp>
      <p:sp>
        <p:nvSpPr>
          <p:cNvPr id="4" name="Plassholder for dato 3"/>
          <p:cNvSpPr>
            <a:spLocks noGrp="1"/>
          </p:cNvSpPr>
          <p:nvPr>
            <p:ph type="dt" sz="half" idx="10"/>
          </p:nvPr>
        </p:nvSpPr>
        <p:spPr/>
        <p:txBody>
          <a:bodyPr/>
          <a:lstStyle/>
          <a:p>
            <a:fld id="{5ACDE2AE-164E-45E2-BBB0-8EB0BD16D8DC}"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776638416"/>
      </p:ext>
    </p:extLst>
  </p:cSld>
  <p:clrMapOvr>
    <a:masterClrMapping/>
  </p:clrMapOvr>
</p:sldLayout>
</file>

<file path=ppt/slideLayouts/slideLayout701.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sz="half" idx="1"/>
          </p:nvPr>
        </p:nvSpPr>
        <p:spPr>
          <a:xfrm>
            <a:off x="838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innhold 3"/>
          <p:cNvSpPr>
            <a:spLocks noGrp="1"/>
          </p:cNvSpPr>
          <p:nvPr>
            <p:ph sz="half" idx="2"/>
          </p:nvPr>
        </p:nvSpPr>
        <p:spPr>
          <a:xfrm>
            <a:off x="6172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dato 4"/>
          <p:cNvSpPr>
            <a:spLocks noGrp="1"/>
          </p:cNvSpPr>
          <p:nvPr>
            <p:ph type="dt" sz="half" idx="10"/>
          </p:nvPr>
        </p:nvSpPr>
        <p:spPr/>
        <p:txBody>
          <a:bodyPr/>
          <a:lstStyle/>
          <a:p>
            <a:fld id="{B5B54531-1667-4698-ADE5-9C956D90E0F1}"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2683102047"/>
      </p:ext>
    </p:extLst>
  </p:cSld>
  <p:clrMapOvr>
    <a:masterClrMapping/>
  </p:clrMapOvr>
</p:sldLayout>
</file>

<file path=ppt/slideLayouts/slideLayout702.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tel 1"/>
          <p:cNvSpPr>
            <a:spLocks noGrp="1"/>
          </p:cNvSpPr>
          <p:nvPr>
            <p:ph type="title"/>
          </p:nvPr>
        </p:nvSpPr>
        <p:spPr>
          <a:xfrm>
            <a:off x="839788" y="365125"/>
            <a:ext cx="10515600" cy="1325563"/>
          </a:xfrm>
        </p:spPr>
        <p:txBody>
          <a:bodyPr/>
          <a:lstStyle/>
          <a:p>
            <a:r>
              <a:rPr lang="nb-NO"/>
              <a:t>Klikk for å redigere tittelstil</a:t>
            </a:r>
          </a:p>
        </p:txBody>
      </p:sp>
      <p:sp>
        <p:nvSpPr>
          <p:cNvPr id="3" name="Plassholder for teks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4" name="Plassholder for innhold 3"/>
          <p:cNvSpPr>
            <a:spLocks noGrp="1"/>
          </p:cNvSpPr>
          <p:nvPr>
            <p:ph sz="half" idx="2"/>
          </p:nvPr>
        </p:nvSpPr>
        <p:spPr>
          <a:xfrm>
            <a:off x="839788" y="2505075"/>
            <a:ext cx="5157787"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teks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6" name="Plassholder for innhold 5"/>
          <p:cNvSpPr>
            <a:spLocks noGrp="1"/>
          </p:cNvSpPr>
          <p:nvPr>
            <p:ph sz="quarter" idx="4"/>
          </p:nvPr>
        </p:nvSpPr>
        <p:spPr>
          <a:xfrm>
            <a:off x="6172200" y="2505075"/>
            <a:ext cx="5183188"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7" name="Plassholder for dato 6"/>
          <p:cNvSpPr>
            <a:spLocks noGrp="1"/>
          </p:cNvSpPr>
          <p:nvPr>
            <p:ph type="dt" sz="half" idx="10"/>
          </p:nvPr>
        </p:nvSpPr>
        <p:spPr/>
        <p:txBody>
          <a:bodyPr/>
          <a:lstStyle/>
          <a:p>
            <a:fld id="{DFC6AFCB-EFC8-44EF-BA77-4F3CC4F513EF}" type="datetime1">
              <a:rPr lang="nb-NO" smtClean="0"/>
              <a:t>27.08.2024</a:t>
            </a:fld>
            <a:endParaRPr lang="nb-NO"/>
          </a:p>
        </p:txBody>
      </p:sp>
      <p:sp>
        <p:nvSpPr>
          <p:cNvPr id="8" name="Plassholder for bunntekst 7"/>
          <p:cNvSpPr>
            <a:spLocks noGrp="1"/>
          </p:cNvSpPr>
          <p:nvPr>
            <p:ph type="ftr" sz="quarter" idx="11"/>
          </p:nvPr>
        </p:nvSpPr>
        <p:spPr/>
        <p:txBody>
          <a:bodyPr/>
          <a:lstStyle/>
          <a:p>
            <a:r>
              <a:rPr lang="nb-NO"/>
              <a:t>Control Trafikkskole</a:t>
            </a:r>
          </a:p>
        </p:txBody>
      </p:sp>
      <p:sp>
        <p:nvSpPr>
          <p:cNvPr id="9" name="Plassholder for lysbildenummer 8"/>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3601757831"/>
      </p:ext>
    </p:extLst>
  </p:cSld>
  <p:clrMapOvr>
    <a:masterClrMapping/>
  </p:clrMapOvr>
</p:sldLayout>
</file>

<file path=ppt/slideLayouts/slideLayout703.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dato 2"/>
          <p:cNvSpPr>
            <a:spLocks noGrp="1"/>
          </p:cNvSpPr>
          <p:nvPr>
            <p:ph type="dt" sz="half" idx="10"/>
          </p:nvPr>
        </p:nvSpPr>
        <p:spPr/>
        <p:txBody>
          <a:bodyPr/>
          <a:lstStyle/>
          <a:p>
            <a:fld id="{3C2F7A58-1BE7-45A4-8CE1-9FEE2D494DA0}" type="datetime1">
              <a:rPr lang="nb-NO" smtClean="0"/>
              <a:t>27.08.2024</a:t>
            </a:fld>
            <a:endParaRPr lang="nb-NO"/>
          </a:p>
        </p:txBody>
      </p:sp>
      <p:sp>
        <p:nvSpPr>
          <p:cNvPr id="4" name="Plassholder for bunntekst 3"/>
          <p:cNvSpPr>
            <a:spLocks noGrp="1"/>
          </p:cNvSpPr>
          <p:nvPr>
            <p:ph type="ftr" sz="quarter" idx="11"/>
          </p:nvPr>
        </p:nvSpPr>
        <p:spPr/>
        <p:txBody>
          <a:bodyPr/>
          <a:lstStyle/>
          <a:p>
            <a:r>
              <a:rPr lang="nb-NO"/>
              <a:t>Control Trafikkskole</a:t>
            </a:r>
          </a:p>
        </p:txBody>
      </p:sp>
      <p:sp>
        <p:nvSpPr>
          <p:cNvPr id="5" name="Plassholder for lysbildenummer 4"/>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2969974484"/>
      </p:ext>
    </p:extLst>
  </p:cSld>
  <p:clrMapOvr>
    <a:masterClrMapping/>
  </p:clrMapOvr>
</p:sldLayout>
</file>

<file path=ppt/slideLayouts/slideLayout704.xml><?xml version="1.0" encoding="utf-8"?>
<p:sldLayout xmlns:a="http://schemas.openxmlformats.org/drawingml/2006/main" xmlns:r="http://schemas.openxmlformats.org/officeDocument/2006/relationships" xmlns:p="http://schemas.openxmlformats.org/presentationml/2006/main" type="blank" preserve="1">
  <p:cSld name="Rutevalg">
    <p:spTree>
      <p:nvGrpSpPr>
        <p:cNvPr id="1" name=""/>
        <p:cNvGrpSpPr/>
        <p:nvPr/>
      </p:nvGrpSpPr>
      <p:grpSpPr>
        <a:xfrm>
          <a:off x="0" y="0"/>
          <a:ext cx="0" cy="0"/>
          <a:chOff x="0" y="0"/>
          <a:chExt cx="0" cy="0"/>
        </a:xfrm>
      </p:grpSpPr>
      <p:sp>
        <p:nvSpPr>
          <p:cNvPr id="2" name="Plassholder for dato 1"/>
          <p:cNvSpPr>
            <a:spLocks noGrp="1"/>
          </p:cNvSpPr>
          <p:nvPr>
            <p:ph type="dt" sz="half" idx="10"/>
          </p:nvPr>
        </p:nvSpPr>
        <p:spPr/>
        <p:txBody>
          <a:bodyPr/>
          <a:lstStyle/>
          <a:p>
            <a:fld id="{9158C6FE-2117-441E-A665-2A2F600BC705}" type="datetime1">
              <a:rPr lang="nb-NO" smtClean="0"/>
              <a:t>27.08.2024</a:t>
            </a:fld>
            <a:endParaRPr lang="nb-NO"/>
          </a:p>
        </p:txBody>
      </p:sp>
      <p:sp>
        <p:nvSpPr>
          <p:cNvPr id="3" name="Plassholder for bunntekst 2"/>
          <p:cNvSpPr>
            <a:spLocks noGrp="1"/>
          </p:cNvSpPr>
          <p:nvPr>
            <p:ph type="ftr" sz="quarter" idx="11"/>
          </p:nvPr>
        </p:nvSpPr>
        <p:spPr/>
        <p:txBody>
          <a:bodyPr/>
          <a:lstStyle/>
          <a:p>
            <a:r>
              <a:rPr lang="nb-NO"/>
              <a:t>Control Trafikkskole</a:t>
            </a:r>
          </a:p>
        </p:txBody>
      </p:sp>
      <p:sp>
        <p:nvSpPr>
          <p:cNvPr id="4" name="Plassholder for lysbildenummer 3"/>
          <p:cNvSpPr>
            <a:spLocks noGrp="1"/>
          </p:cNvSpPr>
          <p:nvPr>
            <p:ph type="sldNum" sz="quarter" idx="12"/>
          </p:nvPr>
        </p:nvSpPr>
        <p:spPr/>
        <p:txBody>
          <a:bodyPr/>
          <a:lstStyle/>
          <a:p>
            <a:fld id="{2EEBBCFE-599B-47F9-B84D-4259C5E2055D}" type="slidenum">
              <a:rPr lang="nb-NO" smtClean="0"/>
              <a:t>‹#›</a:t>
            </a:fld>
            <a:endParaRPr lang="nb-NO"/>
          </a:p>
        </p:txBody>
      </p:sp>
      <p:sp>
        <p:nvSpPr>
          <p:cNvPr id="5" name="Parallellogram 4">
            <a:hlinkClick r:id="rId2" action="ppaction://hlinksldjump"/>
          </p:cNvPr>
          <p:cNvSpPr/>
          <p:nvPr userDrawn="1"/>
        </p:nvSpPr>
        <p:spPr>
          <a:xfrm>
            <a:off x="142874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6" name="Parallellogram 5">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7" name="Parallellogram 6">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8" name="Parallellogram 7">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9" name="Parallellogram 8">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0" name="Parallellogram 9">
            <a:hlinkClick r:id="rId7" action="ppaction://hlinksldjump"/>
          </p:cNvPr>
          <p:cNvSpPr/>
          <p:nvPr userDrawn="1"/>
        </p:nvSpPr>
        <p:spPr>
          <a:xfrm>
            <a:off x="8979304"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11" name="Parallellogram 10">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2591042716"/>
      </p:ext>
    </p:extLst>
  </p:cSld>
  <p:clrMapOvr>
    <a:masterClrMapping/>
  </p:clrMapOvr>
</p:sldLayout>
</file>

<file path=ppt/slideLayouts/slideLayout705.xml><?xml version="1.0" encoding="utf-8"?>
<p:sldLayout xmlns:a="http://schemas.openxmlformats.org/drawingml/2006/main" xmlns:r="http://schemas.openxmlformats.org/officeDocument/2006/relationships" xmlns:p="http://schemas.openxmlformats.org/presentationml/2006/main" type="objTx" preserve="1">
  <p:cSld name="Innhold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innhold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696351C1-6F4D-437E-881C-04AB11F46AE3}"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3026199340"/>
      </p:ext>
    </p:extLst>
  </p:cSld>
  <p:clrMapOvr>
    <a:masterClrMapping/>
  </p:clrMapOvr>
</p:sldLayout>
</file>

<file path=ppt/slideLayouts/slideLayout706.xml><?xml version="1.0" encoding="utf-8"?>
<p:sldLayout xmlns:a="http://schemas.openxmlformats.org/drawingml/2006/main" xmlns:r="http://schemas.openxmlformats.org/officeDocument/2006/relationships" xmlns:p="http://schemas.openxmlformats.org/presentationml/2006/main" type="picTx" preserve="1">
  <p:cSld name="Bilde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bild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8AF8968A-24FE-4091-A315-63C8EBDBEB53}"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2350699712"/>
      </p:ext>
    </p:extLst>
  </p:cSld>
  <p:clrMapOvr>
    <a:masterClrMapping/>
  </p:clrMapOvr>
</p:sldLayout>
</file>

<file path=ppt/slideLayouts/slideLayout707.xml><?xml version="1.0" encoding="utf-8"?>
<p:sldLayout xmlns:a="http://schemas.openxmlformats.org/drawingml/2006/main" xmlns:r="http://schemas.openxmlformats.org/officeDocument/2006/relationships" xmlns:p="http://schemas.openxmlformats.org/presentationml/2006/main" type="vertTx" preserve="1">
  <p:cSld name="Loddrett tekst">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loddrett tekst 2"/>
          <p:cNvSpPr>
            <a:spLocks noGrp="1"/>
          </p:cNvSpPr>
          <p:nvPr>
            <p:ph type="body" orient="vert" idx="1"/>
          </p:nvPr>
        </p:nvSpPr>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67BFD3C6-2FD4-45FD-B009-0378B14DAEB6}"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175940114"/>
      </p:ext>
    </p:extLst>
  </p:cSld>
  <p:clrMapOvr>
    <a:masterClrMapping/>
  </p:clrMapOvr>
</p:sldLayout>
</file>

<file path=ppt/slideLayouts/slideLayout708.xml><?xml version="1.0" encoding="utf-8"?>
<p:sldLayout xmlns:a="http://schemas.openxmlformats.org/drawingml/2006/main" xmlns:r="http://schemas.openxmlformats.org/officeDocument/2006/relationships" xmlns:p="http://schemas.openxmlformats.org/presentationml/2006/main" type="vertTitleAndTx" preserve="1">
  <p:cSld name="Loddrett tittel og tekst">
    <p:spTree>
      <p:nvGrpSpPr>
        <p:cNvPr id="1" name=""/>
        <p:cNvGrpSpPr/>
        <p:nvPr/>
      </p:nvGrpSpPr>
      <p:grpSpPr>
        <a:xfrm>
          <a:off x="0" y="0"/>
          <a:ext cx="0" cy="0"/>
          <a:chOff x="0" y="0"/>
          <a:chExt cx="0" cy="0"/>
        </a:xfrm>
      </p:grpSpPr>
      <p:sp>
        <p:nvSpPr>
          <p:cNvPr id="2" name="Loddrett tittel 1"/>
          <p:cNvSpPr>
            <a:spLocks noGrp="1"/>
          </p:cNvSpPr>
          <p:nvPr>
            <p:ph type="title" orient="vert"/>
          </p:nvPr>
        </p:nvSpPr>
        <p:spPr>
          <a:xfrm>
            <a:off x="8724900" y="365125"/>
            <a:ext cx="2628900" cy="5811838"/>
          </a:xfrm>
        </p:spPr>
        <p:txBody>
          <a:bodyPr vert="eaVert"/>
          <a:lstStyle/>
          <a:p>
            <a:r>
              <a:rPr lang="nb-NO"/>
              <a:t>Klikk for å redigere tittelstil</a:t>
            </a:r>
          </a:p>
        </p:txBody>
      </p:sp>
      <p:sp>
        <p:nvSpPr>
          <p:cNvPr id="3" name="Plassholder for loddrett tekst 2"/>
          <p:cNvSpPr>
            <a:spLocks noGrp="1"/>
          </p:cNvSpPr>
          <p:nvPr>
            <p:ph type="body" orient="vert" idx="1"/>
          </p:nvPr>
        </p:nvSpPr>
        <p:spPr>
          <a:xfrm>
            <a:off x="838200" y="365125"/>
            <a:ext cx="7734300" cy="5811838"/>
          </a:xfrm>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8BE70885-85B9-4A20-B648-BC9DA48C94E8}"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626981473"/>
      </p:ext>
    </p:extLst>
  </p:cSld>
  <p:clrMapOvr>
    <a:masterClrMapping/>
  </p:clrMapOvr>
</p:sldLayout>
</file>

<file path=ppt/slideLayouts/slideLayout709.xml><?xml version="1.0" encoding="utf-8"?>
<p:sldLayout xmlns:a="http://schemas.openxmlformats.org/drawingml/2006/main" xmlns:r="http://schemas.openxmlformats.org/officeDocument/2006/relationships" xmlns:p="http://schemas.openxmlformats.org/presentationml/2006/main" userDrawn="1">
  <p:cSld name="Mål">
    <p:spTree>
      <p:nvGrpSpPr>
        <p:cNvPr id="1" name=""/>
        <p:cNvGrpSpPr/>
        <p:nvPr/>
      </p:nvGrpSpPr>
      <p:grpSpPr>
        <a:xfrm>
          <a:off x="0" y="0"/>
          <a:ext cx="0" cy="0"/>
          <a:chOff x="0" y="0"/>
          <a:chExt cx="0" cy="0"/>
        </a:xfrm>
      </p:grpSpPr>
      <p:sp>
        <p:nvSpPr>
          <p:cNvPr id="14" name="Parallellogram 13">
            <a:hlinkClick r:id="rId2" action="ppaction://hlinksldjump"/>
          </p:cNvPr>
          <p:cNvSpPr/>
          <p:nvPr userDrawn="1"/>
        </p:nvSpPr>
        <p:spPr>
          <a:xfrm>
            <a:off x="1428744"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5" name="Parallellogram 14">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6" name="Parallellogram 15">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7" name="Parallellogram 16">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8" name="Parallellogram 17">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9" name="Parallellogram 18">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20" name="Parallellogram 19">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285716816"/>
      </p:ext>
    </p:extLst>
  </p:cSld>
  <p:clrMapOvr>
    <a:masterClrMapping/>
  </p:clrMapOvr>
</p:sldLayout>
</file>

<file path=ppt/slideLayouts/slideLayout710.xml><?xml version="1.0" encoding="utf-8"?>
<p:sldLayout xmlns:a="http://schemas.openxmlformats.org/drawingml/2006/main" xmlns:r="http://schemas.openxmlformats.org/officeDocument/2006/relationships" xmlns:p="http://schemas.openxmlformats.org/presentationml/2006/main" userDrawn="1">
  <p:cSld name="Innhold">
    <p:spTree>
      <p:nvGrpSpPr>
        <p:cNvPr id="1" name=""/>
        <p:cNvGrpSpPr/>
        <p:nvPr/>
      </p:nvGrpSpPr>
      <p:grpSpPr>
        <a:xfrm>
          <a:off x="0" y="0"/>
          <a:ext cx="0" cy="0"/>
          <a:chOff x="0" y="0"/>
          <a:chExt cx="0" cy="0"/>
        </a:xfrm>
      </p:grpSpPr>
      <p:sp>
        <p:nvSpPr>
          <p:cNvPr id="14" name="Parallellogram 13">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5" name="Parallellogram 14">
            <a:hlinkClick r:id="rId3" action="ppaction://hlinksldjump"/>
          </p:cNvPr>
          <p:cNvSpPr/>
          <p:nvPr userDrawn="1"/>
        </p:nvSpPr>
        <p:spPr>
          <a:xfrm>
            <a:off x="2938557"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6" name="Parallellogram 15">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7" name="Parallellogram 16">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8" name="Parallellogram 17">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9" name="Parallellogram 18">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20" name="Parallellogram 19">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1288545659"/>
      </p:ext>
    </p:extLst>
  </p:cSld>
  <p:clrMapOvr>
    <a:masterClrMapping/>
  </p:clrMapOvr>
</p:sldLayout>
</file>

<file path=ppt/slideLayouts/slideLayout711.xml><?xml version="1.0" encoding="utf-8"?>
<p:sldLayout xmlns:a="http://schemas.openxmlformats.org/drawingml/2006/main" xmlns:r="http://schemas.openxmlformats.org/officeDocument/2006/relationships" xmlns:p="http://schemas.openxmlformats.org/presentationml/2006/main" userDrawn="1">
  <p:cSld name="Elev">
    <p:spTree>
      <p:nvGrpSpPr>
        <p:cNvPr id="1" name=""/>
        <p:cNvGrpSpPr/>
        <p:nvPr/>
      </p:nvGrpSpPr>
      <p:grpSpPr>
        <a:xfrm>
          <a:off x="0" y="0"/>
          <a:ext cx="0" cy="0"/>
          <a:chOff x="0" y="0"/>
          <a:chExt cx="0" cy="0"/>
        </a:xfrm>
      </p:grpSpPr>
      <p:sp>
        <p:nvSpPr>
          <p:cNvPr id="15" name="Parallellogram 14">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6" name="Parallellogram 15">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7" name="Parallellogram 16">
            <a:hlinkClick r:id="rId4" action="ppaction://hlinksldjump"/>
          </p:cNvPr>
          <p:cNvSpPr/>
          <p:nvPr userDrawn="1"/>
        </p:nvSpPr>
        <p:spPr>
          <a:xfrm>
            <a:off x="4449118"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8" name="Parallellogram 17">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9" name="Parallellogram 18">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20" name="Parallellogram 19">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21" name="Parallellogram 20">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433201851"/>
      </p:ext>
    </p:extLst>
  </p:cSld>
  <p:clrMapOvr>
    <a:masterClrMapping/>
  </p:clrMapOvr>
</p:sldLayout>
</file>

<file path=ppt/slideLayouts/slideLayout712.xml><?xml version="1.0" encoding="utf-8"?>
<p:sldLayout xmlns:a="http://schemas.openxmlformats.org/drawingml/2006/main" xmlns:r="http://schemas.openxmlformats.org/officeDocument/2006/relationships" xmlns:p="http://schemas.openxmlformats.org/presentationml/2006/main" userDrawn="1">
  <p:cSld name="Lærer">
    <p:spTree>
      <p:nvGrpSpPr>
        <p:cNvPr id="1" name=""/>
        <p:cNvGrpSpPr/>
        <p:nvPr/>
      </p:nvGrpSpPr>
      <p:grpSpPr>
        <a:xfrm>
          <a:off x="0" y="0"/>
          <a:ext cx="0" cy="0"/>
          <a:chOff x="0" y="0"/>
          <a:chExt cx="0" cy="0"/>
        </a:xfrm>
      </p:grpSpPr>
      <p:sp>
        <p:nvSpPr>
          <p:cNvPr id="9" name="Parallellogram 8">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0" name="Parallellogram 9">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1" name="Parallellogram 10">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2" name="Parallellogram 11">
            <a:hlinkClick r:id="rId5" action="ppaction://hlinksldjump"/>
          </p:cNvPr>
          <p:cNvSpPr/>
          <p:nvPr userDrawn="1"/>
        </p:nvSpPr>
        <p:spPr>
          <a:xfrm>
            <a:off x="5959678"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3" name="Parallellogram 12">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4" name="Parallellogram 13">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15" name="Parallellogram 14">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977403667"/>
      </p:ext>
    </p:extLst>
  </p:cSld>
  <p:clrMapOvr>
    <a:masterClrMapping/>
  </p:clrMapOvr>
</p:sldLayout>
</file>

<file path=ppt/slideLayouts/slideLayout713.xml><?xml version="1.0" encoding="utf-8"?>
<p:sldLayout xmlns:a="http://schemas.openxmlformats.org/drawingml/2006/main" xmlns:r="http://schemas.openxmlformats.org/officeDocument/2006/relationships" xmlns:p="http://schemas.openxmlformats.org/presentationml/2006/main" userDrawn="1">
  <p:cSld name="Metode">
    <p:spTree>
      <p:nvGrpSpPr>
        <p:cNvPr id="1" name=""/>
        <p:cNvGrpSpPr/>
        <p:nvPr/>
      </p:nvGrpSpPr>
      <p:grpSpPr>
        <a:xfrm>
          <a:off x="0" y="0"/>
          <a:ext cx="0" cy="0"/>
          <a:chOff x="0" y="0"/>
          <a:chExt cx="0" cy="0"/>
        </a:xfrm>
      </p:grpSpPr>
      <p:sp>
        <p:nvSpPr>
          <p:cNvPr id="13" name="Parallellogram 12">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4" name="Parallellogram 13">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5" name="Parallellogram 14">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6" name="Parallellogram 15">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7" name="Parallellogram 16">
            <a:hlinkClick r:id="rId6" action="ppaction://hlinksldjump"/>
          </p:cNvPr>
          <p:cNvSpPr/>
          <p:nvPr userDrawn="1"/>
        </p:nvSpPr>
        <p:spPr>
          <a:xfrm>
            <a:off x="7469491"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8" name="Parallellogram 17">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19" name="Parallellogram 18">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677866173"/>
      </p:ext>
    </p:extLst>
  </p:cSld>
  <p:clrMapOvr>
    <a:masterClrMapping/>
  </p:clrMapOvr>
</p:sldLayout>
</file>

<file path=ppt/slideLayouts/slideLayout714.xml><?xml version="1.0" encoding="utf-8"?>
<p:sldLayout xmlns:a="http://schemas.openxmlformats.org/drawingml/2006/main" xmlns:r="http://schemas.openxmlformats.org/officeDocument/2006/relationships" xmlns:p="http://schemas.openxmlformats.org/presentationml/2006/main" userDrawn="1">
  <p:cSld name="Vurdering">
    <p:spTree>
      <p:nvGrpSpPr>
        <p:cNvPr id="1" name=""/>
        <p:cNvGrpSpPr/>
        <p:nvPr/>
      </p:nvGrpSpPr>
      <p:grpSpPr>
        <a:xfrm>
          <a:off x="0" y="0"/>
          <a:ext cx="0" cy="0"/>
          <a:chOff x="0" y="0"/>
          <a:chExt cx="0" cy="0"/>
        </a:xfrm>
      </p:grpSpPr>
      <p:sp>
        <p:nvSpPr>
          <p:cNvPr id="15" name="Parallellogram 14">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6" name="Parallellogram 15">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7" name="Parallellogram 16">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8" name="Parallellogram 17">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9" name="Parallellogram 18">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20" name="Parallellogram 19">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21" name="Parallellogram 20">
            <a:hlinkClick r:id="rId8" action="ppaction://hlinksldjump"/>
          </p:cNvPr>
          <p:cNvSpPr/>
          <p:nvPr userDrawn="1"/>
        </p:nvSpPr>
        <p:spPr>
          <a:xfrm>
            <a:off x="10489865"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3566206068"/>
      </p:ext>
    </p:extLst>
  </p:cSld>
  <p:clrMapOvr>
    <a:masterClrMapping/>
  </p:clrMapOvr>
</p:sldLayout>
</file>

<file path=ppt/slideLayouts/slideLayout715.xml><?xml version="1.0" encoding="utf-8"?>
<p:sldLayout xmlns:a="http://schemas.openxmlformats.org/drawingml/2006/main" xmlns:r="http://schemas.openxmlformats.org/officeDocument/2006/relationships" xmlns:p="http://schemas.openxmlformats.org/presentationml/2006/main" type="title" preserve="1">
  <p:cSld name="Tittellysbilde">
    <p:spTree>
      <p:nvGrpSpPr>
        <p:cNvPr id="1" name=""/>
        <p:cNvGrpSpPr/>
        <p:nvPr/>
      </p:nvGrpSpPr>
      <p:grpSpPr>
        <a:xfrm>
          <a:off x="0" y="0"/>
          <a:ext cx="0" cy="0"/>
          <a:chOff x="0" y="0"/>
          <a:chExt cx="0" cy="0"/>
        </a:xfrm>
      </p:grpSpPr>
      <p:sp>
        <p:nvSpPr>
          <p:cNvPr id="2" name="Tittel 1"/>
          <p:cNvSpPr>
            <a:spLocks noGrp="1"/>
          </p:cNvSpPr>
          <p:nvPr>
            <p:ph type="ctrTitle"/>
          </p:nvPr>
        </p:nvSpPr>
        <p:spPr>
          <a:xfrm>
            <a:off x="1524000" y="1122363"/>
            <a:ext cx="9144000" cy="2387600"/>
          </a:xfrm>
        </p:spPr>
        <p:txBody>
          <a:bodyPr anchor="b"/>
          <a:lstStyle>
            <a:lvl1pPr algn="ctr">
              <a:defRPr sz="6000"/>
            </a:lvl1pPr>
          </a:lstStyle>
          <a:p>
            <a:r>
              <a:rPr lang="nb-NO"/>
              <a:t>Klikk for å redigere tittelstil</a:t>
            </a:r>
          </a:p>
        </p:txBody>
      </p:sp>
      <p:sp>
        <p:nvSpPr>
          <p:cNvPr id="3" name="Undertit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b-NO"/>
              <a:t>Klikk for å redigere undertittelstil i malen</a:t>
            </a:r>
          </a:p>
        </p:txBody>
      </p:sp>
      <p:sp>
        <p:nvSpPr>
          <p:cNvPr id="4" name="Plassholder for dato 3"/>
          <p:cNvSpPr>
            <a:spLocks noGrp="1"/>
          </p:cNvSpPr>
          <p:nvPr>
            <p:ph type="dt" sz="half" idx="10"/>
          </p:nvPr>
        </p:nvSpPr>
        <p:spPr/>
        <p:txBody>
          <a:bodyPr/>
          <a:lstStyle/>
          <a:p>
            <a:fld id="{5BDF093D-40F4-44FD-989E-F4A0176ED328}"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384144003"/>
      </p:ext>
    </p:extLst>
  </p:cSld>
  <p:clrMapOvr>
    <a:masterClrMapping/>
  </p:clrMapOvr>
</p:sldLayout>
</file>

<file path=ppt/slideLayouts/slideLayout716.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idx="1"/>
          </p:nvPr>
        </p:nvSpPr>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D95D1149-F94B-4966-84B3-C79B0B45F77B}"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3964935136"/>
      </p:ext>
    </p:extLst>
  </p:cSld>
  <p:clrMapOvr>
    <a:masterClrMapping/>
  </p:clrMapOvr>
</p:sldLayout>
</file>

<file path=ppt/slideLayouts/slideLayout717.xml><?xml version="1.0" encoding="utf-8"?>
<p:sldLayout xmlns:a="http://schemas.openxmlformats.org/drawingml/2006/main" xmlns:r="http://schemas.openxmlformats.org/officeDocument/2006/relationships" xmlns:p="http://schemas.openxmlformats.org/presentationml/2006/main" type="secHead" preserve="1">
  <p:cSld name="Deloverskrift">
    <p:spTree>
      <p:nvGrpSpPr>
        <p:cNvPr id="1" name=""/>
        <p:cNvGrpSpPr/>
        <p:nvPr/>
      </p:nvGrpSpPr>
      <p:grpSpPr>
        <a:xfrm>
          <a:off x="0" y="0"/>
          <a:ext cx="0" cy="0"/>
          <a:chOff x="0" y="0"/>
          <a:chExt cx="0" cy="0"/>
        </a:xfrm>
      </p:grpSpPr>
      <p:sp>
        <p:nvSpPr>
          <p:cNvPr id="2" name="Tittel 1"/>
          <p:cNvSpPr>
            <a:spLocks noGrp="1"/>
          </p:cNvSpPr>
          <p:nvPr>
            <p:ph type="title"/>
          </p:nvPr>
        </p:nvSpPr>
        <p:spPr>
          <a:xfrm>
            <a:off x="831850" y="1709738"/>
            <a:ext cx="10515600" cy="2852737"/>
          </a:xfrm>
        </p:spPr>
        <p:txBody>
          <a:bodyPr anchor="b"/>
          <a:lstStyle>
            <a:lvl1pPr>
              <a:defRPr sz="6000"/>
            </a:lvl1pPr>
          </a:lstStyle>
          <a:p>
            <a:r>
              <a:rPr lang="nb-NO"/>
              <a:t>Klikk for å redigere tittelstil</a:t>
            </a:r>
          </a:p>
        </p:txBody>
      </p:sp>
      <p:sp>
        <p:nvSpPr>
          <p:cNvPr id="3" name="Plassholder for teks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b-NO"/>
              <a:t>Rediger tekststiler i malen</a:t>
            </a:r>
          </a:p>
        </p:txBody>
      </p:sp>
      <p:sp>
        <p:nvSpPr>
          <p:cNvPr id="4" name="Plassholder for dato 3"/>
          <p:cNvSpPr>
            <a:spLocks noGrp="1"/>
          </p:cNvSpPr>
          <p:nvPr>
            <p:ph type="dt" sz="half" idx="10"/>
          </p:nvPr>
        </p:nvSpPr>
        <p:spPr/>
        <p:txBody>
          <a:bodyPr/>
          <a:lstStyle/>
          <a:p>
            <a:fld id="{C3E3BDE4-E73A-40F3-9DEF-1505E2E57326}"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2306938271"/>
      </p:ext>
    </p:extLst>
  </p:cSld>
  <p:clrMapOvr>
    <a:masterClrMapping/>
  </p:clrMapOvr>
</p:sldLayout>
</file>

<file path=ppt/slideLayouts/slideLayout718.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sz="half" idx="1"/>
          </p:nvPr>
        </p:nvSpPr>
        <p:spPr>
          <a:xfrm>
            <a:off x="838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innhold 3"/>
          <p:cNvSpPr>
            <a:spLocks noGrp="1"/>
          </p:cNvSpPr>
          <p:nvPr>
            <p:ph sz="half" idx="2"/>
          </p:nvPr>
        </p:nvSpPr>
        <p:spPr>
          <a:xfrm>
            <a:off x="6172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dato 4"/>
          <p:cNvSpPr>
            <a:spLocks noGrp="1"/>
          </p:cNvSpPr>
          <p:nvPr>
            <p:ph type="dt" sz="half" idx="10"/>
          </p:nvPr>
        </p:nvSpPr>
        <p:spPr/>
        <p:txBody>
          <a:bodyPr/>
          <a:lstStyle/>
          <a:p>
            <a:fld id="{6F3F0708-A8A1-4C95-A185-F7EEEC03B2F4}"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2551798777"/>
      </p:ext>
    </p:extLst>
  </p:cSld>
  <p:clrMapOvr>
    <a:masterClrMapping/>
  </p:clrMapOvr>
</p:sldLayout>
</file>

<file path=ppt/slideLayouts/slideLayout719.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tel 1"/>
          <p:cNvSpPr>
            <a:spLocks noGrp="1"/>
          </p:cNvSpPr>
          <p:nvPr>
            <p:ph type="title"/>
          </p:nvPr>
        </p:nvSpPr>
        <p:spPr>
          <a:xfrm>
            <a:off x="839788" y="365125"/>
            <a:ext cx="10515600" cy="1325563"/>
          </a:xfrm>
        </p:spPr>
        <p:txBody>
          <a:bodyPr/>
          <a:lstStyle/>
          <a:p>
            <a:r>
              <a:rPr lang="nb-NO"/>
              <a:t>Klikk for å redigere tittelstil</a:t>
            </a:r>
          </a:p>
        </p:txBody>
      </p:sp>
      <p:sp>
        <p:nvSpPr>
          <p:cNvPr id="3" name="Plassholder for teks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4" name="Plassholder for innhold 3"/>
          <p:cNvSpPr>
            <a:spLocks noGrp="1"/>
          </p:cNvSpPr>
          <p:nvPr>
            <p:ph sz="half" idx="2"/>
          </p:nvPr>
        </p:nvSpPr>
        <p:spPr>
          <a:xfrm>
            <a:off x="839788" y="2505075"/>
            <a:ext cx="5157787"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teks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6" name="Plassholder for innhold 5"/>
          <p:cNvSpPr>
            <a:spLocks noGrp="1"/>
          </p:cNvSpPr>
          <p:nvPr>
            <p:ph sz="quarter" idx="4"/>
          </p:nvPr>
        </p:nvSpPr>
        <p:spPr>
          <a:xfrm>
            <a:off x="6172200" y="2505075"/>
            <a:ext cx="5183188"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7" name="Plassholder for dato 6"/>
          <p:cNvSpPr>
            <a:spLocks noGrp="1"/>
          </p:cNvSpPr>
          <p:nvPr>
            <p:ph type="dt" sz="half" idx="10"/>
          </p:nvPr>
        </p:nvSpPr>
        <p:spPr/>
        <p:txBody>
          <a:bodyPr/>
          <a:lstStyle/>
          <a:p>
            <a:fld id="{E3BEE84B-D5EF-4EAB-B7D5-8C9472241F64}" type="datetime1">
              <a:rPr lang="nb-NO" smtClean="0"/>
              <a:t>27.08.2024</a:t>
            </a:fld>
            <a:endParaRPr lang="nb-NO"/>
          </a:p>
        </p:txBody>
      </p:sp>
      <p:sp>
        <p:nvSpPr>
          <p:cNvPr id="8" name="Plassholder for bunntekst 7"/>
          <p:cNvSpPr>
            <a:spLocks noGrp="1"/>
          </p:cNvSpPr>
          <p:nvPr>
            <p:ph type="ftr" sz="quarter" idx="11"/>
          </p:nvPr>
        </p:nvSpPr>
        <p:spPr/>
        <p:txBody>
          <a:bodyPr/>
          <a:lstStyle/>
          <a:p>
            <a:r>
              <a:rPr lang="nb-NO"/>
              <a:t>Control Trafikkskole</a:t>
            </a:r>
          </a:p>
        </p:txBody>
      </p:sp>
      <p:sp>
        <p:nvSpPr>
          <p:cNvPr id="9" name="Plassholder for lysbildenummer 8"/>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3969361452"/>
      </p:ext>
    </p:extLst>
  </p:cSld>
  <p:clrMapOvr>
    <a:masterClrMapping/>
  </p:clrMapOvr>
</p:sldLayout>
</file>

<file path=ppt/slideLayouts/slideLayout720.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dato 2"/>
          <p:cNvSpPr>
            <a:spLocks noGrp="1"/>
          </p:cNvSpPr>
          <p:nvPr>
            <p:ph type="dt" sz="half" idx="10"/>
          </p:nvPr>
        </p:nvSpPr>
        <p:spPr/>
        <p:txBody>
          <a:bodyPr/>
          <a:lstStyle/>
          <a:p>
            <a:fld id="{4F0E201C-2894-4F1C-98D4-766F25D127E6}" type="datetime1">
              <a:rPr lang="nb-NO" smtClean="0"/>
              <a:t>27.08.2024</a:t>
            </a:fld>
            <a:endParaRPr lang="nb-NO"/>
          </a:p>
        </p:txBody>
      </p:sp>
      <p:sp>
        <p:nvSpPr>
          <p:cNvPr id="4" name="Plassholder for bunntekst 3"/>
          <p:cNvSpPr>
            <a:spLocks noGrp="1"/>
          </p:cNvSpPr>
          <p:nvPr>
            <p:ph type="ftr" sz="quarter" idx="11"/>
          </p:nvPr>
        </p:nvSpPr>
        <p:spPr/>
        <p:txBody>
          <a:bodyPr/>
          <a:lstStyle/>
          <a:p>
            <a:r>
              <a:rPr lang="nb-NO"/>
              <a:t>Control Trafikkskole</a:t>
            </a:r>
          </a:p>
        </p:txBody>
      </p:sp>
      <p:sp>
        <p:nvSpPr>
          <p:cNvPr id="5" name="Plassholder for lysbildenummer 4"/>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778032517"/>
      </p:ext>
    </p:extLst>
  </p:cSld>
  <p:clrMapOvr>
    <a:masterClrMapping/>
  </p:clrMapOvr>
</p:sldLayout>
</file>

<file path=ppt/slideLayouts/slideLayout721.xml><?xml version="1.0" encoding="utf-8"?>
<p:sldLayout xmlns:a="http://schemas.openxmlformats.org/drawingml/2006/main" xmlns:r="http://schemas.openxmlformats.org/officeDocument/2006/relationships" xmlns:p="http://schemas.openxmlformats.org/presentationml/2006/main" type="blank" preserve="1">
  <p:cSld name="Rutevalg">
    <p:spTree>
      <p:nvGrpSpPr>
        <p:cNvPr id="1" name=""/>
        <p:cNvGrpSpPr/>
        <p:nvPr/>
      </p:nvGrpSpPr>
      <p:grpSpPr>
        <a:xfrm>
          <a:off x="0" y="0"/>
          <a:ext cx="0" cy="0"/>
          <a:chOff x="0" y="0"/>
          <a:chExt cx="0" cy="0"/>
        </a:xfrm>
      </p:grpSpPr>
      <p:sp>
        <p:nvSpPr>
          <p:cNvPr id="2" name="Plassholder for dato 1"/>
          <p:cNvSpPr>
            <a:spLocks noGrp="1"/>
          </p:cNvSpPr>
          <p:nvPr>
            <p:ph type="dt" sz="half" idx="10"/>
          </p:nvPr>
        </p:nvSpPr>
        <p:spPr/>
        <p:txBody>
          <a:bodyPr/>
          <a:lstStyle/>
          <a:p>
            <a:fld id="{E8806B6C-21B3-48B4-9156-B0D0C9161DFA}" type="datetime1">
              <a:rPr lang="nb-NO" smtClean="0"/>
              <a:t>27.08.2024</a:t>
            </a:fld>
            <a:endParaRPr lang="nb-NO"/>
          </a:p>
        </p:txBody>
      </p:sp>
      <p:sp>
        <p:nvSpPr>
          <p:cNvPr id="3" name="Plassholder for bunntekst 2"/>
          <p:cNvSpPr>
            <a:spLocks noGrp="1"/>
          </p:cNvSpPr>
          <p:nvPr>
            <p:ph type="ftr" sz="quarter" idx="11"/>
          </p:nvPr>
        </p:nvSpPr>
        <p:spPr/>
        <p:txBody>
          <a:bodyPr/>
          <a:lstStyle/>
          <a:p>
            <a:r>
              <a:rPr lang="nb-NO"/>
              <a:t>Control Trafikkskole</a:t>
            </a:r>
          </a:p>
        </p:txBody>
      </p:sp>
      <p:sp>
        <p:nvSpPr>
          <p:cNvPr id="4" name="Plassholder for lysbildenummer 3"/>
          <p:cNvSpPr>
            <a:spLocks noGrp="1"/>
          </p:cNvSpPr>
          <p:nvPr>
            <p:ph type="sldNum" sz="quarter" idx="12"/>
          </p:nvPr>
        </p:nvSpPr>
        <p:spPr/>
        <p:txBody>
          <a:bodyPr/>
          <a:lstStyle/>
          <a:p>
            <a:fld id="{2EEBBCFE-599B-47F9-B84D-4259C5E2055D}" type="slidenum">
              <a:rPr lang="nb-NO" smtClean="0"/>
              <a:t>‹#›</a:t>
            </a:fld>
            <a:endParaRPr lang="nb-NO"/>
          </a:p>
        </p:txBody>
      </p:sp>
      <p:sp>
        <p:nvSpPr>
          <p:cNvPr id="5" name="Parallellogram 4">
            <a:hlinkClick r:id="rId2" action="ppaction://hlinksldjump"/>
          </p:cNvPr>
          <p:cNvSpPr/>
          <p:nvPr userDrawn="1"/>
        </p:nvSpPr>
        <p:spPr>
          <a:xfrm>
            <a:off x="142874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6" name="Parallellogram 5">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7" name="Parallellogram 6">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8" name="Parallellogram 7">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9" name="Parallellogram 8">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0" name="Parallellogram 9">
            <a:hlinkClick r:id="rId7" action="ppaction://hlinksldjump"/>
          </p:cNvPr>
          <p:cNvSpPr/>
          <p:nvPr userDrawn="1"/>
        </p:nvSpPr>
        <p:spPr>
          <a:xfrm>
            <a:off x="8979304"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11" name="Parallellogram 10">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353338784"/>
      </p:ext>
    </p:extLst>
  </p:cSld>
  <p:clrMapOvr>
    <a:masterClrMapping/>
  </p:clrMapOvr>
</p:sldLayout>
</file>

<file path=ppt/slideLayouts/slideLayout722.xml><?xml version="1.0" encoding="utf-8"?>
<p:sldLayout xmlns:a="http://schemas.openxmlformats.org/drawingml/2006/main" xmlns:r="http://schemas.openxmlformats.org/officeDocument/2006/relationships" xmlns:p="http://schemas.openxmlformats.org/presentationml/2006/main" type="objTx" preserve="1">
  <p:cSld name="Innhold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innhold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7F11DC95-9B5A-428C-85A0-5E2B81F82CBA}"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233617434"/>
      </p:ext>
    </p:extLst>
  </p:cSld>
  <p:clrMapOvr>
    <a:masterClrMapping/>
  </p:clrMapOvr>
</p:sldLayout>
</file>

<file path=ppt/slideLayouts/slideLayout723.xml><?xml version="1.0" encoding="utf-8"?>
<p:sldLayout xmlns:a="http://schemas.openxmlformats.org/drawingml/2006/main" xmlns:r="http://schemas.openxmlformats.org/officeDocument/2006/relationships" xmlns:p="http://schemas.openxmlformats.org/presentationml/2006/main" type="picTx" preserve="1">
  <p:cSld name="Bilde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bild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52D6C2DB-A9DC-4BBF-B51C-56B1C31B3B22}"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4249590012"/>
      </p:ext>
    </p:extLst>
  </p:cSld>
  <p:clrMapOvr>
    <a:masterClrMapping/>
  </p:clrMapOvr>
</p:sldLayout>
</file>

<file path=ppt/slideLayouts/slideLayout724.xml><?xml version="1.0" encoding="utf-8"?>
<p:sldLayout xmlns:a="http://schemas.openxmlformats.org/drawingml/2006/main" xmlns:r="http://schemas.openxmlformats.org/officeDocument/2006/relationships" xmlns:p="http://schemas.openxmlformats.org/presentationml/2006/main" type="vertTx" preserve="1">
  <p:cSld name="Loddrett tekst">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loddrett tekst 2"/>
          <p:cNvSpPr>
            <a:spLocks noGrp="1"/>
          </p:cNvSpPr>
          <p:nvPr>
            <p:ph type="body" orient="vert" idx="1"/>
          </p:nvPr>
        </p:nvSpPr>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211E245E-C66A-4FFE-8538-F0D05FC74B9D}"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909946453"/>
      </p:ext>
    </p:extLst>
  </p:cSld>
  <p:clrMapOvr>
    <a:masterClrMapping/>
  </p:clrMapOvr>
</p:sldLayout>
</file>

<file path=ppt/slideLayouts/slideLayout725.xml><?xml version="1.0" encoding="utf-8"?>
<p:sldLayout xmlns:a="http://schemas.openxmlformats.org/drawingml/2006/main" xmlns:r="http://schemas.openxmlformats.org/officeDocument/2006/relationships" xmlns:p="http://schemas.openxmlformats.org/presentationml/2006/main" type="vertTitleAndTx" preserve="1">
  <p:cSld name="Loddrett tittel og tekst">
    <p:spTree>
      <p:nvGrpSpPr>
        <p:cNvPr id="1" name=""/>
        <p:cNvGrpSpPr/>
        <p:nvPr/>
      </p:nvGrpSpPr>
      <p:grpSpPr>
        <a:xfrm>
          <a:off x="0" y="0"/>
          <a:ext cx="0" cy="0"/>
          <a:chOff x="0" y="0"/>
          <a:chExt cx="0" cy="0"/>
        </a:xfrm>
      </p:grpSpPr>
      <p:sp>
        <p:nvSpPr>
          <p:cNvPr id="2" name="Loddrett tittel 1"/>
          <p:cNvSpPr>
            <a:spLocks noGrp="1"/>
          </p:cNvSpPr>
          <p:nvPr>
            <p:ph type="title" orient="vert"/>
          </p:nvPr>
        </p:nvSpPr>
        <p:spPr>
          <a:xfrm>
            <a:off x="8724900" y="365125"/>
            <a:ext cx="2628900" cy="5811838"/>
          </a:xfrm>
        </p:spPr>
        <p:txBody>
          <a:bodyPr vert="eaVert"/>
          <a:lstStyle/>
          <a:p>
            <a:r>
              <a:rPr lang="nb-NO"/>
              <a:t>Klikk for å redigere tittelstil</a:t>
            </a:r>
          </a:p>
        </p:txBody>
      </p:sp>
      <p:sp>
        <p:nvSpPr>
          <p:cNvPr id="3" name="Plassholder for loddrett tekst 2"/>
          <p:cNvSpPr>
            <a:spLocks noGrp="1"/>
          </p:cNvSpPr>
          <p:nvPr>
            <p:ph type="body" orient="vert" idx="1"/>
          </p:nvPr>
        </p:nvSpPr>
        <p:spPr>
          <a:xfrm>
            <a:off x="838200" y="365125"/>
            <a:ext cx="7734300" cy="5811838"/>
          </a:xfrm>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70AF22ED-7902-43D6-BBD5-6156068532B5}"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038897163"/>
      </p:ext>
    </p:extLst>
  </p:cSld>
  <p:clrMapOvr>
    <a:masterClrMapping/>
  </p:clrMapOvr>
</p:sldLayout>
</file>

<file path=ppt/slideLayouts/slideLayout726.xml><?xml version="1.0" encoding="utf-8"?>
<p:sldLayout xmlns:a="http://schemas.openxmlformats.org/drawingml/2006/main" xmlns:r="http://schemas.openxmlformats.org/officeDocument/2006/relationships" xmlns:p="http://schemas.openxmlformats.org/presentationml/2006/main" userDrawn="1">
  <p:cSld name="Mål">
    <p:spTree>
      <p:nvGrpSpPr>
        <p:cNvPr id="1" name=""/>
        <p:cNvGrpSpPr/>
        <p:nvPr/>
      </p:nvGrpSpPr>
      <p:grpSpPr>
        <a:xfrm>
          <a:off x="0" y="0"/>
          <a:ext cx="0" cy="0"/>
          <a:chOff x="0" y="0"/>
          <a:chExt cx="0" cy="0"/>
        </a:xfrm>
      </p:grpSpPr>
      <p:sp>
        <p:nvSpPr>
          <p:cNvPr id="14" name="Parallellogram 13">
            <a:hlinkClick r:id="rId2" action="ppaction://hlinksldjump"/>
          </p:cNvPr>
          <p:cNvSpPr/>
          <p:nvPr userDrawn="1"/>
        </p:nvSpPr>
        <p:spPr>
          <a:xfrm>
            <a:off x="1428744"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5" name="Parallellogram 14">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6" name="Parallellogram 15">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7" name="Parallellogram 16">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8" name="Parallellogram 17">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9" name="Parallellogram 18">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20" name="Parallellogram 19">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4237557887"/>
      </p:ext>
    </p:extLst>
  </p:cSld>
  <p:clrMapOvr>
    <a:masterClrMapping/>
  </p:clrMapOvr>
</p:sldLayout>
</file>

<file path=ppt/slideLayouts/slideLayout727.xml><?xml version="1.0" encoding="utf-8"?>
<p:sldLayout xmlns:a="http://schemas.openxmlformats.org/drawingml/2006/main" xmlns:r="http://schemas.openxmlformats.org/officeDocument/2006/relationships" xmlns:p="http://schemas.openxmlformats.org/presentationml/2006/main" userDrawn="1">
  <p:cSld name="Innhold">
    <p:spTree>
      <p:nvGrpSpPr>
        <p:cNvPr id="1" name=""/>
        <p:cNvGrpSpPr/>
        <p:nvPr/>
      </p:nvGrpSpPr>
      <p:grpSpPr>
        <a:xfrm>
          <a:off x="0" y="0"/>
          <a:ext cx="0" cy="0"/>
          <a:chOff x="0" y="0"/>
          <a:chExt cx="0" cy="0"/>
        </a:xfrm>
      </p:grpSpPr>
      <p:sp>
        <p:nvSpPr>
          <p:cNvPr id="9" name="Parallellogram 8">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0" name="Parallellogram 9">
            <a:hlinkClick r:id="rId3" action="ppaction://hlinksldjump"/>
          </p:cNvPr>
          <p:cNvSpPr/>
          <p:nvPr userDrawn="1"/>
        </p:nvSpPr>
        <p:spPr>
          <a:xfrm>
            <a:off x="2938557"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1" name="Parallellogram 10">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2" name="Parallellogram 11">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3" name="Parallellogram 12">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21" name="Parallellogram 20">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22" name="Parallellogram 21">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2935819034"/>
      </p:ext>
    </p:extLst>
  </p:cSld>
  <p:clrMapOvr>
    <a:masterClrMapping/>
  </p:clrMapOvr>
</p:sldLayout>
</file>

<file path=ppt/slideLayouts/slideLayout728.xml><?xml version="1.0" encoding="utf-8"?>
<p:sldLayout xmlns:a="http://schemas.openxmlformats.org/drawingml/2006/main" xmlns:r="http://schemas.openxmlformats.org/officeDocument/2006/relationships" xmlns:p="http://schemas.openxmlformats.org/presentationml/2006/main" userDrawn="1">
  <p:cSld name="Elev">
    <p:spTree>
      <p:nvGrpSpPr>
        <p:cNvPr id="1" name=""/>
        <p:cNvGrpSpPr/>
        <p:nvPr/>
      </p:nvGrpSpPr>
      <p:grpSpPr>
        <a:xfrm>
          <a:off x="0" y="0"/>
          <a:ext cx="0" cy="0"/>
          <a:chOff x="0" y="0"/>
          <a:chExt cx="0" cy="0"/>
        </a:xfrm>
      </p:grpSpPr>
      <p:sp>
        <p:nvSpPr>
          <p:cNvPr id="9" name="Parallellogram 8">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0" name="Parallellogram 9">
            <a:hlinkClick r:id="rId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1" name="Parallellogram 10">
            <a:hlinkClick r:id="rId4" action="ppaction://hlinksldjump"/>
          </p:cNvPr>
          <p:cNvSpPr/>
          <p:nvPr userDrawn="1"/>
        </p:nvSpPr>
        <p:spPr>
          <a:xfrm>
            <a:off x="4449118"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2" name="Parallellogram 11">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3" name="Parallellogram 12">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4" name="Parallellogram 13">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22" name="Parallellogram 21">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1666211"/>
      </p:ext>
    </p:extLst>
  </p:cSld>
  <p:clrMapOvr>
    <a:masterClrMapping/>
  </p:clrMapOvr>
</p:sldLayout>
</file>

<file path=ppt/slideLayouts/slideLayout729.xml><?xml version="1.0" encoding="utf-8"?>
<p:sldLayout xmlns:a="http://schemas.openxmlformats.org/drawingml/2006/main" xmlns:r="http://schemas.openxmlformats.org/officeDocument/2006/relationships" xmlns:p="http://schemas.openxmlformats.org/presentationml/2006/main" userDrawn="1">
  <p:cSld name="Lærer">
    <p:spTree>
      <p:nvGrpSpPr>
        <p:cNvPr id="1" name=""/>
        <p:cNvGrpSpPr/>
        <p:nvPr/>
      </p:nvGrpSpPr>
      <p:grpSpPr>
        <a:xfrm>
          <a:off x="0" y="0"/>
          <a:ext cx="0" cy="0"/>
          <a:chOff x="0" y="0"/>
          <a:chExt cx="0" cy="0"/>
        </a:xfrm>
      </p:grpSpPr>
      <p:sp>
        <p:nvSpPr>
          <p:cNvPr id="16" name="Parallellogram 15">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7" name="Parallellogram 16">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8" name="Parallellogram 17">
            <a:hlinkClick r:id="rId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9" name="Parallellogram 18">
            <a:hlinkClick r:id="rId5" action="ppaction://hlinksldjump"/>
          </p:cNvPr>
          <p:cNvSpPr/>
          <p:nvPr userDrawn="1"/>
        </p:nvSpPr>
        <p:spPr>
          <a:xfrm>
            <a:off x="5959678"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20" name="Parallellogram 19">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21" name="Parallellogram 20">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22" name="Parallellogram 21">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2353807047"/>
      </p:ext>
    </p:extLst>
  </p:cSld>
  <p:clrMapOvr>
    <a:masterClrMapping/>
  </p:clrMapOvr>
</p:sldLayout>
</file>

<file path=ppt/slideLayouts/slideLayout730.xml><?xml version="1.0" encoding="utf-8"?>
<p:sldLayout xmlns:a="http://schemas.openxmlformats.org/drawingml/2006/main" xmlns:r="http://schemas.openxmlformats.org/officeDocument/2006/relationships" xmlns:p="http://schemas.openxmlformats.org/presentationml/2006/main" userDrawn="1">
  <p:cSld name="Metode">
    <p:spTree>
      <p:nvGrpSpPr>
        <p:cNvPr id="1" name=""/>
        <p:cNvGrpSpPr/>
        <p:nvPr/>
      </p:nvGrpSpPr>
      <p:grpSpPr>
        <a:xfrm>
          <a:off x="0" y="0"/>
          <a:ext cx="0" cy="0"/>
          <a:chOff x="0" y="0"/>
          <a:chExt cx="0" cy="0"/>
        </a:xfrm>
      </p:grpSpPr>
      <p:sp>
        <p:nvSpPr>
          <p:cNvPr id="9" name="Parallellogram 8">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0" name="Parallellogram 9">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1" name="Parallellogram 10">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2" name="Parallellogram 11">
            <a:hlinkClick r:id="rId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20" name="Parallellogram 19">
            <a:hlinkClick r:id="rId6" action="ppaction://hlinksldjump"/>
          </p:cNvPr>
          <p:cNvSpPr/>
          <p:nvPr userDrawn="1"/>
        </p:nvSpPr>
        <p:spPr>
          <a:xfrm>
            <a:off x="7469491"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21" name="Parallellogram 20">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22" name="Parallellogram 21">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145458236"/>
      </p:ext>
    </p:extLst>
  </p:cSld>
  <p:clrMapOvr>
    <a:masterClrMapping/>
  </p:clrMapOvr>
</p:sldLayout>
</file>

<file path=ppt/slideLayouts/slideLayout731.xml><?xml version="1.0" encoding="utf-8"?>
<p:sldLayout xmlns:a="http://schemas.openxmlformats.org/drawingml/2006/main" xmlns:r="http://schemas.openxmlformats.org/officeDocument/2006/relationships" xmlns:p="http://schemas.openxmlformats.org/presentationml/2006/main" userDrawn="1">
  <p:cSld name="Vurdering">
    <p:spTree>
      <p:nvGrpSpPr>
        <p:cNvPr id="1" name=""/>
        <p:cNvGrpSpPr/>
        <p:nvPr/>
      </p:nvGrpSpPr>
      <p:grpSpPr>
        <a:xfrm>
          <a:off x="0" y="0"/>
          <a:ext cx="0" cy="0"/>
          <a:chOff x="0" y="0"/>
          <a:chExt cx="0" cy="0"/>
        </a:xfrm>
      </p:grpSpPr>
      <p:sp>
        <p:nvSpPr>
          <p:cNvPr id="9" name="Parallellogram 8">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0" name="Parallellogram 9">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1" name="Parallellogram 10">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2" name="Parallellogram 11">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3" name="Parallellogram 12">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4" name="Parallellogram 13">
            <a:hlinkClick r:id="rId7" action="ppaction://hlinksldjump"/>
          </p:cNvPr>
          <p:cNvSpPr/>
          <p:nvPr userDrawn="1"/>
        </p:nvSpPr>
        <p:spPr>
          <a:xfrm>
            <a:off x="897930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22" name="Parallellogram 21">
            <a:hlinkClick r:id="rId8" action="ppaction://hlinksldjump"/>
          </p:cNvPr>
          <p:cNvSpPr/>
          <p:nvPr userDrawn="1"/>
        </p:nvSpPr>
        <p:spPr>
          <a:xfrm>
            <a:off x="10489865"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2596884339"/>
      </p:ext>
    </p:extLst>
  </p:cSld>
  <p:clrMapOvr>
    <a:masterClrMapping/>
  </p:clrMapOvr>
</p:sldLayout>
</file>

<file path=ppt/slideLayouts/slideLayout732.xml><?xml version="1.0" encoding="utf-8"?>
<p:sldLayout xmlns:a="http://schemas.openxmlformats.org/drawingml/2006/main" xmlns:r="http://schemas.openxmlformats.org/officeDocument/2006/relationships" xmlns:p="http://schemas.openxmlformats.org/presentationml/2006/main" type="title" preserve="1">
  <p:cSld name="Tittellysbilde">
    <p:spTree>
      <p:nvGrpSpPr>
        <p:cNvPr id="1" name=""/>
        <p:cNvGrpSpPr/>
        <p:nvPr/>
      </p:nvGrpSpPr>
      <p:grpSpPr>
        <a:xfrm>
          <a:off x="0" y="0"/>
          <a:ext cx="0" cy="0"/>
          <a:chOff x="0" y="0"/>
          <a:chExt cx="0" cy="0"/>
        </a:xfrm>
      </p:grpSpPr>
      <p:sp>
        <p:nvSpPr>
          <p:cNvPr id="2" name="Tittel 1"/>
          <p:cNvSpPr>
            <a:spLocks noGrp="1"/>
          </p:cNvSpPr>
          <p:nvPr>
            <p:ph type="ctrTitle"/>
          </p:nvPr>
        </p:nvSpPr>
        <p:spPr>
          <a:xfrm>
            <a:off x="1524000" y="1122363"/>
            <a:ext cx="9144000" cy="2387600"/>
          </a:xfrm>
        </p:spPr>
        <p:txBody>
          <a:bodyPr anchor="b"/>
          <a:lstStyle>
            <a:lvl1pPr algn="ctr">
              <a:defRPr sz="6000"/>
            </a:lvl1pPr>
          </a:lstStyle>
          <a:p>
            <a:r>
              <a:rPr lang="nb-NO"/>
              <a:t>Klikk for å redigere tittelstil</a:t>
            </a:r>
          </a:p>
        </p:txBody>
      </p:sp>
      <p:sp>
        <p:nvSpPr>
          <p:cNvPr id="3" name="Undertit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b-NO"/>
              <a:t>Klikk for å redigere undertittelstil i malen</a:t>
            </a:r>
          </a:p>
        </p:txBody>
      </p:sp>
      <p:sp>
        <p:nvSpPr>
          <p:cNvPr id="4" name="Plassholder for dato 3"/>
          <p:cNvSpPr>
            <a:spLocks noGrp="1"/>
          </p:cNvSpPr>
          <p:nvPr>
            <p:ph type="dt" sz="half" idx="10"/>
          </p:nvPr>
        </p:nvSpPr>
        <p:spPr/>
        <p:txBody>
          <a:bodyPr/>
          <a:lstStyle/>
          <a:p>
            <a:fld id="{4E46577C-043B-4715-8EC0-74CC4BE0A3FA}"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2065669445"/>
      </p:ext>
    </p:extLst>
  </p:cSld>
  <p:clrMapOvr>
    <a:masterClrMapping/>
  </p:clrMapOvr>
</p:sldLayout>
</file>

<file path=ppt/slideLayouts/slideLayout733.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idx="1"/>
          </p:nvPr>
        </p:nvSpPr>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FEE2F74E-E9A7-4914-BF06-6EB663FD6F78}"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312866559"/>
      </p:ext>
    </p:extLst>
  </p:cSld>
  <p:clrMapOvr>
    <a:masterClrMapping/>
  </p:clrMapOvr>
</p:sldLayout>
</file>

<file path=ppt/slideLayouts/slideLayout734.xml><?xml version="1.0" encoding="utf-8"?>
<p:sldLayout xmlns:a="http://schemas.openxmlformats.org/drawingml/2006/main" xmlns:r="http://schemas.openxmlformats.org/officeDocument/2006/relationships" xmlns:p="http://schemas.openxmlformats.org/presentationml/2006/main" type="secHead" preserve="1">
  <p:cSld name="Deloverskrift">
    <p:spTree>
      <p:nvGrpSpPr>
        <p:cNvPr id="1" name=""/>
        <p:cNvGrpSpPr/>
        <p:nvPr/>
      </p:nvGrpSpPr>
      <p:grpSpPr>
        <a:xfrm>
          <a:off x="0" y="0"/>
          <a:ext cx="0" cy="0"/>
          <a:chOff x="0" y="0"/>
          <a:chExt cx="0" cy="0"/>
        </a:xfrm>
      </p:grpSpPr>
      <p:sp>
        <p:nvSpPr>
          <p:cNvPr id="2" name="Tittel 1"/>
          <p:cNvSpPr>
            <a:spLocks noGrp="1"/>
          </p:cNvSpPr>
          <p:nvPr>
            <p:ph type="title"/>
          </p:nvPr>
        </p:nvSpPr>
        <p:spPr>
          <a:xfrm>
            <a:off x="831850" y="1709738"/>
            <a:ext cx="10515600" cy="2852737"/>
          </a:xfrm>
        </p:spPr>
        <p:txBody>
          <a:bodyPr anchor="b"/>
          <a:lstStyle>
            <a:lvl1pPr>
              <a:defRPr sz="6000"/>
            </a:lvl1pPr>
          </a:lstStyle>
          <a:p>
            <a:r>
              <a:rPr lang="nb-NO"/>
              <a:t>Klikk for å redigere tittelstil</a:t>
            </a:r>
          </a:p>
        </p:txBody>
      </p:sp>
      <p:sp>
        <p:nvSpPr>
          <p:cNvPr id="3" name="Plassholder for teks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b-NO"/>
              <a:t>Rediger tekststiler i malen</a:t>
            </a:r>
          </a:p>
        </p:txBody>
      </p:sp>
      <p:sp>
        <p:nvSpPr>
          <p:cNvPr id="4" name="Plassholder for dato 3"/>
          <p:cNvSpPr>
            <a:spLocks noGrp="1"/>
          </p:cNvSpPr>
          <p:nvPr>
            <p:ph type="dt" sz="half" idx="10"/>
          </p:nvPr>
        </p:nvSpPr>
        <p:spPr/>
        <p:txBody>
          <a:bodyPr/>
          <a:lstStyle/>
          <a:p>
            <a:fld id="{710B8925-487E-4676-AE8D-95EA62715ACD}"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71632076"/>
      </p:ext>
    </p:extLst>
  </p:cSld>
  <p:clrMapOvr>
    <a:masterClrMapping/>
  </p:clrMapOvr>
</p:sldLayout>
</file>

<file path=ppt/slideLayouts/slideLayout735.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sz="half" idx="1"/>
          </p:nvPr>
        </p:nvSpPr>
        <p:spPr>
          <a:xfrm>
            <a:off x="838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innhold 3"/>
          <p:cNvSpPr>
            <a:spLocks noGrp="1"/>
          </p:cNvSpPr>
          <p:nvPr>
            <p:ph sz="half" idx="2"/>
          </p:nvPr>
        </p:nvSpPr>
        <p:spPr>
          <a:xfrm>
            <a:off x="6172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dato 4"/>
          <p:cNvSpPr>
            <a:spLocks noGrp="1"/>
          </p:cNvSpPr>
          <p:nvPr>
            <p:ph type="dt" sz="half" idx="10"/>
          </p:nvPr>
        </p:nvSpPr>
        <p:spPr/>
        <p:txBody>
          <a:bodyPr/>
          <a:lstStyle/>
          <a:p>
            <a:fld id="{B0E1D9F6-DA3B-46AF-A230-B2501EEBB8C7}"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1074249707"/>
      </p:ext>
    </p:extLst>
  </p:cSld>
  <p:clrMapOvr>
    <a:masterClrMapping/>
  </p:clrMapOvr>
</p:sldLayout>
</file>

<file path=ppt/slideLayouts/slideLayout736.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tel 1"/>
          <p:cNvSpPr>
            <a:spLocks noGrp="1"/>
          </p:cNvSpPr>
          <p:nvPr>
            <p:ph type="title"/>
          </p:nvPr>
        </p:nvSpPr>
        <p:spPr>
          <a:xfrm>
            <a:off x="839788" y="365125"/>
            <a:ext cx="10515600" cy="1325563"/>
          </a:xfrm>
        </p:spPr>
        <p:txBody>
          <a:bodyPr/>
          <a:lstStyle/>
          <a:p>
            <a:r>
              <a:rPr lang="nb-NO"/>
              <a:t>Klikk for å redigere tittelstil</a:t>
            </a:r>
          </a:p>
        </p:txBody>
      </p:sp>
      <p:sp>
        <p:nvSpPr>
          <p:cNvPr id="3" name="Plassholder for teks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4" name="Plassholder for innhold 3"/>
          <p:cNvSpPr>
            <a:spLocks noGrp="1"/>
          </p:cNvSpPr>
          <p:nvPr>
            <p:ph sz="half" idx="2"/>
          </p:nvPr>
        </p:nvSpPr>
        <p:spPr>
          <a:xfrm>
            <a:off x="839788" y="2505075"/>
            <a:ext cx="5157787"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teks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6" name="Plassholder for innhold 5"/>
          <p:cNvSpPr>
            <a:spLocks noGrp="1"/>
          </p:cNvSpPr>
          <p:nvPr>
            <p:ph sz="quarter" idx="4"/>
          </p:nvPr>
        </p:nvSpPr>
        <p:spPr>
          <a:xfrm>
            <a:off x="6172200" y="2505075"/>
            <a:ext cx="5183188"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7" name="Plassholder for dato 6"/>
          <p:cNvSpPr>
            <a:spLocks noGrp="1"/>
          </p:cNvSpPr>
          <p:nvPr>
            <p:ph type="dt" sz="half" idx="10"/>
          </p:nvPr>
        </p:nvSpPr>
        <p:spPr/>
        <p:txBody>
          <a:bodyPr/>
          <a:lstStyle/>
          <a:p>
            <a:fld id="{75687BF8-7518-4608-B4FA-4D049647BC47}" type="datetime1">
              <a:rPr lang="nb-NO" smtClean="0"/>
              <a:t>27.08.2024</a:t>
            </a:fld>
            <a:endParaRPr lang="nb-NO"/>
          </a:p>
        </p:txBody>
      </p:sp>
      <p:sp>
        <p:nvSpPr>
          <p:cNvPr id="8" name="Plassholder for bunntekst 7"/>
          <p:cNvSpPr>
            <a:spLocks noGrp="1"/>
          </p:cNvSpPr>
          <p:nvPr>
            <p:ph type="ftr" sz="quarter" idx="11"/>
          </p:nvPr>
        </p:nvSpPr>
        <p:spPr/>
        <p:txBody>
          <a:bodyPr/>
          <a:lstStyle/>
          <a:p>
            <a:r>
              <a:rPr lang="nb-NO"/>
              <a:t>Control Trafikkskole</a:t>
            </a:r>
          </a:p>
        </p:txBody>
      </p:sp>
      <p:sp>
        <p:nvSpPr>
          <p:cNvPr id="9" name="Plassholder for lysbildenummer 8"/>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785235493"/>
      </p:ext>
    </p:extLst>
  </p:cSld>
  <p:clrMapOvr>
    <a:masterClrMapping/>
  </p:clrMapOvr>
</p:sldLayout>
</file>

<file path=ppt/slideLayouts/slideLayout737.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dato 2"/>
          <p:cNvSpPr>
            <a:spLocks noGrp="1"/>
          </p:cNvSpPr>
          <p:nvPr>
            <p:ph type="dt" sz="half" idx="10"/>
          </p:nvPr>
        </p:nvSpPr>
        <p:spPr/>
        <p:txBody>
          <a:bodyPr/>
          <a:lstStyle/>
          <a:p>
            <a:fld id="{C28FB79D-2EDF-4523-A837-60A3FB48265D}" type="datetime1">
              <a:rPr lang="nb-NO" smtClean="0"/>
              <a:t>27.08.2024</a:t>
            </a:fld>
            <a:endParaRPr lang="nb-NO"/>
          </a:p>
        </p:txBody>
      </p:sp>
      <p:sp>
        <p:nvSpPr>
          <p:cNvPr id="4" name="Plassholder for bunntekst 3"/>
          <p:cNvSpPr>
            <a:spLocks noGrp="1"/>
          </p:cNvSpPr>
          <p:nvPr>
            <p:ph type="ftr" sz="quarter" idx="11"/>
          </p:nvPr>
        </p:nvSpPr>
        <p:spPr/>
        <p:txBody>
          <a:bodyPr/>
          <a:lstStyle/>
          <a:p>
            <a:r>
              <a:rPr lang="nb-NO"/>
              <a:t>Control Trafikkskole</a:t>
            </a:r>
          </a:p>
        </p:txBody>
      </p:sp>
      <p:sp>
        <p:nvSpPr>
          <p:cNvPr id="5" name="Plassholder for lysbildenummer 4"/>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1177823505"/>
      </p:ext>
    </p:extLst>
  </p:cSld>
  <p:clrMapOvr>
    <a:masterClrMapping/>
  </p:clrMapOvr>
</p:sldLayout>
</file>

<file path=ppt/slideLayouts/slideLayout738.xml><?xml version="1.0" encoding="utf-8"?>
<p:sldLayout xmlns:a="http://schemas.openxmlformats.org/drawingml/2006/main" xmlns:r="http://schemas.openxmlformats.org/officeDocument/2006/relationships" xmlns:p="http://schemas.openxmlformats.org/presentationml/2006/main" type="blank" preserve="1">
  <p:cSld name="Rutevalg">
    <p:spTree>
      <p:nvGrpSpPr>
        <p:cNvPr id="1" name=""/>
        <p:cNvGrpSpPr/>
        <p:nvPr/>
      </p:nvGrpSpPr>
      <p:grpSpPr>
        <a:xfrm>
          <a:off x="0" y="0"/>
          <a:ext cx="0" cy="0"/>
          <a:chOff x="0" y="0"/>
          <a:chExt cx="0" cy="0"/>
        </a:xfrm>
      </p:grpSpPr>
      <p:sp>
        <p:nvSpPr>
          <p:cNvPr id="2" name="Plassholder for dato 1"/>
          <p:cNvSpPr>
            <a:spLocks noGrp="1"/>
          </p:cNvSpPr>
          <p:nvPr>
            <p:ph type="dt" sz="half" idx="10"/>
          </p:nvPr>
        </p:nvSpPr>
        <p:spPr/>
        <p:txBody>
          <a:bodyPr/>
          <a:lstStyle/>
          <a:p>
            <a:fld id="{DD26757E-2319-4127-95F7-4863EC6B01A6}" type="datetime1">
              <a:rPr lang="nb-NO" smtClean="0"/>
              <a:t>27.08.2024</a:t>
            </a:fld>
            <a:endParaRPr lang="nb-NO"/>
          </a:p>
        </p:txBody>
      </p:sp>
      <p:sp>
        <p:nvSpPr>
          <p:cNvPr id="3" name="Plassholder for bunntekst 2"/>
          <p:cNvSpPr>
            <a:spLocks noGrp="1"/>
          </p:cNvSpPr>
          <p:nvPr>
            <p:ph type="ftr" sz="quarter" idx="11"/>
          </p:nvPr>
        </p:nvSpPr>
        <p:spPr/>
        <p:txBody>
          <a:bodyPr/>
          <a:lstStyle/>
          <a:p>
            <a:r>
              <a:rPr lang="nb-NO"/>
              <a:t>Control Trafikkskole</a:t>
            </a:r>
          </a:p>
        </p:txBody>
      </p:sp>
      <p:sp>
        <p:nvSpPr>
          <p:cNvPr id="4" name="Plassholder for lysbildenummer 3"/>
          <p:cNvSpPr>
            <a:spLocks noGrp="1"/>
          </p:cNvSpPr>
          <p:nvPr>
            <p:ph type="sldNum" sz="quarter" idx="12"/>
          </p:nvPr>
        </p:nvSpPr>
        <p:spPr/>
        <p:txBody>
          <a:bodyPr/>
          <a:lstStyle/>
          <a:p>
            <a:fld id="{2EEBBCFE-599B-47F9-B84D-4259C5E2055D}" type="slidenum">
              <a:rPr lang="nb-NO" smtClean="0"/>
              <a:t>‹#›</a:t>
            </a:fld>
            <a:endParaRPr lang="nb-NO"/>
          </a:p>
        </p:txBody>
      </p:sp>
      <p:sp>
        <p:nvSpPr>
          <p:cNvPr id="5" name="Parallellogram 4">
            <a:hlinkClick r:id="rId2" action="ppaction://hlinksldjump"/>
          </p:cNvPr>
          <p:cNvSpPr/>
          <p:nvPr userDrawn="1"/>
        </p:nvSpPr>
        <p:spPr>
          <a:xfrm>
            <a:off x="142874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6" name="Parallellogram 5">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7" name="Parallellogram 6">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8" name="Parallellogram 7">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9" name="Parallellogram 8">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0" name="Parallellogram 9">
            <a:hlinkClick r:id="rId7" action="ppaction://hlinksldjump"/>
          </p:cNvPr>
          <p:cNvSpPr/>
          <p:nvPr userDrawn="1"/>
        </p:nvSpPr>
        <p:spPr>
          <a:xfrm>
            <a:off x="8979304"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11" name="Parallellogram 10">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2754578232"/>
      </p:ext>
    </p:extLst>
  </p:cSld>
  <p:clrMapOvr>
    <a:masterClrMapping/>
  </p:clrMapOvr>
</p:sldLayout>
</file>

<file path=ppt/slideLayouts/slideLayout739.xml><?xml version="1.0" encoding="utf-8"?>
<p:sldLayout xmlns:a="http://schemas.openxmlformats.org/drawingml/2006/main" xmlns:r="http://schemas.openxmlformats.org/officeDocument/2006/relationships" xmlns:p="http://schemas.openxmlformats.org/presentationml/2006/main" type="objTx" preserve="1">
  <p:cSld name="Innhold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innhold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819721E7-EB1D-4374-BEC0-D50714EB398A}"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245020805"/>
      </p:ext>
    </p:extLst>
  </p:cSld>
  <p:clrMapOvr>
    <a:masterClrMapping/>
  </p:clrMapOvr>
</p:sldLayout>
</file>

<file path=ppt/slideLayouts/slideLayout740.xml><?xml version="1.0" encoding="utf-8"?>
<p:sldLayout xmlns:a="http://schemas.openxmlformats.org/drawingml/2006/main" xmlns:r="http://schemas.openxmlformats.org/officeDocument/2006/relationships" xmlns:p="http://schemas.openxmlformats.org/presentationml/2006/main" type="picTx" preserve="1">
  <p:cSld name="Bilde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bild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327822CA-8796-41E0-AA1E-04683DE69B67}"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50338763"/>
      </p:ext>
    </p:extLst>
  </p:cSld>
  <p:clrMapOvr>
    <a:masterClrMapping/>
  </p:clrMapOvr>
</p:sldLayout>
</file>

<file path=ppt/slideLayouts/slideLayout741.xml><?xml version="1.0" encoding="utf-8"?>
<p:sldLayout xmlns:a="http://schemas.openxmlformats.org/drawingml/2006/main" xmlns:r="http://schemas.openxmlformats.org/officeDocument/2006/relationships" xmlns:p="http://schemas.openxmlformats.org/presentationml/2006/main" type="vertTx" preserve="1">
  <p:cSld name="Loddrett tekst">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loddrett tekst 2"/>
          <p:cNvSpPr>
            <a:spLocks noGrp="1"/>
          </p:cNvSpPr>
          <p:nvPr>
            <p:ph type="body" orient="vert" idx="1"/>
          </p:nvPr>
        </p:nvSpPr>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4FC26585-96EC-46D4-8D27-B85DE32E8337}"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621356643"/>
      </p:ext>
    </p:extLst>
  </p:cSld>
  <p:clrMapOvr>
    <a:masterClrMapping/>
  </p:clrMapOvr>
</p:sldLayout>
</file>

<file path=ppt/slideLayouts/slideLayout742.xml><?xml version="1.0" encoding="utf-8"?>
<p:sldLayout xmlns:a="http://schemas.openxmlformats.org/drawingml/2006/main" xmlns:r="http://schemas.openxmlformats.org/officeDocument/2006/relationships" xmlns:p="http://schemas.openxmlformats.org/presentationml/2006/main" type="vertTitleAndTx" preserve="1">
  <p:cSld name="Loddrett tittel og tekst">
    <p:spTree>
      <p:nvGrpSpPr>
        <p:cNvPr id="1" name=""/>
        <p:cNvGrpSpPr/>
        <p:nvPr/>
      </p:nvGrpSpPr>
      <p:grpSpPr>
        <a:xfrm>
          <a:off x="0" y="0"/>
          <a:ext cx="0" cy="0"/>
          <a:chOff x="0" y="0"/>
          <a:chExt cx="0" cy="0"/>
        </a:xfrm>
      </p:grpSpPr>
      <p:sp>
        <p:nvSpPr>
          <p:cNvPr id="2" name="Loddrett tittel 1"/>
          <p:cNvSpPr>
            <a:spLocks noGrp="1"/>
          </p:cNvSpPr>
          <p:nvPr>
            <p:ph type="title" orient="vert"/>
          </p:nvPr>
        </p:nvSpPr>
        <p:spPr>
          <a:xfrm>
            <a:off x="8724900" y="365125"/>
            <a:ext cx="2628900" cy="5811838"/>
          </a:xfrm>
        </p:spPr>
        <p:txBody>
          <a:bodyPr vert="eaVert"/>
          <a:lstStyle/>
          <a:p>
            <a:r>
              <a:rPr lang="nb-NO"/>
              <a:t>Klikk for å redigere tittelstil</a:t>
            </a:r>
          </a:p>
        </p:txBody>
      </p:sp>
      <p:sp>
        <p:nvSpPr>
          <p:cNvPr id="3" name="Plassholder for loddrett tekst 2"/>
          <p:cNvSpPr>
            <a:spLocks noGrp="1"/>
          </p:cNvSpPr>
          <p:nvPr>
            <p:ph type="body" orient="vert" idx="1"/>
          </p:nvPr>
        </p:nvSpPr>
        <p:spPr>
          <a:xfrm>
            <a:off x="838200" y="365125"/>
            <a:ext cx="7734300" cy="5811838"/>
          </a:xfrm>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9E5F8A94-B01A-442A-97EB-AA6C6589A48E}"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814981927"/>
      </p:ext>
    </p:extLst>
  </p:cSld>
  <p:clrMapOvr>
    <a:masterClrMapping/>
  </p:clrMapOvr>
</p:sldLayout>
</file>

<file path=ppt/slideLayouts/slideLayout743.xml><?xml version="1.0" encoding="utf-8"?>
<p:sldLayout xmlns:a="http://schemas.openxmlformats.org/drawingml/2006/main" xmlns:r="http://schemas.openxmlformats.org/officeDocument/2006/relationships" xmlns:p="http://schemas.openxmlformats.org/presentationml/2006/main" userDrawn="1">
  <p:cSld name="Mål">
    <p:spTree>
      <p:nvGrpSpPr>
        <p:cNvPr id="1" name=""/>
        <p:cNvGrpSpPr/>
        <p:nvPr/>
      </p:nvGrpSpPr>
      <p:grpSpPr>
        <a:xfrm>
          <a:off x="0" y="0"/>
          <a:ext cx="0" cy="0"/>
          <a:chOff x="0" y="0"/>
          <a:chExt cx="0" cy="0"/>
        </a:xfrm>
      </p:grpSpPr>
      <p:sp>
        <p:nvSpPr>
          <p:cNvPr id="14" name="Parallellogram 13">
            <a:hlinkClick r:id="rId2" action="ppaction://hlinksldjump"/>
          </p:cNvPr>
          <p:cNvSpPr/>
          <p:nvPr userDrawn="1"/>
        </p:nvSpPr>
        <p:spPr>
          <a:xfrm>
            <a:off x="1428744"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5" name="Parallellogram 14">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6" name="Parallellogram 15">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7" name="Parallellogram 16">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8" name="Parallellogram 17">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9" name="Parallellogram 18">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20" name="Parallellogram 19">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945343057"/>
      </p:ext>
    </p:extLst>
  </p:cSld>
  <p:clrMapOvr>
    <a:masterClrMapping/>
  </p:clrMapOvr>
</p:sldLayout>
</file>

<file path=ppt/slideLayouts/slideLayout744.xml><?xml version="1.0" encoding="utf-8"?>
<p:sldLayout xmlns:a="http://schemas.openxmlformats.org/drawingml/2006/main" xmlns:r="http://schemas.openxmlformats.org/officeDocument/2006/relationships" xmlns:p="http://schemas.openxmlformats.org/presentationml/2006/main" userDrawn="1">
  <p:cSld name="Innhold">
    <p:spTree>
      <p:nvGrpSpPr>
        <p:cNvPr id="1" name=""/>
        <p:cNvGrpSpPr/>
        <p:nvPr/>
      </p:nvGrpSpPr>
      <p:grpSpPr>
        <a:xfrm>
          <a:off x="0" y="0"/>
          <a:ext cx="0" cy="0"/>
          <a:chOff x="0" y="0"/>
          <a:chExt cx="0" cy="0"/>
        </a:xfrm>
      </p:grpSpPr>
      <p:sp>
        <p:nvSpPr>
          <p:cNvPr id="14" name="Parallellogram 13">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5" name="Parallellogram 14">
            <a:hlinkClick r:id="rId3" action="ppaction://hlinksldjump"/>
          </p:cNvPr>
          <p:cNvSpPr/>
          <p:nvPr userDrawn="1"/>
        </p:nvSpPr>
        <p:spPr>
          <a:xfrm>
            <a:off x="2938557"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6" name="Parallellogram 15">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7" name="Parallellogram 16">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8" name="Parallellogram 17">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9" name="Parallellogram 18">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20" name="Parallellogram 19">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3984911775"/>
      </p:ext>
    </p:extLst>
  </p:cSld>
  <p:clrMapOvr>
    <a:masterClrMapping/>
  </p:clrMapOvr>
</p:sldLayout>
</file>

<file path=ppt/slideLayouts/slideLayout745.xml><?xml version="1.0" encoding="utf-8"?>
<p:sldLayout xmlns:a="http://schemas.openxmlformats.org/drawingml/2006/main" xmlns:r="http://schemas.openxmlformats.org/officeDocument/2006/relationships" xmlns:p="http://schemas.openxmlformats.org/presentationml/2006/main" userDrawn="1">
  <p:cSld name="Elev">
    <p:spTree>
      <p:nvGrpSpPr>
        <p:cNvPr id="1" name=""/>
        <p:cNvGrpSpPr/>
        <p:nvPr/>
      </p:nvGrpSpPr>
      <p:grpSpPr>
        <a:xfrm>
          <a:off x="0" y="0"/>
          <a:ext cx="0" cy="0"/>
          <a:chOff x="0" y="0"/>
          <a:chExt cx="0" cy="0"/>
        </a:xfrm>
      </p:grpSpPr>
      <p:sp>
        <p:nvSpPr>
          <p:cNvPr id="15" name="Parallellogram 14">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6" name="Parallellogram 15">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7" name="Parallellogram 16">
            <a:hlinkClick r:id="rId4" action="ppaction://hlinksldjump"/>
          </p:cNvPr>
          <p:cNvSpPr/>
          <p:nvPr userDrawn="1"/>
        </p:nvSpPr>
        <p:spPr>
          <a:xfrm>
            <a:off x="4449118"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8" name="Parallellogram 17">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9" name="Parallellogram 18">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20" name="Parallellogram 19">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21" name="Parallellogram 20">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3505160814"/>
      </p:ext>
    </p:extLst>
  </p:cSld>
  <p:clrMapOvr>
    <a:masterClrMapping/>
  </p:clrMapOvr>
</p:sldLayout>
</file>

<file path=ppt/slideLayouts/slideLayout746.xml><?xml version="1.0" encoding="utf-8"?>
<p:sldLayout xmlns:a="http://schemas.openxmlformats.org/drawingml/2006/main" xmlns:r="http://schemas.openxmlformats.org/officeDocument/2006/relationships" xmlns:p="http://schemas.openxmlformats.org/presentationml/2006/main" userDrawn="1">
  <p:cSld name="Lærer">
    <p:spTree>
      <p:nvGrpSpPr>
        <p:cNvPr id="1" name=""/>
        <p:cNvGrpSpPr/>
        <p:nvPr/>
      </p:nvGrpSpPr>
      <p:grpSpPr>
        <a:xfrm>
          <a:off x="0" y="0"/>
          <a:ext cx="0" cy="0"/>
          <a:chOff x="0" y="0"/>
          <a:chExt cx="0" cy="0"/>
        </a:xfrm>
      </p:grpSpPr>
      <p:sp>
        <p:nvSpPr>
          <p:cNvPr id="9" name="Parallellogram 8">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0" name="Parallellogram 9">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1" name="Parallellogram 10">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2" name="Parallellogram 11">
            <a:hlinkClick r:id="rId5" action="ppaction://hlinksldjump"/>
          </p:cNvPr>
          <p:cNvSpPr/>
          <p:nvPr userDrawn="1"/>
        </p:nvSpPr>
        <p:spPr>
          <a:xfrm>
            <a:off x="5959678"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3" name="Parallellogram 12">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4" name="Parallellogram 13">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15" name="Parallellogram 14">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2640289839"/>
      </p:ext>
    </p:extLst>
  </p:cSld>
  <p:clrMapOvr>
    <a:masterClrMapping/>
  </p:clrMapOvr>
</p:sldLayout>
</file>

<file path=ppt/slideLayouts/slideLayout747.xml><?xml version="1.0" encoding="utf-8"?>
<p:sldLayout xmlns:a="http://schemas.openxmlformats.org/drawingml/2006/main" xmlns:r="http://schemas.openxmlformats.org/officeDocument/2006/relationships" xmlns:p="http://schemas.openxmlformats.org/presentationml/2006/main" userDrawn="1">
  <p:cSld name="Metode">
    <p:spTree>
      <p:nvGrpSpPr>
        <p:cNvPr id="1" name=""/>
        <p:cNvGrpSpPr/>
        <p:nvPr/>
      </p:nvGrpSpPr>
      <p:grpSpPr>
        <a:xfrm>
          <a:off x="0" y="0"/>
          <a:ext cx="0" cy="0"/>
          <a:chOff x="0" y="0"/>
          <a:chExt cx="0" cy="0"/>
        </a:xfrm>
      </p:grpSpPr>
      <p:sp>
        <p:nvSpPr>
          <p:cNvPr id="13" name="Parallellogram 12">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4" name="Parallellogram 13">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5" name="Parallellogram 14">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6" name="Parallellogram 15">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7" name="Parallellogram 16">
            <a:hlinkClick r:id="rId6" action="ppaction://hlinksldjump"/>
          </p:cNvPr>
          <p:cNvSpPr/>
          <p:nvPr userDrawn="1"/>
        </p:nvSpPr>
        <p:spPr>
          <a:xfrm>
            <a:off x="7469491"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8" name="Parallellogram 17">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19" name="Parallellogram 18">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1313238815"/>
      </p:ext>
    </p:extLst>
  </p:cSld>
  <p:clrMapOvr>
    <a:masterClrMapping/>
  </p:clrMapOvr>
</p:sldLayout>
</file>

<file path=ppt/slideLayouts/slideLayout748.xml><?xml version="1.0" encoding="utf-8"?>
<p:sldLayout xmlns:a="http://schemas.openxmlformats.org/drawingml/2006/main" xmlns:r="http://schemas.openxmlformats.org/officeDocument/2006/relationships" xmlns:p="http://schemas.openxmlformats.org/presentationml/2006/main" userDrawn="1">
  <p:cSld name="Vurdering">
    <p:spTree>
      <p:nvGrpSpPr>
        <p:cNvPr id="1" name=""/>
        <p:cNvGrpSpPr/>
        <p:nvPr/>
      </p:nvGrpSpPr>
      <p:grpSpPr>
        <a:xfrm>
          <a:off x="0" y="0"/>
          <a:ext cx="0" cy="0"/>
          <a:chOff x="0" y="0"/>
          <a:chExt cx="0" cy="0"/>
        </a:xfrm>
      </p:grpSpPr>
      <p:sp>
        <p:nvSpPr>
          <p:cNvPr id="15" name="Parallellogram 14">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6" name="Parallellogram 15">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7" name="Parallellogram 16">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8" name="Parallellogram 17">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9" name="Parallellogram 18">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20" name="Parallellogram 19">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21" name="Parallellogram 20">
            <a:hlinkClick r:id="rId8" action="ppaction://hlinksldjump"/>
          </p:cNvPr>
          <p:cNvSpPr/>
          <p:nvPr userDrawn="1"/>
        </p:nvSpPr>
        <p:spPr>
          <a:xfrm>
            <a:off x="10489865"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380145891"/>
      </p:ext>
    </p:extLst>
  </p:cSld>
  <p:clrMapOvr>
    <a:masterClrMapping/>
  </p:clrMapOvr>
</p:sldLayout>
</file>

<file path=ppt/slideLayouts/slideLayout749.xml><?xml version="1.0" encoding="utf-8"?>
<p:sldLayout xmlns:a="http://schemas.openxmlformats.org/drawingml/2006/main" xmlns:r="http://schemas.openxmlformats.org/officeDocument/2006/relationships" xmlns:p="http://schemas.openxmlformats.org/presentationml/2006/main" type="title" preserve="1">
  <p:cSld name="Tittellysbilde">
    <p:spTree>
      <p:nvGrpSpPr>
        <p:cNvPr id="1" name=""/>
        <p:cNvGrpSpPr/>
        <p:nvPr/>
      </p:nvGrpSpPr>
      <p:grpSpPr>
        <a:xfrm>
          <a:off x="0" y="0"/>
          <a:ext cx="0" cy="0"/>
          <a:chOff x="0" y="0"/>
          <a:chExt cx="0" cy="0"/>
        </a:xfrm>
      </p:grpSpPr>
      <p:sp>
        <p:nvSpPr>
          <p:cNvPr id="2" name="Tittel 1"/>
          <p:cNvSpPr>
            <a:spLocks noGrp="1"/>
          </p:cNvSpPr>
          <p:nvPr>
            <p:ph type="ctrTitle"/>
          </p:nvPr>
        </p:nvSpPr>
        <p:spPr>
          <a:xfrm>
            <a:off x="1524000" y="1122363"/>
            <a:ext cx="9144000" cy="2387600"/>
          </a:xfrm>
        </p:spPr>
        <p:txBody>
          <a:bodyPr anchor="b"/>
          <a:lstStyle>
            <a:lvl1pPr algn="ctr">
              <a:defRPr sz="6000"/>
            </a:lvl1pPr>
          </a:lstStyle>
          <a:p>
            <a:r>
              <a:rPr lang="nb-NO"/>
              <a:t>Klikk for å redigere tittelstil</a:t>
            </a:r>
          </a:p>
        </p:txBody>
      </p:sp>
      <p:sp>
        <p:nvSpPr>
          <p:cNvPr id="3" name="Undertit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b-NO"/>
              <a:t>Klikk for å redigere undertittelstil i malen</a:t>
            </a:r>
          </a:p>
        </p:txBody>
      </p:sp>
      <p:sp>
        <p:nvSpPr>
          <p:cNvPr id="4" name="Plassholder for dato 3"/>
          <p:cNvSpPr>
            <a:spLocks noGrp="1"/>
          </p:cNvSpPr>
          <p:nvPr>
            <p:ph type="dt" sz="half" idx="10"/>
          </p:nvPr>
        </p:nvSpPr>
        <p:spPr/>
        <p:txBody>
          <a:bodyPr/>
          <a:lstStyle/>
          <a:p>
            <a:fld id="{9A2ED3C0-F18D-4DD7-AACD-EDC8FAB99449}"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4173118944"/>
      </p:ext>
    </p:extLst>
  </p:cSld>
  <p:clrMapOvr>
    <a:masterClrMapping/>
  </p:clrMapOvr>
</p:sldLayout>
</file>

<file path=ppt/slideLayouts/slideLayout750.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idx="1"/>
          </p:nvPr>
        </p:nvSpPr>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B7706035-72AD-4790-99A3-9452269A6DA2}"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2281175410"/>
      </p:ext>
    </p:extLst>
  </p:cSld>
  <p:clrMapOvr>
    <a:masterClrMapping/>
  </p:clrMapOvr>
</p:sldLayout>
</file>

<file path=ppt/slideLayouts/slideLayout751.xml><?xml version="1.0" encoding="utf-8"?>
<p:sldLayout xmlns:a="http://schemas.openxmlformats.org/drawingml/2006/main" xmlns:r="http://schemas.openxmlformats.org/officeDocument/2006/relationships" xmlns:p="http://schemas.openxmlformats.org/presentationml/2006/main" type="secHead" preserve="1">
  <p:cSld name="Deloverskrift">
    <p:spTree>
      <p:nvGrpSpPr>
        <p:cNvPr id="1" name=""/>
        <p:cNvGrpSpPr/>
        <p:nvPr/>
      </p:nvGrpSpPr>
      <p:grpSpPr>
        <a:xfrm>
          <a:off x="0" y="0"/>
          <a:ext cx="0" cy="0"/>
          <a:chOff x="0" y="0"/>
          <a:chExt cx="0" cy="0"/>
        </a:xfrm>
      </p:grpSpPr>
      <p:sp>
        <p:nvSpPr>
          <p:cNvPr id="2" name="Tittel 1"/>
          <p:cNvSpPr>
            <a:spLocks noGrp="1"/>
          </p:cNvSpPr>
          <p:nvPr>
            <p:ph type="title"/>
          </p:nvPr>
        </p:nvSpPr>
        <p:spPr>
          <a:xfrm>
            <a:off x="831850" y="1709738"/>
            <a:ext cx="10515600" cy="2852737"/>
          </a:xfrm>
        </p:spPr>
        <p:txBody>
          <a:bodyPr anchor="b"/>
          <a:lstStyle>
            <a:lvl1pPr>
              <a:defRPr sz="6000"/>
            </a:lvl1pPr>
          </a:lstStyle>
          <a:p>
            <a:r>
              <a:rPr lang="nb-NO"/>
              <a:t>Klikk for å redigere tittelstil</a:t>
            </a:r>
          </a:p>
        </p:txBody>
      </p:sp>
      <p:sp>
        <p:nvSpPr>
          <p:cNvPr id="3" name="Plassholder for teks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b-NO"/>
              <a:t>Rediger tekststiler i malen</a:t>
            </a:r>
          </a:p>
        </p:txBody>
      </p:sp>
      <p:sp>
        <p:nvSpPr>
          <p:cNvPr id="4" name="Plassholder for dato 3"/>
          <p:cNvSpPr>
            <a:spLocks noGrp="1"/>
          </p:cNvSpPr>
          <p:nvPr>
            <p:ph type="dt" sz="half" idx="10"/>
          </p:nvPr>
        </p:nvSpPr>
        <p:spPr/>
        <p:txBody>
          <a:bodyPr/>
          <a:lstStyle/>
          <a:p>
            <a:fld id="{8B330A9D-EADB-4552-854B-825FE437DE84}"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1178276930"/>
      </p:ext>
    </p:extLst>
  </p:cSld>
  <p:clrMapOvr>
    <a:masterClrMapping/>
  </p:clrMapOvr>
</p:sldLayout>
</file>

<file path=ppt/slideLayouts/slideLayout752.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sz="half" idx="1"/>
          </p:nvPr>
        </p:nvSpPr>
        <p:spPr>
          <a:xfrm>
            <a:off x="838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innhold 3"/>
          <p:cNvSpPr>
            <a:spLocks noGrp="1"/>
          </p:cNvSpPr>
          <p:nvPr>
            <p:ph sz="half" idx="2"/>
          </p:nvPr>
        </p:nvSpPr>
        <p:spPr>
          <a:xfrm>
            <a:off x="6172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dato 4"/>
          <p:cNvSpPr>
            <a:spLocks noGrp="1"/>
          </p:cNvSpPr>
          <p:nvPr>
            <p:ph type="dt" sz="half" idx="10"/>
          </p:nvPr>
        </p:nvSpPr>
        <p:spPr/>
        <p:txBody>
          <a:bodyPr/>
          <a:lstStyle/>
          <a:p>
            <a:fld id="{9D9BE685-9A8A-4557-9FFC-513C1C724F0D}"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905185621"/>
      </p:ext>
    </p:extLst>
  </p:cSld>
  <p:clrMapOvr>
    <a:masterClrMapping/>
  </p:clrMapOvr>
</p:sldLayout>
</file>

<file path=ppt/slideLayouts/slideLayout753.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tel 1"/>
          <p:cNvSpPr>
            <a:spLocks noGrp="1"/>
          </p:cNvSpPr>
          <p:nvPr>
            <p:ph type="title"/>
          </p:nvPr>
        </p:nvSpPr>
        <p:spPr>
          <a:xfrm>
            <a:off x="839788" y="365125"/>
            <a:ext cx="10515600" cy="1325563"/>
          </a:xfrm>
        </p:spPr>
        <p:txBody>
          <a:bodyPr/>
          <a:lstStyle/>
          <a:p>
            <a:r>
              <a:rPr lang="nb-NO"/>
              <a:t>Klikk for å redigere tittelstil</a:t>
            </a:r>
          </a:p>
        </p:txBody>
      </p:sp>
      <p:sp>
        <p:nvSpPr>
          <p:cNvPr id="3" name="Plassholder for teks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4" name="Plassholder for innhold 3"/>
          <p:cNvSpPr>
            <a:spLocks noGrp="1"/>
          </p:cNvSpPr>
          <p:nvPr>
            <p:ph sz="half" idx="2"/>
          </p:nvPr>
        </p:nvSpPr>
        <p:spPr>
          <a:xfrm>
            <a:off x="839788" y="2505075"/>
            <a:ext cx="5157787"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teks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6" name="Plassholder for innhold 5"/>
          <p:cNvSpPr>
            <a:spLocks noGrp="1"/>
          </p:cNvSpPr>
          <p:nvPr>
            <p:ph sz="quarter" idx="4"/>
          </p:nvPr>
        </p:nvSpPr>
        <p:spPr>
          <a:xfrm>
            <a:off x="6172200" y="2505075"/>
            <a:ext cx="5183188"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7" name="Plassholder for dato 6"/>
          <p:cNvSpPr>
            <a:spLocks noGrp="1"/>
          </p:cNvSpPr>
          <p:nvPr>
            <p:ph type="dt" sz="half" idx="10"/>
          </p:nvPr>
        </p:nvSpPr>
        <p:spPr/>
        <p:txBody>
          <a:bodyPr/>
          <a:lstStyle/>
          <a:p>
            <a:fld id="{CBA7B19B-2F4F-4E76-AF29-2A266C09A566}" type="datetime1">
              <a:rPr lang="nb-NO" smtClean="0"/>
              <a:t>27.08.2024</a:t>
            </a:fld>
            <a:endParaRPr lang="nb-NO"/>
          </a:p>
        </p:txBody>
      </p:sp>
      <p:sp>
        <p:nvSpPr>
          <p:cNvPr id="8" name="Plassholder for bunntekst 7"/>
          <p:cNvSpPr>
            <a:spLocks noGrp="1"/>
          </p:cNvSpPr>
          <p:nvPr>
            <p:ph type="ftr" sz="quarter" idx="11"/>
          </p:nvPr>
        </p:nvSpPr>
        <p:spPr/>
        <p:txBody>
          <a:bodyPr/>
          <a:lstStyle/>
          <a:p>
            <a:r>
              <a:rPr lang="nb-NO"/>
              <a:t>Control Trafikkskole</a:t>
            </a:r>
          </a:p>
        </p:txBody>
      </p:sp>
      <p:sp>
        <p:nvSpPr>
          <p:cNvPr id="9" name="Plassholder for lysbildenummer 8"/>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4204871543"/>
      </p:ext>
    </p:extLst>
  </p:cSld>
  <p:clrMapOvr>
    <a:masterClrMapping/>
  </p:clrMapOvr>
</p:sldLayout>
</file>

<file path=ppt/slideLayouts/slideLayout754.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dato 2"/>
          <p:cNvSpPr>
            <a:spLocks noGrp="1"/>
          </p:cNvSpPr>
          <p:nvPr>
            <p:ph type="dt" sz="half" idx="10"/>
          </p:nvPr>
        </p:nvSpPr>
        <p:spPr/>
        <p:txBody>
          <a:bodyPr/>
          <a:lstStyle/>
          <a:p>
            <a:fld id="{BD6870C2-2201-4321-B3A2-D3BDE7C453FF}" type="datetime1">
              <a:rPr lang="nb-NO" smtClean="0"/>
              <a:t>27.08.2024</a:t>
            </a:fld>
            <a:endParaRPr lang="nb-NO"/>
          </a:p>
        </p:txBody>
      </p:sp>
      <p:sp>
        <p:nvSpPr>
          <p:cNvPr id="4" name="Plassholder for bunntekst 3"/>
          <p:cNvSpPr>
            <a:spLocks noGrp="1"/>
          </p:cNvSpPr>
          <p:nvPr>
            <p:ph type="ftr" sz="quarter" idx="11"/>
          </p:nvPr>
        </p:nvSpPr>
        <p:spPr/>
        <p:txBody>
          <a:bodyPr/>
          <a:lstStyle/>
          <a:p>
            <a:r>
              <a:rPr lang="nb-NO"/>
              <a:t>Control Trafikkskole</a:t>
            </a:r>
          </a:p>
        </p:txBody>
      </p:sp>
      <p:sp>
        <p:nvSpPr>
          <p:cNvPr id="5" name="Plassholder for lysbildenummer 4"/>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876056423"/>
      </p:ext>
    </p:extLst>
  </p:cSld>
  <p:clrMapOvr>
    <a:masterClrMapping/>
  </p:clrMapOvr>
</p:sldLayout>
</file>

<file path=ppt/slideLayouts/slideLayout755.xml><?xml version="1.0" encoding="utf-8"?>
<p:sldLayout xmlns:a="http://schemas.openxmlformats.org/drawingml/2006/main" xmlns:r="http://schemas.openxmlformats.org/officeDocument/2006/relationships" xmlns:p="http://schemas.openxmlformats.org/presentationml/2006/main" type="blank" preserve="1">
  <p:cSld name="Rutevalg">
    <p:spTree>
      <p:nvGrpSpPr>
        <p:cNvPr id="1" name=""/>
        <p:cNvGrpSpPr/>
        <p:nvPr/>
      </p:nvGrpSpPr>
      <p:grpSpPr>
        <a:xfrm>
          <a:off x="0" y="0"/>
          <a:ext cx="0" cy="0"/>
          <a:chOff x="0" y="0"/>
          <a:chExt cx="0" cy="0"/>
        </a:xfrm>
      </p:grpSpPr>
      <p:sp>
        <p:nvSpPr>
          <p:cNvPr id="2" name="Plassholder for dato 1"/>
          <p:cNvSpPr>
            <a:spLocks noGrp="1"/>
          </p:cNvSpPr>
          <p:nvPr>
            <p:ph type="dt" sz="half" idx="10"/>
          </p:nvPr>
        </p:nvSpPr>
        <p:spPr/>
        <p:txBody>
          <a:bodyPr/>
          <a:lstStyle/>
          <a:p>
            <a:fld id="{ED151C15-982C-49F5-A1D3-3CB6FAAF6435}" type="datetime1">
              <a:rPr lang="nb-NO" smtClean="0"/>
              <a:t>27.08.2024</a:t>
            </a:fld>
            <a:endParaRPr lang="nb-NO"/>
          </a:p>
        </p:txBody>
      </p:sp>
      <p:sp>
        <p:nvSpPr>
          <p:cNvPr id="3" name="Plassholder for bunntekst 2"/>
          <p:cNvSpPr>
            <a:spLocks noGrp="1"/>
          </p:cNvSpPr>
          <p:nvPr>
            <p:ph type="ftr" sz="quarter" idx="11"/>
          </p:nvPr>
        </p:nvSpPr>
        <p:spPr/>
        <p:txBody>
          <a:bodyPr/>
          <a:lstStyle/>
          <a:p>
            <a:r>
              <a:rPr lang="nb-NO"/>
              <a:t>Control Trafikkskole</a:t>
            </a:r>
          </a:p>
        </p:txBody>
      </p:sp>
      <p:sp>
        <p:nvSpPr>
          <p:cNvPr id="4" name="Plassholder for lysbildenummer 3"/>
          <p:cNvSpPr>
            <a:spLocks noGrp="1"/>
          </p:cNvSpPr>
          <p:nvPr>
            <p:ph type="sldNum" sz="quarter" idx="12"/>
          </p:nvPr>
        </p:nvSpPr>
        <p:spPr/>
        <p:txBody>
          <a:bodyPr/>
          <a:lstStyle/>
          <a:p>
            <a:fld id="{2EEBBCFE-599B-47F9-B84D-4259C5E2055D}" type="slidenum">
              <a:rPr lang="nb-NO" smtClean="0"/>
              <a:t>‹#›</a:t>
            </a:fld>
            <a:endParaRPr lang="nb-NO"/>
          </a:p>
        </p:txBody>
      </p:sp>
      <p:sp>
        <p:nvSpPr>
          <p:cNvPr id="5" name="Parallellogram 4">
            <a:hlinkClick r:id="rId2" action="ppaction://hlinksldjump"/>
          </p:cNvPr>
          <p:cNvSpPr/>
          <p:nvPr userDrawn="1"/>
        </p:nvSpPr>
        <p:spPr>
          <a:xfrm>
            <a:off x="142874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6" name="Parallellogram 5">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7" name="Parallellogram 6">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8" name="Parallellogram 7">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9" name="Parallellogram 8">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0" name="Parallellogram 9">
            <a:hlinkClick r:id="rId7" action="ppaction://hlinksldjump"/>
          </p:cNvPr>
          <p:cNvSpPr/>
          <p:nvPr userDrawn="1"/>
        </p:nvSpPr>
        <p:spPr>
          <a:xfrm>
            <a:off x="8979304"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11" name="Parallellogram 10">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356465170"/>
      </p:ext>
    </p:extLst>
  </p:cSld>
  <p:clrMapOvr>
    <a:masterClrMapping/>
  </p:clrMapOvr>
</p:sldLayout>
</file>

<file path=ppt/slideLayouts/slideLayout756.xml><?xml version="1.0" encoding="utf-8"?>
<p:sldLayout xmlns:a="http://schemas.openxmlformats.org/drawingml/2006/main" xmlns:r="http://schemas.openxmlformats.org/officeDocument/2006/relationships" xmlns:p="http://schemas.openxmlformats.org/presentationml/2006/main" type="objTx" preserve="1">
  <p:cSld name="Innhold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innhold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7EAA9BF7-7CB1-433D-92BD-AB2D859EE254}"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3402946941"/>
      </p:ext>
    </p:extLst>
  </p:cSld>
  <p:clrMapOvr>
    <a:masterClrMapping/>
  </p:clrMapOvr>
</p:sldLayout>
</file>

<file path=ppt/slideLayouts/slideLayout757.xml><?xml version="1.0" encoding="utf-8"?>
<p:sldLayout xmlns:a="http://schemas.openxmlformats.org/drawingml/2006/main" xmlns:r="http://schemas.openxmlformats.org/officeDocument/2006/relationships" xmlns:p="http://schemas.openxmlformats.org/presentationml/2006/main" type="picTx" preserve="1">
  <p:cSld name="Bilde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bild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4C20102A-26EA-47AD-AD0F-7BD0FDC12834}"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3169195032"/>
      </p:ext>
    </p:extLst>
  </p:cSld>
  <p:clrMapOvr>
    <a:masterClrMapping/>
  </p:clrMapOvr>
</p:sldLayout>
</file>

<file path=ppt/slideLayouts/slideLayout758.xml><?xml version="1.0" encoding="utf-8"?>
<p:sldLayout xmlns:a="http://schemas.openxmlformats.org/drawingml/2006/main" xmlns:r="http://schemas.openxmlformats.org/officeDocument/2006/relationships" xmlns:p="http://schemas.openxmlformats.org/presentationml/2006/main" type="vertTx" preserve="1">
  <p:cSld name="Loddrett tekst">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loddrett tekst 2"/>
          <p:cNvSpPr>
            <a:spLocks noGrp="1"/>
          </p:cNvSpPr>
          <p:nvPr>
            <p:ph type="body" orient="vert" idx="1"/>
          </p:nvPr>
        </p:nvSpPr>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617E4C21-AA34-4CA6-9325-A0D378462B35}"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431381143"/>
      </p:ext>
    </p:extLst>
  </p:cSld>
  <p:clrMapOvr>
    <a:masterClrMapping/>
  </p:clrMapOvr>
</p:sldLayout>
</file>

<file path=ppt/slideLayouts/slideLayout759.xml><?xml version="1.0" encoding="utf-8"?>
<p:sldLayout xmlns:a="http://schemas.openxmlformats.org/drawingml/2006/main" xmlns:r="http://schemas.openxmlformats.org/officeDocument/2006/relationships" xmlns:p="http://schemas.openxmlformats.org/presentationml/2006/main" type="vertTitleAndTx" preserve="1">
  <p:cSld name="Loddrett tittel og tekst">
    <p:spTree>
      <p:nvGrpSpPr>
        <p:cNvPr id="1" name=""/>
        <p:cNvGrpSpPr/>
        <p:nvPr/>
      </p:nvGrpSpPr>
      <p:grpSpPr>
        <a:xfrm>
          <a:off x="0" y="0"/>
          <a:ext cx="0" cy="0"/>
          <a:chOff x="0" y="0"/>
          <a:chExt cx="0" cy="0"/>
        </a:xfrm>
      </p:grpSpPr>
      <p:sp>
        <p:nvSpPr>
          <p:cNvPr id="2" name="Loddrett tittel 1"/>
          <p:cNvSpPr>
            <a:spLocks noGrp="1"/>
          </p:cNvSpPr>
          <p:nvPr>
            <p:ph type="title" orient="vert"/>
          </p:nvPr>
        </p:nvSpPr>
        <p:spPr>
          <a:xfrm>
            <a:off x="8724900" y="365125"/>
            <a:ext cx="2628900" cy="5811838"/>
          </a:xfrm>
        </p:spPr>
        <p:txBody>
          <a:bodyPr vert="eaVert"/>
          <a:lstStyle/>
          <a:p>
            <a:r>
              <a:rPr lang="nb-NO"/>
              <a:t>Klikk for å redigere tittelstil</a:t>
            </a:r>
          </a:p>
        </p:txBody>
      </p:sp>
      <p:sp>
        <p:nvSpPr>
          <p:cNvPr id="3" name="Plassholder for loddrett tekst 2"/>
          <p:cNvSpPr>
            <a:spLocks noGrp="1"/>
          </p:cNvSpPr>
          <p:nvPr>
            <p:ph type="body" orient="vert" idx="1"/>
          </p:nvPr>
        </p:nvSpPr>
        <p:spPr>
          <a:xfrm>
            <a:off x="838200" y="365125"/>
            <a:ext cx="7734300" cy="5811838"/>
          </a:xfrm>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68CBA701-CD18-47AD-8AA6-7C1C368D11EF}"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046097466"/>
      </p:ext>
    </p:extLst>
  </p:cSld>
  <p:clrMapOvr>
    <a:masterClrMapping/>
  </p:clrMapOvr>
</p:sldLayout>
</file>

<file path=ppt/slideLayouts/slideLayout760.xml><?xml version="1.0" encoding="utf-8"?>
<p:sldLayout xmlns:a="http://schemas.openxmlformats.org/drawingml/2006/main" xmlns:r="http://schemas.openxmlformats.org/officeDocument/2006/relationships" xmlns:p="http://schemas.openxmlformats.org/presentationml/2006/main" userDrawn="1">
  <p:cSld name="Mål">
    <p:spTree>
      <p:nvGrpSpPr>
        <p:cNvPr id="1" name=""/>
        <p:cNvGrpSpPr/>
        <p:nvPr/>
      </p:nvGrpSpPr>
      <p:grpSpPr>
        <a:xfrm>
          <a:off x="0" y="0"/>
          <a:ext cx="0" cy="0"/>
          <a:chOff x="0" y="0"/>
          <a:chExt cx="0" cy="0"/>
        </a:xfrm>
      </p:grpSpPr>
      <p:sp>
        <p:nvSpPr>
          <p:cNvPr id="14" name="Parallellogram 13">
            <a:hlinkClick r:id="rId2" action="ppaction://hlinksldjump"/>
          </p:cNvPr>
          <p:cNvSpPr/>
          <p:nvPr userDrawn="1"/>
        </p:nvSpPr>
        <p:spPr>
          <a:xfrm>
            <a:off x="1428744"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5" name="Parallellogram 14">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6" name="Parallellogram 15">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7" name="Parallellogram 16">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8" name="Parallellogram 17">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9" name="Parallellogram 18">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20" name="Parallellogram 19">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3619851561"/>
      </p:ext>
    </p:extLst>
  </p:cSld>
  <p:clrMapOvr>
    <a:masterClrMapping/>
  </p:clrMapOvr>
</p:sldLayout>
</file>

<file path=ppt/slideLayouts/slideLayout761.xml><?xml version="1.0" encoding="utf-8"?>
<p:sldLayout xmlns:a="http://schemas.openxmlformats.org/drawingml/2006/main" xmlns:r="http://schemas.openxmlformats.org/officeDocument/2006/relationships" xmlns:p="http://schemas.openxmlformats.org/presentationml/2006/main" userDrawn="1">
  <p:cSld name="Innhold">
    <p:spTree>
      <p:nvGrpSpPr>
        <p:cNvPr id="1" name=""/>
        <p:cNvGrpSpPr/>
        <p:nvPr/>
      </p:nvGrpSpPr>
      <p:grpSpPr>
        <a:xfrm>
          <a:off x="0" y="0"/>
          <a:ext cx="0" cy="0"/>
          <a:chOff x="0" y="0"/>
          <a:chExt cx="0" cy="0"/>
        </a:xfrm>
      </p:grpSpPr>
      <p:sp>
        <p:nvSpPr>
          <p:cNvPr id="9" name="Parallellogram 8">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0" name="Parallellogram 9">
            <a:hlinkClick r:id="rId3" action="ppaction://hlinksldjump"/>
          </p:cNvPr>
          <p:cNvSpPr/>
          <p:nvPr userDrawn="1"/>
        </p:nvSpPr>
        <p:spPr>
          <a:xfrm>
            <a:off x="2938557"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1" name="Parallellogram 10">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2" name="Parallellogram 11">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3" name="Parallellogram 12">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21" name="Parallellogram 20">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22" name="Parallellogram 21">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1694575107"/>
      </p:ext>
    </p:extLst>
  </p:cSld>
  <p:clrMapOvr>
    <a:masterClrMapping/>
  </p:clrMapOvr>
</p:sldLayout>
</file>

<file path=ppt/slideLayouts/slideLayout762.xml><?xml version="1.0" encoding="utf-8"?>
<p:sldLayout xmlns:a="http://schemas.openxmlformats.org/drawingml/2006/main" xmlns:r="http://schemas.openxmlformats.org/officeDocument/2006/relationships" xmlns:p="http://schemas.openxmlformats.org/presentationml/2006/main" userDrawn="1">
  <p:cSld name="Elev">
    <p:spTree>
      <p:nvGrpSpPr>
        <p:cNvPr id="1" name=""/>
        <p:cNvGrpSpPr/>
        <p:nvPr/>
      </p:nvGrpSpPr>
      <p:grpSpPr>
        <a:xfrm>
          <a:off x="0" y="0"/>
          <a:ext cx="0" cy="0"/>
          <a:chOff x="0" y="0"/>
          <a:chExt cx="0" cy="0"/>
        </a:xfrm>
      </p:grpSpPr>
      <p:sp>
        <p:nvSpPr>
          <p:cNvPr id="9" name="Parallellogram 8">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0" name="Parallellogram 9">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1" name="Parallellogram 10">
            <a:hlinkClick r:id="rId4" action="ppaction://hlinksldjump"/>
          </p:cNvPr>
          <p:cNvSpPr/>
          <p:nvPr userDrawn="1"/>
        </p:nvSpPr>
        <p:spPr>
          <a:xfrm>
            <a:off x="4449118"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2" name="Parallellogram 11">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3" name="Parallellogram 12">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4" name="Parallellogram 13">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22" name="Parallellogram 21">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1295443999"/>
      </p:ext>
    </p:extLst>
  </p:cSld>
  <p:clrMapOvr>
    <a:masterClrMapping/>
  </p:clrMapOvr>
</p:sldLayout>
</file>

<file path=ppt/slideLayouts/slideLayout763.xml><?xml version="1.0" encoding="utf-8"?>
<p:sldLayout xmlns:a="http://schemas.openxmlformats.org/drawingml/2006/main" xmlns:r="http://schemas.openxmlformats.org/officeDocument/2006/relationships" xmlns:p="http://schemas.openxmlformats.org/presentationml/2006/main" userDrawn="1">
  <p:cSld name="Lærer">
    <p:spTree>
      <p:nvGrpSpPr>
        <p:cNvPr id="1" name=""/>
        <p:cNvGrpSpPr/>
        <p:nvPr/>
      </p:nvGrpSpPr>
      <p:grpSpPr>
        <a:xfrm>
          <a:off x="0" y="0"/>
          <a:ext cx="0" cy="0"/>
          <a:chOff x="0" y="0"/>
          <a:chExt cx="0" cy="0"/>
        </a:xfrm>
      </p:grpSpPr>
      <p:sp>
        <p:nvSpPr>
          <p:cNvPr id="16" name="Parallellogram 15">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7" name="Parallellogram 16">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8" name="Parallellogram 17">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9" name="Parallellogram 18">
            <a:hlinkClick r:id="rId5" action="ppaction://hlinksldjump"/>
          </p:cNvPr>
          <p:cNvSpPr/>
          <p:nvPr userDrawn="1"/>
        </p:nvSpPr>
        <p:spPr>
          <a:xfrm>
            <a:off x="5959678"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20" name="Parallellogram 19">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21" name="Parallellogram 20">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22" name="Parallellogram 21">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822303969"/>
      </p:ext>
    </p:extLst>
  </p:cSld>
  <p:clrMapOvr>
    <a:masterClrMapping/>
  </p:clrMapOvr>
</p:sldLayout>
</file>

<file path=ppt/slideLayouts/slideLayout764.xml><?xml version="1.0" encoding="utf-8"?>
<p:sldLayout xmlns:a="http://schemas.openxmlformats.org/drawingml/2006/main" xmlns:r="http://schemas.openxmlformats.org/officeDocument/2006/relationships" xmlns:p="http://schemas.openxmlformats.org/presentationml/2006/main" userDrawn="1">
  <p:cSld name="Metode">
    <p:spTree>
      <p:nvGrpSpPr>
        <p:cNvPr id="1" name=""/>
        <p:cNvGrpSpPr/>
        <p:nvPr/>
      </p:nvGrpSpPr>
      <p:grpSpPr>
        <a:xfrm>
          <a:off x="0" y="0"/>
          <a:ext cx="0" cy="0"/>
          <a:chOff x="0" y="0"/>
          <a:chExt cx="0" cy="0"/>
        </a:xfrm>
      </p:grpSpPr>
      <p:sp>
        <p:nvSpPr>
          <p:cNvPr id="9" name="Parallellogram 8">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0" name="Parallellogram 9">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1" name="Parallellogram 10">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2" name="Parallellogram 11">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20" name="Parallellogram 19">
            <a:hlinkClick r:id="rId6" action="ppaction://hlinksldjump"/>
          </p:cNvPr>
          <p:cNvSpPr/>
          <p:nvPr userDrawn="1"/>
        </p:nvSpPr>
        <p:spPr>
          <a:xfrm>
            <a:off x="7469491"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21" name="Parallellogram 20">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22" name="Parallellogram 21">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1340189269"/>
      </p:ext>
    </p:extLst>
  </p:cSld>
  <p:clrMapOvr>
    <a:masterClrMapping/>
  </p:clrMapOvr>
</p:sldLayout>
</file>

<file path=ppt/slideLayouts/slideLayout765.xml><?xml version="1.0" encoding="utf-8"?>
<p:sldLayout xmlns:a="http://schemas.openxmlformats.org/drawingml/2006/main" xmlns:r="http://schemas.openxmlformats.org/officeDocument/2006/relationships" xmlns:p="http://schemas.openxmlformats.org/presentationml/2006/main" userDrawn="1">
  <p:cSld name="Vurdering">
    <p:spTree>
      <p:nvGrpSpPr>
        <p:cNvPr id="1" name=""/>
        <p:cNvGrpSpPr/>
        <p:nvPr/>
      </p:nvGrpSpPr>
      <p:grpSpPr>
        <a:xfrm>
          <a:off x="0" y="0"/>
          <a:ext cx="0" cy="0"/>
          <a:chOff x="0" y="0"/>
          <a:chExt cx="0" cy="0"/>
        </a:xfrm>
      </p:grpSpPr>
      <p:sp>
        <p:nvSpPr>
          <p:cNvPr id="9" name="Parallellogram 8">
            <a:hlinkClick r:id="rId2"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0" name="Parallellogram 9">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1" name="Parallellogram 10">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2" name="Parallellogram 11">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3" name="Parallellogram 12">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4" name="Parallellogram 13">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22" name="Parallellogram 21">
            <a:hlinkClick r:id="rId8" action="ppaction://hlinksldjump"/>
          </p:cNvPr>
          <p:cNvSpPr/>
          <p:nvPr userDrawn="1"/>
        </p:nvSpPr>
        <p:spPr>
          <a:xfrm>
            <a:off x="10489865"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960175364"/>
      </p:ext>
    </p:extLst>
  </p:cSld>
  <p:clrMapOvr>
    <a:masterClrMapping/>
  </p:clrMapOvr>
</p:sldLayout>
</file>

<file path=ppt/slideLayouts/slideLayout766.xml><?xml version="1.0" encoding="utf-8"?>
<p:sldLayout xmlns:a="http://schemas.openxmlformats.org/drawingml/2006/main" xmlns:r="http://schemas.openxmlformats.org/officeDocument/2006/relationships" xmlns:p="http://schemas.openxmlformats.org/presentationml/2006/main" type="title" preserve="1">
  <p:cSld name="Tittellysbilde">
    <p:spTree>
      <p:nvGrpSpPr>
        <p:cNvPr id="1" name=""/>
        <p:cNvGrpSpPr/>
        <p:nvPr/>
      </p:nvGrpSpPr>
      <p:grpSpPr>
        <a:xfrm>
          <a:off x="0" y="0"/>
          <a:ext cx="0" cy="0"/>
          <a:chOff x="0" y="0"/>
          <a:chExt cx="0" cy="0"/>
        </a:xfrm>
      </p:grpSpPr>
      <p:sp>
        <p:nvSpPr>
          <p:cNvPr id="2" name="Tittel 1"/>
          <p:cNvSpPr>
            <a:spLocks noGrp="1"/>
          </p:cNvSpPr>
          <p:nvPr>
            <p:ph type="ctrTitle"/>
          </p:nvPr>
        </p:nvSpPr>
        <p:spPr>
          <a:xfrm>
            <a:off x="1524000" y="1122363"/>
            <a:ext cx="9144000" cy="2387600"/>
          </a:xfrm>
        </p:spPr>
        <p:txBody>
          <a:bodyPr anchor="b"/>
          <a:lstStyle>
            <a:lvl1pPr algn="ctr">
              <a:defRPr sz="6000"/>
            </a:lvl1pPr>
          </a:lstStyle>
          <a:p>
            <a:r>
              <a:rPr lang="nb-NO"/>
              <a:t>Klikk for å redigere tittelstil</a:t>
            </a:r>
          </a:p>
        </p:txBody>
      </p:sp>
      <p:sp>
        <p:nvSpPr>
          <p:cNvPr id="3" name="Undertit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b-NO"/>
              <a:t>Klikk for å redigere undertittelstil i malen</a:t>
            </a:r>
          </a:p>
        </p:txBody>
      </p:sp>
      <p:sp>
        <p:nvSpPr>
          <p:cNvPr id="4" name="Plassholder for dato 3"/>
          <p:cNvSpPr>
            <a:spLocks noGrp="1"/>
          </p:cNvSpPr>
          <p:nvPr>
            <p:ph type="dt" sz="half" idx="10"/>
          </p:nvPr>
        </p:nvSpPr>
        <p:spPr/>
        <p:txBody>
          <a:bodyPr/>
          <a:lstStyle/>
          <a:p>
            <a:fld id="{A9956ED0-3B26-470E-8BFA-D07063DC4D30}"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966546153"/>
      </p:ext>
    </p:extLst>
  </p:cSld>
  <p:clrMapOvr>
    <a:masterClrMapping/>
  </p:clrMapOvr>
</p:sldLayout>
</file>

<file path=ppt/slideLayouts/slideLayout767.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idx="1"/>
          </p:nvPr>
        </p:nvSpPr>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878BF715-C571-4350-A5D2-E7DC076F7EBA}"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4177958911"/>
      </p:ext>
    </p:extLst>
  </p:cSld>
  <p:clrMapOvr>
    <a:masterClrMapping/>
  </p:clrMapOvr>
</p:sldLayout>
</file>

<file path=ppt/slideLayouts/slideLayout768.xml><?xml version="1.0" encoding="utf-8"?>
<p:sldLayout xmlns:a="http://schemas.openxmlformats.org/drawingml/2006/main" xmlns:r="http://schemas.openxmlformats.org/officeDocument/2006/relationships" xmlns:p="http://schemas.openxmlformats.org/presentationml/2006/main" type="secHead" preserve="1">
  <p:cSld name="Deloverskrift">
    <p:spTree>
      <p:nvGrpSpPr>
        <p:cNvPr id="1" name=""/>
        <p:cNvGrpSpPr/>
        <p:nvPr/>
      </p:nvGrpSpPr>
      <p:grpSpPr>
        <a:xfrm>
          <a:off x="0" y="0"/>
          <a:ext cx="0" cy="0"/>
          <a:chOff x="0" y="0"/>
          <a:chExt cx="0" cy="0"/>
        </a:xfrm>
      </p:grpSpPr>
      <p:sp>
        <p:nvSpPr>
          <p:cNvPr id="2" name="Tittel 1"/>
          <p:cNvSpPr>
            <a:spLocks noGrp="1"/>
          </p:cNvSpPr>
          <p:nvPr>
            <p:ph type="title"/>
          </p:nvPr>
        </p:nvSpPr>
        <p:spPr>
          <a:xfrm>
            <a:off x="831850" y="1709738"/>
            <a:ext cx="10515600" cy="2852737"/>
          </a:xfrm>
        </p:spPr>
        <p:txBody>
          <a:bodyPr anchor="b"/>
          <a:lstStyle>
            <a:lvl1pPr>
              <a:defRPr sz="6000"/>
            </a:lvl1pPr>
          </a:lstStyle>
          <a:p>
            <a:r>
              <a:rPr lang="nb-NO"/>
              <a:t>Klikk for å redigere tittelstil</a:t>
            </a:r>
          </a:p>
        </p:txBody>
      </p:sp>
      <p:sp>
        <p:nvSpPr>
          <p:cNvPr id="3" name="Plassholder for teks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b-NO"/>
              <a:t>Rediger tekststiler i malen</a:t>
            </a:r>
          </a:p>
        </p:txBody>
      </p:sp>
      <p:sp>
        <p:nvSpPr>
          <p:cNvPr id="4" name="Plassholder for dato 3"/>
          <p:cNvSpPr>
            <a:spLocks noGrp="1"/>
          </p:cNvSpPr>
          <p:nvPr>
            <p:ph type="dt" sz="half" idx="10"/>
          </p:nvPr>
        </p:nvSpPr>
        <p:spPr/>
        <p:txBody>
          <a:bodyPr/>
          <a:lstStyle/>
          <a:p>
            <a:fld id="{5C9EF669-E6B6-419D-855E-17C1BAB1BE66}"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1135377679"/>
      </p:ext>
    </p:extLst>
  </p:cSld>
  <p:clrMapOvr>
    <a:masterClrMapping/>
  </p:clrMapOvr>
</p:sldLayout>
</file>

<file path=ppt/slideLayouts/slideLayout769.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innhold 2"/>
          <p:cNvSpPr>
            <a:spLocks noGrp="1"/>
          </p:cNvSpPr>
          <p:nvPr>
            <p:ph sz="half" idx="1"/>
          </p:nvPr>
        </p:nvSpPr>
        <p:spPr>
          <a:xfrm>
            <a:off x="838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innhold 3"/>
          <p:cNvSpPr>
            <a:spLocks noGrp="1"/>
          </p:cNvSpPr>
          <p:nvPr>
            <p:ph sz="half" idx="2"/>
          </p:nvPr>
        </p:nvSpPr>
        <p:spPr>
          <a:xfrm>
            <a:off x="6172200" y="1825625"/>
            <a:ext cx="5181600" cy="435133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dato 4"/>
          <p:cNvSpPr>
            <a:spLocks noGrp="1"/>
          </p:cNvSpPr>
          <p:nvPr>
            <p:ph type="dt" sz="half" idx="10"/>
          </p:nvPr>
        </p:nvSpPr>
        <p:spPr/>
        <p:txBody>
          <a:bodyPr/>
          <a:lstStyle/>
          <a:p>
            <a:fld id="{E13BAEC4-E9A6-42BD-8EDA-D6E6E61E56CF}"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1912226236"/>
      </p:ext>
    </p:extLst>
  </p:cSld>
  <p:clrMapOvr>
    <a:masterClrMapping/>
  </p:clrMapOvr>
</p:sldLayout>
</file>

<file path=ppt/slideLayouts/slideLayout770.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tel 1"/>
          <p:cNvSpPr>
            <a:spLocks noGrp="1"/>
          </p:cNvSpPr>
          <p:nvPr>
            <p:ph type="title"/>
          </p:nvPr>
        </p:nvSpPr>
        <p:spPr>
          <a:xfrm>
            <a:off x="839788" y="365125"/>
            <a:ext cx="10515600" cy="1325563"/>
          </a:xfrm>
        </p:spPr>
        <p:txBody>
          <a:bodyPr/>
          <a:lstStyle/>
          <a:p>
            <a:r>
              <a:rPr lang="nb-NO"/>
              <a:t>Klikk for å redigere tittelstil</a:t>
            </a:r>
          </a:p>
        </p:txBody>
      </p:sp>
      <p:sp>
        <p:nvSpPr>
          <p:cNvPr id="3" name="Plassholder for teks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4" name="Plassholder for innhold 3"/>
          <p:cNvSpPr>
            <a:spLocks noGrp="1"/>
          </p:cNvSpPr>
          <p:nvPr>
            <p:ph sz="half" idx="2"/>
          </p:nvPr>
        </p:nvSpPr>
        <p:spPr>
          <a:xfrm>
            <a:off x="839788" y="2505075"/>
            <a:ext cx="5157787"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5" name="Plassholder for teks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a:t>Rediger tekststiler i malen</a:t>
            </a:r>
          </a:p>
        </p:txBody>
      </p:sp>
      <p:sp>
        <p:nvSpPr>
          <p:cNvPr id="6" name="Plassholder for innhold 5"/>
          <p:cNvSpPr>
            <a:spLocks noGrp="1"/>
          </p:cNvSpPr>
          <p:nvPr>
            <p:ph sz="quarter" idx="4"/>
          </p:nvPr>
        </p:nvSpPr>
        <p:spPr>
          <a:xfrm>
            <a:off x="6172200" y="2505075"/>
            <a:ext cx="5183188" cy="3684588"/>
          </a:xfrm>
        </p:spPr>
        <p:txBody>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7" name="Plassholder for dato 6"/>
          <p:cNvSpPr>
            <a:spLocks noGrp="1"/>
          </p:cNvSpPr>
          <p:nvPr>
            <p:ph type="dt" sz="half" idx="10"/>
          </p:nvPr>
        </p:nvSpPr>
        <p:spPr/>
        <p:txBody>
          <a:bodyPr/>
          <a:lstStyle/>
          <a:p>
            <a:fld id="{23CE5D56-1A4F-422B-9329-E107C9081C4C}" type="datetime1">
              <a:rPr lang="nb-NO" smtClean="0"/>
              <a:t>27.08.2024</a:t>
            </a:fld>
            <a:endParaRPr lang="nb-NO"/>
          </a:p>
        </p:txBody>
      </p:sp>
      <p:sp>
        <p:nvSpPr>
          <p:cNvPr id="8" name="Plassholder for bunntekst 7"/>
          <p:cNvSpPr>
            <a:spLocks noGrp="1"/>
          </p:cNvSpPr>
          <p:nvPr>
            <p:ph type="ftr" sz="quarter" idx="11"/>
          </p:nvPr>
        </p:nvSpPr>
        <p:spPr/>
        <p:txBody>
          <a:bodyPr/>
          <a:lstStyle/>
          <a:p>
            <a:r>
              <a:rPr lang="nb-NO"/>
              <a:t>Control Trafikkskole</a:t>
            </a:r>
          </a:p>
        </p:txBody>
      </p:sp>
      <p:sp>
        <p:nvSpPr>
          <p:cNvPr id="9" name="Plassholder for lysbildenummer 8"/>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430707295"/>
      </p:ext>
    </p:extLst>
  </p:cSld>
  <p:clrMapOvr>
    <a:masterClrMapping/>
  </p:clrMapOvr>
</p:sldLayout>
</file>

<file path=ppt/slideLayouts/slideLayout771.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dato 2"/>
          <p:cNvSpPr>
            <a:spLocks noGrp="1"/>
          </p:cNvSpPr>
          <p:nvPr>
            <p:ph type="dt" sz="half" idx="10"/>
          </p:nvPr>
        </p:nvSpPr>
        <p:spPr/>
        <p:txBody>
          <a:bodyPr/>
          <a:lstStyle/>
          <a:p>
            <a:fld id="{A81C5747-2FFC-4F8A-A162-66A7EEC4CAD9}" type="datetime1">
              <a:rPr lang="nb-NO" smtClean="0"/>
              <a:t>27.08.2024</a:t>
            </a:fld>
            <a:endParaRPr lang="nb-NO"/>
          </a:p>
        </p:txBody>
      </p:sp>
      <p:sp>
        <p:nvSpPr>
          <p:cNvPr id="4" name="Plassholder for bunntekst 3"/>
          <p:cNvSpPr>
            <a:spLocks noGrp="1"/>
          </p:cNvSpPr>
          <p:nvPr>
            <p:ph type="ftr" sz="quarter" idx="11"/>
          </p:nvPr>
        </p:nvSpPr>
        <p:spPr/>
        <p:txBody>
          <a:bodyPr/>
          <a:lstStyle/>
          <a:p>
            <a:r>
              <a:rPr lang="nb-NO"/>
              <a:t>Control Trafikkskole</a:t>
            </a:r>
          </a:p>
        </p:txBody>
      </p:sp>
      <p:sp>
        <p:nvSpPr>
          <p:cNvPr id="5" name="Plassholder for lysbildenummer 4"/>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3586291164"/>
      </p:ext>
    </p:extLst>
  </p:cSld>
  <p:clrMapOvr>
    <a:masterClrMapping/>
  </p:clrMapOvr>
</p:sldLayout>
</file>

<file path=ppt/slideLayouts/slideLayout772.xml><?xml version="1.0" encoding="utf-8"?>
<p:sldLayout xmlns:a="http://schemas.openxmlformats.org/drawingml/2006/main" xmlns:r="http://schemas.openxmlformats.org/officeDocument/2006/relationships" xmlns:p="http://schemas.openxmlformats.org/presentationml/2006/main" type="blank" preserve="1">
  <p:cSld name="Innhold">
    <p:spTree>
      <p:nvGrpSpPr>
        <p:cNvPr id="1" name=""/>
        <p:cNvGrpSpPr/>
        <p:nvPr/>
      </p:nvGrpSpPr>
      <p:grpSpPr>
        <a:xfrm>
          <a:off x="0" y="0"/>
          <a:ext cx="0" cy="0"/>
          <a:chOff x="0" y="0"/>
          <a:chExt cx="0" cy="0"/>
        </a:xfrm>
      </p:grpSpPr>
      <p:sp>
        <p:nvSpPr>
          <p:cNvPr id="2" name="Plassholder for dato 1"/>
          <p:cNvSpPr>
            <a:spLocks noGrp="1"/>
          </p:cNvSpPr>
          <p:nvPr>
            <p:ph type="dt" sz="half" idx="10"/>
          </p:nvPr>
        </p:nvSpPr>
        <p:spPr/>
        <p:txBody>
          <a:bodyPr/>
          <a:lstStyle/>
          <a:p>
            <a:fld id="{F8A01A7F-20BF-4768-8E47-DDEC6A80F6E6}" type="datetime1">
              <a:rPr lang="nb-NO" smtClean="0"/>
              <a:t>27.08.2024</a:t>
            </a:fld>
            <a:endParaRPr lang="nb-NO"/>
          </a:p>
        </p:txBody>
      </p:sp>
      <p:sp>
        <p:nvSpPr>
          <p:cNvPr id="3" name="Plassholder for bunntekst 2"/>
          <p:cNvSpPr>
            <a:spLocks noGrp="1"/>
          </p:cNvSpPr>
          <p:nvPr>
            <p:ph type="ftr" sz="quarter" idx="11"/>
          </p:nvPr>
        </p:nvSpPr>
        <p:spPr/>
        <p:txBody>
          <a:bodyPr/>
          <a:lstStyle/>
          <a:p>
            <a:r>
              <a:rPr lang="nb-NO"/>
              <a:t>Control Trafikkskole</a:t>
            </a:r>
          </a:p>
        </p:txBody>
      </p:sp>
      <p:sp>
        <p:nvSpPr>
          <p:cNvPr id="4" name="Plassholder for lysbildenummer 3"/>
          <p:cNvSpPr>
            <a:spLocks noGrp="1"/>
          </p:cNvSpPr>
          <p:nvPr>
            <p:ph type="sldNum" sz="quarter" idx="12"/>
          </p:nvPr>
        </p:nvSpPr>
        <p:spPr/>
        <p:txBody>
          <a:bodyPr/>
          <a:lstStyle/>
          <a:p>
            <a:fld id="{2EEBBCFE-599B-47F9-B84D-4259C5E2055D}" type="slidenum">
              <a:rPr lang="nb-NO" smtClean="0"/>
              <a:t>‹#›</a:t>
            </a:fld>
            <a:endParaRPr lang="nb-NO"/>
          </a:p>
        </p:txBody>
      </p:sp>
      <p:sp>
        <p:nvSpPr>
          <p:cNvPr id="12" name="Parallellogram 11">
            <a:hlinkClick r:id="rId2" action="ppaction://hlinksldjump"/>
          </p:cNvPr>
          <p:cNvSpPr/>
          <p:nvPr userDrawn="1"/>
        </p:nvSpPr>
        <p:spPr>
          <a:xfrm>
            <a:off x="142874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3" name="Parallellogram 12">
            <a:hlinkClick r:id="rId3" action="ppaction://hlinksldjump"/>
          </p:cNvPr>
          <p:cNvSpPr/>
          <p:nvPr userDrawn="1"/>
        </p:nvSpPr>
        <p:spPr>
          <a:xfrm>
            <a:off x="2938557"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4" name="Parallellogram 13">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5" name="Parallellogram 14">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6" name="Parallellogram 15">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7" name="Parallellogram 16">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18" name="Parallellogram 17">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235083767"/>
      </p:ext>
    </p:extLst>
  </p:cSld>
  <p:clrMapOvr>
    <a:masterClrMapping/>
  </p:clrMapOvr>
</p:sldLayout>
</file>

<file path=ppt/slideLayouts/slideLayout773.xml><?xml version="1.0" encoding="utf-8"?>
<p:sldLayout xmlns:a="http://schemas.openxmlformats.org/drawingml/2006/main" xmlns:r="http://schemas.openxmlformats.org/officeDocument/2006/relationships" xmlns:p="http://schemas.openxmlformats.org/presentationml/2006/main" type="blank" preserve="1">
  <p:cSld name="Elev">
    <p:spTree>
      <p:nvGrpSpPr>
        <p:cNvPr id="1" name=""/>
        <p:cNvGrpSpPr/>
        <p:nvPr/>
      </p:nvGrpSpPr>
      <p:grpSpPr>
        <a:xfrm>
          <a:off x="0" y="0"/>
          <a:ext cx="0" cy="0"/>
          <a:chOff x="0" y="0"/>
          <a:chExt cx="0" cy="0"/>
        </a:xfrm>
      </p:grpSpPr>
      <p:sp>
        <p:nvSpPr>
          <p:cNvPr id="2" name="Plassholder for dato 1"/>
          <p:cNvSpPr>
            <a:spLocks noGrp="1"/>
          </p:cNvSpPr>
          <p:nvPr>
            <p:ph type="dt" sz="half" idx="10"/>
          </p:nvPr>
        </p:nvSpPr>
        <p:spPr/>
        <p:txBody>
          <a:bodyPr/>
          <a:lstStyle/>
          <a:p>
            <a:fld id="{9DB6F840-658A-44CE-9EA8-669260DB270A}" type="datetime1">
              <a:rPr lang="nb-NO" smtClean="0"/>
              <a:t>27.08.2024</a:t>
            </a:fld>
            <a:endParaRPr lang="nb-NO"/>
          </a:p>
        </p:txBody>
      </p:sp>
      <p:sp>
        <p:nvSpPr>
          <p:cNvPr id="3" name="Plassholder for bunntekst 2"/>
          <p:cNvSpPr>
            <a:spLocks noGrp="1"/>
          </p:cNvSpPr>
          <p:nvPr>
            <p:ph type="ftr" sz="quarter" idx="11"/>
          </p:nvPr>
        </p:nvSpPr>
        <p:spPr/>
        <p:txBody>
          <a:bodyPr/>
          <a:lstStyle/>
          <a:p>
            <a:r>
              <a:rPr lang="nb-NO"/>
              <a:t>Control Trafikkskole</a:t>
            </a:r>
          </a:p>
        </p:txBody>
      </p:sp>
      <p:sp>
        <p:nvSpPr>
          <p:cNvPr id="4" name="Plassholder for lysbildenummer 3"/>
          <p:cNvSpPr>
            <a:spLocks noGrp="1"/>
          </p:cNvSpPr>
          <p:nvPr>
            <p:ph type="sldNum" sz="quarter" idx="12"/>
          </p:nvPr>
        </p:nvSpPr>
        <p:spPr/>
        <p:txBody>
          <a:bodyPr/>
          <a:lstStyle/>
          <a:p>
            <a:fld id="{2EEBBCFE-599B-47F9-B84D-4259C5E2055D}" type="slidenum">
              <a:rPr lang="nb-NO" smtClean="0"/>
              <a:t>‹#›</a:t>
            </a:fld>
            <a:endParaRPr lang="nb-NO"/>
          </a:p>
        </p:txBody>
      </p:sp>
      <p:sp>
        <p:nvSpPr>
          <p:cNvPr id="12" name="Parallellogram 11">
            <a:hlinkClick r:id="rId2" action="ppaction://hlinksldjump"/>
          </p:cNvPr>
          <p:cNvSpPr/>
          <p:nvPr userDrawn="1"/>
        </p:nvSpPr>
        <p:spPr>
          <a:xfrm>
            <a:off x="142874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3" name="Parallellogram 12">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4" name="Parallellogram 13">
            <a:hlinkClick r:id="rId4" action="ppaction://hlinksldjump"/>
          </p:cNvPr>
          <p:cNvSpPr/>
          <p:nvPr userDrawn="1"/>
        </p:nvSpPr>
        <p:spPr>
          <a:xfrm>
            <a:off x="4449118"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5" name="Parallellogram 14">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6" name="Parallellogram 15">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7" name="Parallellogram 16">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18" name="Parallellogram 17">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431422157"/>
      </p:ext>
    </p:extLst>
  </p:cSld>
  <p:clrMapOvr>
    <a:masterClrMapping/>
  </p:clrMapOvr>
</p:sldLayout>
</file>

<file path=ppt/slideLayouts/slideLayout774.xml><?xml version="1.0" encoding="utf-8"?>
<p:sldLayout xmlns:a="http://schemas.openxmlformats.org/drawingml/2006/main" xmlns:r="http://schemas.openxmlformats.org/officeDocument/2006/relationships" xmlns:p="http://schemas.openxmlformats.org/presentationml/2006/main" type="blank" preserve="1">
  <p:cSld name="Lærer">
    <p:spTree>
      <p:nvGrpSpPr>
        <p:cNvPr id="1" name=""/>
        <p:cNvGrpSpPr/>
        <p:nvPr/>
      </p:nvGrpSpPr>
      <p:grpSpPr>
        <a:xfrm>
          <a:off x="0" y="0"/>
          <a:ext cx="0" cy="0"/>
          <a:chOff x="0" y="0"/>
          <a:chExt cx="0" cy="0"/>
        </a:xfrm>
      </p:grpSpPr>
      <p:sp>
        <p:nvSpPr>
          <p:cNvPr id="2" name="Plassholder for dato 1"/>
          <p:cNvSpPr>
            <a:spLocks noGrp="1"/>
          </p:cNvSpPr>
          <p:nvPr>
            <p:ph type="dt" sz="half" idx="10"/>
          </p:nvPr>
        </p:nvSpPr>
        <p:spPr/>
        <p:txBody>
          <a:bodyPr/>
          <a:lstStyle/>
          <a:p>
            <a:fld id="{F3AD7DE3-FD03-49D0-8408-D061E58D423D}" type="datetime1">
              <a:rPr lang="nb-NO" smtClean="0"/>
              <a:t>27.08.2024</a:t>
            </a:fld>
            <a:endParaRPr lang="nb-NO"/>
          </a:p>
        </p:txBody>
      </p:sp>
      <p:sp>
        <p:nvSpPr>
          <p:cNvPr id="3" name="Plassholder for bunntekst 2"/>
          <p:cNvSpPr>
            <a:spLocks noGrp="1"/>
          </p:cNvSpPr>
          <p:nvPr>
            <p:ph type="ftr" sz="quarter" idx="11"/>
          </p:nvPr>
        </p:nvSpPr>
        <p:spPr/>
        <p:txBody>
          <a:bodyPr/>
          <a:lstStyle/>
          <a:p>
            <a:r>
              <a:rPr lang="nb-NO"/>
              <a:t>Control Trafikkskole</a:t>
            </a:r>
          </a:p>
        </p:txBody>
      </p:sp>
      <p:sp>
        <p:nvSpPr>
          <p:cNvPr id="4" name="Plassholder for lysbildenummer 3"/>
          <p:cNvSpPr>
            <a:spLocks noGrp="1"/>
          </p:cNvSpPr>
          <p:nvPr>
            <p:ph type="sldNum" sz="quarter" idx="12"/>
          </p:nvPr>
        </p:nvSpPr>
        <p:spPr/>
        <p:txBody>
          <a:bodyPr/>
          <a:lstStyle/>
          <a:p>
            <a:fld id="{2EEBBCFE-599B-47F9-B84D-4259C5E2055D}" type="slidenum">
              <a:rPr lang="nb-NO" smtClean="0"/>
              <a:t>‹#›</a:t>
            </a:fld>
            <a:endParaRPr lang="nb-NO"/>
          </a:p>
        </p:txBody>
      </p:sp>
      <p:sp>
        <p:nvSpPr>
          <p:cNvPr id="12" name="Parallellogram 11">
            <a:hlinkClick r:id="rId2" action="ppaction://hlinksldjump"/>
          </p:cNvPr>
          <p:cNvSpPr/>
          <p:nvPr userDrawn="1"/>
        </p:nvSpPr>
        <p:spPr>
          <a:xfrm>
            <a:off x="142874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3" name="Parallellogram 12">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4" name="Parallellogram 13">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5" name="Parallellogram 14">
            <a:hlinkClick r:id="rId5" action="ppaction://hlinksldjump"/>
          </p:cNvPr>
          <p:cNvSpPr/>
          <p:nvPr userDrawn="1"/>
        </p:nvSpPr>
        <p:spPr>
          <a:xfrm>
            <a:off x="5959678"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6" name="Parallellogram 15">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7" name="Parallellogram 16">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18" name="Parallellogram 17">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839739170"/>
      </p:ext>
    </p:extLst>
  </p:cSld>
  <p:clrMapOvr>
    <a:masterClrMapping/>
  </p:clrMapOvr>
</p:sldLayout>
</file>

<file path=ppt/slideLayouts/slideLayout775.xml><?xml version="1.0" encoding="utf-8"?>
<p:sldLayout xmlns:a="http://schemas.openxmlformats.org/drawingml/2006/main" xmlns:r="http://schemas.openxmlformats.org/officeDocument/2006/relationships" xmlns:p="http://schemas.openxmlformats.org/presentationml/2006/main" type="blank" preserve="1">
  <p:cSld name="Metode">
    <p:spTree>
      <p:nvGrpSpPr>
        <p:cNvPr id="1" name=""/>
        <p:cNvGrpSpPr/>
        <p:nvPr/>
      </p:nvGrpSpPr>
      <p:grpSpPr>
        <a:xfrm>
          <a:off x="0" y="0"/>
          <a:ext cx="0" cy="0"/>
          <a:chOff x="0" y="0"/>
          <a:chExt cx="0" cy="0"/>
        </a:xfrm>
      </p:grpSpPr>
      <p:sp>
        <p:nvSpPr>
          <p:cNvPr id="2" name="Plassholder for dato 1"/>
          <p:cNvSpPr>
            <a:spLocks noGrp="1"/>
          </p:cNvSpPr>
          <p:nvPr>
            <p:ph type="dt" sz="half" idx="10"/>
          </p:nvPr>
        </p:nvSpPr>
        <p:spPr/>
        <p:txBody>
          <a:bodyPr/>
          <a:lstStyle/>
          <a:p>
            <a:fld id="{C3A5AC73-889A-411D-BE09-3486F48E2E2D}" type="datetime1">
              <a:rPr lang="nb-NO" smtClean="0"/>
              <a:t>27.08.2024</a:t>
            </a:fld>
            <a:endParaRPr lang="nb-NO"/>
          </a:p>
        </p:txBody>
      </p:sp>
      <p:sp>
        <p:nvSpPr>
          <p:cNvPr id="3" name="Plassholder for bunntekst 2"/>
          <p:cNvSpPr>
            <a:spLocks noGrp="1"/>
          </p:cNvSpPr>
          <p:nvPr>
            <p:ph type="ftr" sz="quarter" idx="11"/>
          </p:nvPr>
        </p:nvSpPr>
        <p:spPr/>
        <p:txBody>
          <a:bodyPr/>
          <a:lstStyle/>
          <a:p>
            <a:r>
              <a:rPr lang="nb-NO"/>
              <a:t>Control Trafikkskole</a:t>
            </a:r>
          </a:p>
        </p:txBody>
      </p:sp>
      <p:sp>
        <p:nvSpPr>
          <p:cNvPr id="4" name="Plassholder for lysbildenummer 3"/>
          <p:cNvSpPr>
            <a:spLocks noGrp="1"/>
          </p:cNvSpPr>
          <p:nvPr>
            <p:ph type="sldNum" sz="quarter" idx="12"/>
          </p:nvPr>
        </p:nvSpPr>
        <p:spPr/>
        <p:txBody>
          <a:bodyPr/>
          <a:lstStyle/>
          <a:p>
            <a:fld id="{2EEBBCFE-599B-47F9-B84D-4259C5E2055D}" type="slidenum">
              <a:rPr lang="nb-NO" smtClean="0"/>
              <a:t>‹#›</a:t>
            </a:fld>
            <a:endParaRPr lang="nb-NO"/>
          </a:p>
        </p:txBody>
      </p:sp>
      <p:sp>
        <p:nvSpPr>
          <p:cNvPr id="12" name="Parallellogram 11">
            <a:hlinkClick r:id="rId2" action="ppaction://hlinksldjump"/>
          </p:cNvPr>
          <p:cNvSpPr/>
          <p:nvPr userDrawn="1"/>
        </p:nvSpPr>
        <p:spPr>
          <a:xfrm>
            <a:off x="142874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3" name="Parallellogram 12">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4" name="Parallellogram 13">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5" name="Parallellogram 14">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6" name="Parallellogram 15">
            <a:hlinkClick r:id="rId6" action="ppaction://hlinksldjump"/>
          </p:cNvPr>
          <p:cNvSpPr/>
          <p:nvPr userDrawn="1"/>
        </p:nvSpPr>
        <p:spPr>
          <a:xfrm>
            <a:off x="7469491"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7" name="Parallellogram 16">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18" name="Parallellogram 17">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180213917"/>
      </p:ext>
    </p:extLst>
  </p:cSld>
  <p:clrMapOvr>
    <a:masterClrMapping/>
  </p:clrMapOvr>
</p:sldLayout>
</file>

<file path=ppt/slideLayouts/slideLayout776.xml><?xml version="1.0" encoding="utf-8"?>
<p:sldLayout xmlns:a="http://schemas.openxmlformats.org/drawingml/2006/main" xmlns:r="http://schemas.openxmlformats.org/officeDocument/2006/relationships" xmlns:p="http://schemas.openxmlformats.org/presentationml/2006/main" type="blank" preserve="1">
  <p:cSld name="Rutevalg">
    <p:spTree>
      <p:nvGrpSpPr>
        <p:cNvPr id="1" name=""/>
        <p:cNvGrpSpPr/>
        <p:nvPr/>
      </p:nvGrpSpPr>
      <p:grpSpPr>
        <a:xfrm>
          <a:off x="0" y="0"/>
          <a:ext cx="0" cy="0"/>
          <a:chOff x="0" y="0"/>
          <a:chExt cx="0" cy="0"/>
        </a:xfrm>
      </p:grpSpPr>
      <p:sp>
        <p:nvSpPr>
          <p:cNvPr id="2" name="Plassholder for dato 1"/>
          <p:cNvSpPr>
            <a:spLocks noGrp="1"/>
          </p:cNvSpPr>
          <p:nvPr>
            <p:ph type="dt" sz="half" idx="10"/>
          </p:nvPr>
        </p:nvSpPr>
        <p:spPr/>
        <p:txBody>
          <a:bodyPr/>
          <a:lstStyle/>
          <a:p>
            <a:fld id="{DC5B3E30-A17A-4013-AFB8-258531B4C9EB}" type="datetime1">
              <a:rPr lang="nb-NO" smtClean="0"/>
              <a:t>27.08.2024</a:t>
            </a:fld>
            <a:endParaRPr lang="nb-NO"/>
          </a:p>
        </p:txBody>
      </p:sp>
      <p:sp>
        <p:nvSpPr>
          <p:cNvPr id="3" name="Plassholder for bunntekst 2"/>
          <p:cNvSpPr>
            <a:spLocks noGrp="1"/>
          </p:cNvSpPr>
          <p:nvPr>
            <p:ph type="ftr" sz="quarter" idx="11"/>
          </p:nvPr>
        </p:nvSpPr>
        <p:spPr/>
        <p:txBody>
          <a:bodyPr/>
          <a:lstStyle/>
          <a:p>
            <a:r>
              <a:rPr lang="nb-NO"/>
              <a:t>Control Trafikkskole</a:t>
            </a:r>
          </a:p>
        </p:txBody>
      </p:sp>
      <p:sp>
        <p:nvSpPr>
          <p:cNvPr id="4" name="Plassholder for lysbildenummer 3"/>
          <p:cNvSpPr>
            <a:spLocks noGrp="1"/>
          </p:cNvSpPr>
          <p:nvPr>
            <p:ph type="sldNum" sz="quarter" idx="12"/>
          </p:nvPr>
        </p:nvSpPr>
        <p:spPr/>
        <p:txBody>
          <a:bodyPr/>
          <a:lstStyle/>
          <a:p>
            <a:fld id="{2EEBBCFE-599B-47F9-B84D-4259C5E2055D}" type="slidenum">
              <a:rPr lang="nb-NO" smtClean="0"/>
              <a:t>‹#›</a:t>
            </a:fld>
            <a:endParaRPr lang="nb-NO"/>
          </a:p>
        </p:txBody>
      </p:sp>
      <p:sp>
        <p:nvSpPr>
          <p:cNvPr id="12" name="Parallellogram 11">
            <a:hlinkClick r:id="rId2" action="ppaction://hlinksldjump"/>
          </p:cNvPr>
          <p:cNvSpPr/>
          <p:nvPr userDrawn="1"/>
        </p:nvSpPr>
        <p:spPr>
          <a:xfrm>
            <a:off x="142874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3" name="Parallellogram 12">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4" name="Parallellogram 13">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5" name="Parallellogram 14">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6" name="Parallellogram 15">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7" name="Parallellogram 16">
            <a:hlinkClick r:id="rId7" action="ppaction://hlinksldjump"/>
          </p:cNvPr>
          <p:cNvSpPr/>
          <p:nvPr userDrawn="1"/>
        </p:nvSpPr>
        <p:spPr>
          <a:xfrm>
            <a:off x="8979304"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18" name="Parallellogram 17">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2000610152"/>
      </p:ext>
    </p:extLst>
  </p:cSld>
  <p:clrMapOvr>
    <a:masterClrMapping/>
  </p:clrMapOvr>
</p:sldLayout>
</file>

<file path=ppt/slideLayouts/slideLayout777.xml><?xml version="1.0" encoding="utf-8"?>
<p:sldLayout xmlns:a="http://schemas.openxmlformats.org/drawingml/2006/main" xmlns:r="http://schemas.openxmlformats.org/officeDocument/2006/relationships" xmlns:p="http://schemas.openxmlformats.org/presentationml/2006/main" type="blank" preserve="1">
  <p:cSld name="Vurdering">
    <p:spTree>
      <p:nvGrpSpPr>
        <p:cNvPr id="1" name=""/>
        <p:cNvGrpSpPr/>
        <p:nvPr/>
      </p:nvGrpSpPr>
      <p:grpSpPr>
        <a:xfrm>
          <a:off x="0" y="0"/>
          <a:ext cx="0" cy="0"/>
          <a:chOff x="0" y="0"/>
          <a:chExt cx="0" cy="0"/>
        </a:xfrm>
      </p:grpSpPr>
      <p:sp>
        <p:nvSpPr>
          <p:cNvPr id="2" name="Plassholder for dato 1"/>
          <p:cNvSpPr>
            <a:spLocks noGrp="1"/>
          </p:cNvSpPr>
          <p:nvPr>
            <p:ph type="dt" sz="half" idx="10"/>
          </p:nvPr>
        </p:nvSpPr>
        <p:spPr/>
        <p:txBody>
          <a:bodyPr/>
          <a:lstStyle/>
          <a:p>
            <a:fld id="{DA8BA75D-BB83-4D34-8AF6-A31F49C29AA7}" type="datetime1">
              <a:rPr lang="nb-NO" smtClean="0"/>
              <a:t>27.08.2024</a:t>
            </a:fld>
            <a:endParaRPr lang="nb-NO"/>
          </a:p>
        </p:txBody>
      </p:sp>
      <p:sp>
        <p:nvSpPr>
          <p:cNvPr id="3" name="Plassholder for bunntekst 2"/>
          <p:cNvSpPr>
            <a:spLocks noGrp="1"/>
          </p:cNvSpPr>
          <p:nvPr>
            <p:ph type="ftr" sz="quarter" idx="11"/>
          </p:nvPr>
        </p:nvSpPr>
        <p:spPr/>
        <p:txBody>
          <a:bodyPr/>
          <a:lstStyle/>
          <a:p>
            <a:r>
              <a:rPr lang="nb-NO"/>
              <a:t>Control Trafikkskole</a:t>
            </a:r>
          </a:p>
        </p:txBody>
      </p:sp>
      <p:sp>
        <p:nvSpPr>
          <p:cNvPr id="4" name="Plassholder for lysbildenummer 3"/>
          <p:cNvSpPr>
            <a:spLocks noGrp="1"/>
          </p:cNvSpPr>
          <p:nvPr>
            <p:ph type="sldNum" sz="quarter" idx="12"/>
          </p:nvPr>
        </p:nvSpPr>
        <p:spPr/>
        <p:txBody>
          <a:bodyPr/>
          <a:lstStyle/>
          <a:p>
            <a:fld id="{2EEBBCFE-599B-47F9-B84D-4259C5E2055D}" type="slidenum">
              <a:rPr lang="nb-NO" smtClean="0"/>
              <a:t>‹#›</a:t>
            </a:fld>
            <a:endParaRPr lang="nb-NO"/>
          </a:p>
        </p:txBody>
      </p:sp>
      <p:sp>
        <p:nvSpPr>
          <p:cNvPr id="12" name="Parallellogram 11">
            <a:hlinkClick r:id="rId2" action="ppaction://hlinksldjump"/>
          </p:cNvPr>
          <p:cNvSpPr/>
          <p:nvPr userDrawn="1"/>
        </p:nvSpPr>
        <p:spPr>
          <a:xfrm>
            <a:off x="142874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3" name="Parallellogram 12">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4" name="Parallellogram 13">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5" name="Parallellogram 14">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6" name="Parallellogram 15">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7" name="Parallellogram 16">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18" name="Parallellogram 17">
            <a:hlinkClick r:id="rId8" action="ppaction://hlinksldjump"/>
          </p:cNvPr>
          <p:cNvSpPr/>
          <p:nvPr userDrawn="1"/>
        </p:nvSpPr>
        <p:spPr>
          <a:xfrm>
            <a:off x="10489865"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2121012160"/>
      </p:ext>
    </p:extLst>
  </p:cSld>
  <p:clrMapOvr>
    <a:masterClrMapping/>
  </p:clrMapOvr>
</p:sldLayout>
</file>

<file path=ppt/slideLayouts/slideLayout778.xml><?xml version="1.0" encoding="utf-8"?>
<p:sldLayout xmlns:a="http://schemas.openxmlformats.org/drawingml/2006/main" xmlns:r="http://schemas.openxmlformats.org/officeDocument/2006/relationships" xmlns:p="http://schemas.openxmlformats.org/presentationml/2006/main" preserve="1" userDrawn="1">
  <p:cSld name="Egendefinert oppsett">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dato 2"/>
          <p:cNvSpPr>
            <a:spLocks noGrp="1"/>
          </p:cNvSpPr>
          <p:nvPr>
            <p:ph type="dt" sz="half" idx="10"/>
          </p:nvPr>
        </p:nvSpPr>
        <p:spPr/>
        <p:txBody>
          <a:bodyPr/>
          <a:lstStyle/>
          <a:p>
            <a:fld id="{5CF119C2-E42B-4CD3-957E-5A95432668AE}" type="datetime1">
              <a:rPr lang="nb-NO" smtClean="0"/>
              <a:t>27.08.2024</a:t>
            </a:fld>
            <a:endParaRPr lang="nb-NO"/>
          </a:p>
        </p:txBody>
      </p:sp>
      <p:sp>
        <p:nvSpPr>
          <p:cNvPr id="4" name="Plassholder for bunntekst 3"/>
          <p:cNvSpPr>
            <a:spLocks noGrp="1"/>
          </p:cNvSpPr>
          <p:nvPr>
            <p:ph type="ftr" sz="quarter" idx="11"/>
          </p:nvPr>
        </p:nvSpPr>
        <p:spPr/>
        <p:txBody>
          <a:bodyPr/>
          <a:lstStyle/>
          <a:p>
            <a:r>
              <a:rPr lang="nb-NO"/>
              <a:t>Control Trafikkskole</a:t>
            </a:r>
          </a:p>
        </p:txBody>
      </p:sp>
      <p:sp>
        <p:nvSpPr>
          <p:cNvPr id="5" name="Plassholder for lysbildenummer 4"/>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1581727732"/>
      </p:ext>
    </p:extLst>
  </p:cSld>
  <p:clrMapOvr>
    <a:masterClrMapping/>
  </p:clrMapOvr>
</p:sldLayout>
</file>

<file path=ppt/slideLayouts/slideLayout779.xml><?xml version="1.0" encoding="utf-8"?>
<p:sldLayout xmlns:a="http://schemas.openxmlformats.org/drawingml/2006/main" xmlns:r="http://schemas.openxmlformats.org/officeDocument/2006/relationships" xmlns:p="http://schemas.openxmlformats.org/presentationml/2006/main" type="objTx" preserve="1">
  <p:cSld name="Innhold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innhold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89B6B666-A7AD-4728-B26B-61EA3AA2C434}"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847412939"/>
      </p:ext>
    </p:extLst>
  </p:cSld>
  <p:clrMapOvr>
    <a:masterClrMapping/>
  </p:clrMapOvr>
</p:sldLayout>
</file>

<file path=ppt/slideLayouts/slideLayout780.xml><?xml version="1.0" encoding="utf-8"?>
<p:sldLayout xmlns:a="http://schemas.openxmlformats.org/drawingml/2006/main" xmlns:r="http://schemas.openxmlformats.org/officeDocument/2006/relationships" xmlns:p="http://schemas.openxmlformats.org/presentationml/2006/main" type="picTx" preserve="1">
  <p:cSld name="Bilde med tekst">
    <p:spTree>
      <p:nvGrpSpPr>
        <p:cNvPr id="1" name=""/>
        <p:cNvGrpSpPr/>
        <p:nvPr/>
      </p:nvGrpSpPr>
      <p:grpSpPr>
        <a:xfrm>
          <a:off x="0" y="0"/>
          <a:ext cx="0" cy="0"/>
          <a:chOff x="0" y="0"/>
          <a:chExt cx="0" cy="0"/>
        </a:xfrm>
      </p:grpSpPr>
      <p:sp>
        <p:nvSpPr>
          <p:cNvPr id="2" name="Tittel 1"/>
          <p:cNvSpPr>
            <a:spLocks noGrp="1"/>
          </p:cNvSpPr>
          <p:nvPr>
            <p:ph type="title"/>
          </p:nvPr>
        </p:nvSpPr>
        <p:spPr>
          <a:xfrm>
            <a:off x="839788" y="457200"/>
            <a:ext cx="3932237" cy="1600200"/>
          </a:xfrm>
        </p:spPr>
        <p:txBody>
          <a:bodyPr anchor="b"/>
          <a:lstStyle>
            <a:lvl1pPr>
              <a:defRPr sz="3200"/>
            </a:lvl1pPr>
          </a:lstStyle>
          <a:p>
            <a:r>
              <a:rPr lang="nb-NO"/>
              <a:t>Klikk for å redigere tittelstil</a:t>
            </a:r>
          </a:p>
        </p:txBody>
      </p:sp>
      <p:sp>
        <p:nvSpPr>
          <p:cNvPr id="3" name="Plassholder for bild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Plassholder f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b-NO"/>
              <a:t>Rediger tekststiler i malen</a:t>
            </a:r>
          </a:p>
        </p:txBody>
      </p:sp>
      <p:sp>
        <p:nvSpPr>
          <p:cNvPr id="5" name="Plassholder for dato 4"/>
          <p:cNvSpPr>
            <a:spLocks noGrp="1"/>
          </p:cNvSpPr>
          <p:nvPr>
            <p:ph type="dt" sz="half" idx="10"/>
          </p:nvPr>
        </p:nvSpPr>
        <p:spPr/>
        <p:txBody>
          <a:bodyPr/>
          <a:lstStyle/>
          <a:p>
            <a:fld id="{35C01A47-EDCD-49CC-A4D0-7E1F8386D588}" type="datetime1">
              <a:rPr lang="nb-NO" smtClean="0"/>
              <a:t>27.08.2024</a:t>
            </a:fld>
            <a:endParaRPr lang="nb-NO"/>
          </a:p>
        </p:txBody>
      </p:sp>
      <p:sp>
        <p:nvSpPr>
          <p:cNvPr id="6" name="Plassholder for bunntekst 5"/>
          <p:cNvSpPr>
            <a:spLocks noGrp="1"/>
          </p:cNvSpPr>
          <p:nvPr>
            <p:ph type="ftr" sz="quarter" idx="11"/>
          </p:nvPr>
        </p:nvSpPr>
        <p:spPr/>
        <p:txBody>
          <a:bodyPr/>
          <a:lstStyle/>
          <a:p>
            <a:r>
              <a:rPr lang="nb-NO"/>
              <a:t>Control Trafikkskole</a:t>
            </a:r>
          </a:p>
        </p:txBody>
      </p:sp>
      <p:sp>
        <p:nvSpPr>
          <p:cNvPr id="7" name="Plassholder for lysbildenummer 6"/>
          <p:cNvSpPr>
            <a:spLocks noGrp="1"/>
          </p:cNvSpPr>
          <p:nvPr>
            <p:ph type="sldNum" sz="quarter" idx="12"/>
          </p:nvPr>
        </p:nvSpPr>
        <p:spPr/>
        <p:txBody>
          <a:bodyPr/>
          <a:lstStyle/>
          <a:p>
            <a:fld id="{2EEBBCFE-599B-47F9-B84D-4259C5E2055D}" type="slidenum">
              <a:rPr lang="nb-NO" smtClean="0"/>
              <a:t>‹#›</a:t>
            </a:fld>
            <a:endParaRPr lang="nb-NO"/>
          </a:p>
        </p:txBody>
      </p:sp>
    </p:spTree>
    <p:extLst>
      <p:ext uri="{BB962C8B-B14F-4D97-AF65-F5344CB8AC3E}">
        <p14:creationId xmlns:p14="http://schemas.microsoft.com/office/powerpoint/2010/main" val="345604888"/>
      </p:ext>
    </p:extLst>
  </p:cSld>
  <p:clrMapOvr>
    <a:masterClrMapping/>
  </p:clrMapOvr>
</p:sldLayout>
</file>

<file path=ppt/slideLayouts/slideLayout781.xml><?xml version="1.0" encoding="utf-8"?>
<p:sldLayout xmlns:a="http://schemas.openxmlformats.org/drawingml/2006/main" xmlns:r="http://schemas.openxmlformats.org/officeDocument/2006/relationships" xmlns:p="http://schemas.openxmlformats.org/presentationml/2006/main" type="vertTx" preserve="1">
  <p:cSld name="Loddrett tekst">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a:t>Klikk for å redigere tittelstil</a:t>
            </a:r>
          </a:p>
        </p:txBody>
      </p:sp>
      <p:sp>
        <p:nvSpPr>
          <p:cNvPr id="3" name="Plassholder for loddrett tekst 2"/>
          <p:cNvSpPr>
            <a:spLocks noGrp="1"/>
          </p:cNvSpPr>
          <p:nvPr>
            <p:ph type="body" orient="vert" idx="1"/>
          </p:nvPr>
        </p:nvSpPr>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E70392E0-5A2D-4C89-BD72-72F73A0E6A28}"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3612300296"/>
      </p:ext>
    </p:extLst>
  </p:cSld>
  <p:clrMapOvr>
    <a:masterClrMapping/>
  </p:clrMapOvr>
</p:sldLayout>
</file>

<file path=ppt/slideLayouts/slideLayout782.xml><?xml version="1.0" encoding="utf-8"?>
<p:sldLayout xmlns:a="http://schemas.openxmlformats.org/drawingml/2006/main" xmlns:r="http://schemas.openxmlformats.org/officeDocument/2006/relationships" xmlns:p="http://schemas.openxmlformats.org/presentationml/2006/main" type="vertTitleAndTx" preserve="1">
  <p:cSld name="Loddrett tittel og tekst">
    <p:spTree>
      <p:nvGrpSpPr>
        <p:cNvPr id="1" name=""/>
        <p:cNvGrpSpPr/>
        <p:nvPr/>
      </p:nvGrpSpPr>
      <p:grpSpPr>
        <a:xfrm>
          <a:off x="0" y="0"/>
          <a:ext cx="0" cy="0"/>
          <a:chOff x="0" y="0"/>
          <a:chExt cx="0" cy="0"/>
        </a:xfrm>
      </p:grpSpPr>
      <p:sp>
        <p:nvSpPr>
          <p:cNvPr id="2" name="Loddrett tittel 1"/>
          <p:cNvSpPr>
            <a:spLocks noGrp="1"/>
          </p:cNvSpPr>
          <p:nvPr>
            <p:ph type="title" orient="vert"/>
          </p:nvPr>
        </p:nvSpPr>
        <p:spPr>
          <a:xfrm>
            <a:off x="8724900" y="365125"/>
            <a:ext cx="2628900" cy="5811838"/>
          </a:xfrm>
        </p:spPr>
        <p:txBody>
          <a:bodyPr vert="eaVert"/>
          <a:lstStyle/>
          <a:p>
            <a:r>
              <a:rPr lang="nb-NO"/>
              <a:t>Klikk for å redigere tittelstil</a:t>
            </a:r>
          </a:p>
        </p:txBody>
      </p:sp>
      <p:sp>
        <p:nvSpPr>
          <p:cNvPr id="3" name="Plassholder for loddrett tekst 2"/>
          <p:cNvSpPr>
            <a:spLocks noGrp="1"/>
          </p:cNvSpPr>
          <p:nvPr>
            <p:ph type="body" orient="vert" idx="1"/>
          </p:nvPr>
        </p:nvSpPr>
        <p:spPr>
          <a:xfrm>
            <a:off x="838200" y="365125"/>
            <a:ext cx="7734300" cy="5811838"/>
          </a:xfrm>
        </p:spPr>
        <p:txBody>
          <a:bodyPr vert="eaVert"/>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10"/>
          </p:nvPr>
        </p:nvSpPr>
        <p:spPr/>
        <p:txBody>
          <a:bodyPr/>
          <a:lstStyle/>
          <a:p>
            <a:fld id="{8CFCD935-A246-4117-807E-8E4E5F8CCDB2}" type="datetime1">
              <a:rPr lang="nb-NO" smtClean="0"/>
              <a:t>27.08.2024</a:t>
            </a:fld>
            <a:endParaRPr lang="nb-NO"/>
          </a:p>
        </p:txBody>
      </p:sp>
      <p:sp>
        <p:nvSpPr>
          <p:cNvPr id="5" name="Plassholder for bunntekst 4"/>
          <p:cNvSpPr>
            <a:spLocks noGrp="1"/>
          </p:cNvSpPr>
          <p:nvPr>
            <p:ph type="ftr" sz="quarter" idx="11"/>
          </p:nvPr>
        </p:nvSpPr>
        <p:spPr/>
        <p:txBody>
          <a:bodyPr/>
          <a:lstStyle/>
          <a:p>
            <a:r>
              <a:rPr lang="nb-NO"/>
              <a:t>Control Trafikkskole</a:t>
            </a:r>
          </a:p>
        </p:txBody>
      </p:sp>
      <p:sp>
        <p:nvSpPr>
          <p:cNvPr id="6" name="Plassholder for lysbildenummer 5"/>
          <p:cNvSpPr>
            <a:spLocks noGrp="1"/>
          </p:cNvSpPr>
          <p:nvPr>
            <p:ph type="sldNum" sz="quarter" idx="12"/>
          </p:nvPr>
        </p:nvSpPr>
        <p:spPr/>
        <p:txBody>
          <a:bodyPr/>
          <a:lstStyle/>
          <a:p>
            <a:fld id="{21BD9849-9093-4C9C-AAA2-8C3BBF0F4C37}" type="slidenum">
              <a:rPr lang="nb-NO" smtClean="0"/>
              <a:t>‹#›</a:t>
            </a:fld>
            <a:endParaRPr lang="nb-NO"/>
          </a:p>
        </p:txBody>
      </p:sp>
    </p:spTree>
    <p:extLst>
      <p:ext uri="{BB962C8B-B14F-4D97-AF65-F5344CB8AC3E}">
        <p14:creationId xmlns:p14="http://schemas.microsoft.com/office/powerpoint/2010/main" val="1449709176"/>
      </p:ext>
    </p:extLst>
  </p:cSld>
  <p:clrMapOvr>
    <a:masterClrMapping/>
  </p:clrMapOvr>
</p:sldLayout>
</file>

<file path=ppt/slideLayouts/slideLayout783.xml><?xml version="1.0" encoding="utf-8"?>
<p:sldLayout xmlns:a="http://schemas.openxmlformats.org/drawingml/2006/main" xmlns:r="http://schemas.openxmlformats.org/officeDocument/2006/relationships" xmlns:p="http://schemas.openxmlformats.org/presentationml/2006/main" userDrawn="1">
  <p:cSld name="Mål">
    <p:spTree>
      <p:nvGrpSpPr>
        <p:cNvPr id="1" name=""/>
        <p:cNvGrpSpPr/>
        <p:nvPr/>
      </p:nvGrpSpPr>
      <p:grpSpPr>
        <a:xfrm>
          <a:off x="0" y="0"/>
          <a:ext cx="0" cy="0"/>
          <a:chOff x="0" y="0"/>
          <a:chExt cx="0" cy="0"/>
        </a:xfrm>
      </p:grpSpPr>
      <p:sp>
        <p:nvSpPr>
          <p:cNvPr id="14" name="Parallellogram 13">
            <a:hlinkClick r:id="rId2" action="ppaction://hlinksldjump"/>
          </p:cNvPr>
          <p:cNvSpPr/>
          <p:nvPr userDrawn="1"/>
        </p:nvSpPr>
        <p:spPr>
          <a:xfrm>
            <a:off x="1428744"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15" name="Parallellogram 14">
            <a:hlinkClick r:id="rId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16" name="Parallellogram 15">
            <a:hlinkClick r:id="rId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17" name="Parallellogram 16">
            <a:hlinkClick r:id="rId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18" name="Parallellogram 17">
            <a:hlinkClick r:id="rId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19" name="Parallellogram 18">
            <a:hlinkClick r:id="rId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Rutevalg</a:t>
            </a:r>
          </a:p>
        </p:txBody>
      </p:sp>
      <p:sp>
        <p:nvSpPr>
          <p:cNvPr id="20" name="Parallellogram 19">
            <a:hlinkClick r:id="rId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Tree>
    <p:extLst>
      <p:ext uri="{BB962C8B-B14F-4D97-AF65-F5344CB8AC3E}">
        <p14:creationId xmlns:p14="http://schemas.microsoft.com/office/powerpoint/2010/main" val="269116321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hyperlink" Target="http://www.vegvesen.no/_attachment/61490/binary/1151272?fast_title=H%C3%A5ndbok+V851+L%C3%A6replan+f%C3%B8rerkortklasse+B,+B+kode+96+og+BE.pdf" TargetMode="External" /><Relationship Id="rId2" Type="http://schemas.openxmlformats.org/officeDocument/2006/relationships/theme" Target="../theme/theme1.xml" /><Relationship Id="rId1" Type="http://schemas.openxmlformats.org/officeDocument/2006/relationships/slideLayout" Target="../slideLayouts/slideLayout1.xml" /><Relationship Id="rId6" Type="http://schemas.openxmlformats.org/officeDocument/2006/relationships/image" Target="../media/image2.png" /><Relationship Id="rId5" Type="http://schemas.openxmlformats.org/officeDocument/2006/relationships/hyperlink" Target="https://lovdata.no/dokument/SF/forskrift/2004-10-01-1339/KAPITTEL_11#KAPITTEL_11" TargetMode="External" /><Relationship Id="rId4" Type="http://schemas.openxmlformats.org/officeDocument/2006/relationships/image" Target="../media/image1.tmp" /></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 /><Relationship Id="rId13" Type="http://schemas.openxmlformats.org/officeDocument/2006/relationships/theme" Target="../theme/theme2.xml" /><Relationship Id="rId18" Type="http://schemas.openxmlformats.org/officeDocument/2006/relationships/hyperlink" Target="http://www.vegvesen.no/_attachment/61490/binary/1151272?fast_title=H%C3%A5ndbok+V851+L%C3%A6replan+f%C3%B8rerkortklasse+B,+B+kode+96+og+BE.pdf" TargetMode="External" /><Relationship Id="rId3" Type="http://schemas.openxmlformats.org/officeDocument/2006/relationships/slideLayout" Target="../slideLayouts/slideLayout4.xml" /><Relationship Id="rId21" Type="http://schemas.openxmlformats.org/officeDocument/2006/relationships/image" Target="../media/image2.png" /><Relationship Id="rId7" Type="http://schemas.openxmlformats.org/officeDocument/2006/relationships/slideLayout" Target="../slideLayouts/slideLayout8.xml" /><Relationship Id="rId12" Type="http://schemas.openxmlformats.org/officeDocument/2006/relationships/slideLayout" Target="../slideLayouts/slideLayout13.xml" /><Relationship Id="rId17" Type="http://schemas.openxmlformats.org/officeDocument/2006/relationships/slide" Target="../slides/slide138.xml" /><Relationship Id="rId2" Type="http://schemas.openxmlformats.org/officeDocument/2006/relationships/slideLayout" Target="../slideLayouts/slideLayout3.xml" /><Relationship Id="rId16" Type="http://schemas.openxmlformats.org/officeDocument/2006/relationships/slide" Target="../slides/slide210.xml" /><Relationship Id="rId20" Type="http://schemas.openxmlformats.org/officeDocument/2006/relationships/hyperlink" Target="https://lovdata.no/dokument/SF/forskrift/2004-10-01-1339/KAPITTEL_11#KAPITTEL_11" TargetMode="External" /><Relationship Id="rId1" Type="http://schemas.openxmlformats.org/officeDocument/2006/relationships/slideLayout" Target="../slideLayouts/slideLayout2.xml" /><Relationship Id="rId6" Type="http://schemas.openxmlformats.org/officeDocument/2006/relationships/slideLayout" Target="../slideLayouts/slideLayout7.xml" /><Relationship Id="rId11" Type="http://schemas.openxmlformats.org/officeDocument/2006/relationships/slideLayout" Target="../slideLayouts/slideLayout12.xml" /><Relationship Id="rId5" Type="http://schemas.openxmlformats.org/officeDocument/2006/relationships/slideLayout" Target="../slideLayouts/slideLayout6.xml" /><Relationship Id="rId15" Type="http://schemas.openxmlformats.org/officeDocument/2006/relationships/slide" Target="../slides/slide64.xml" /><Relationship Id="rId10" Type="http://schemas.openxmlformats.org/officeDocument/2006/relationships/slideLayout" Target="../slideLayouts/slideLayout11.xml" /><Relationship Id="rId19" Type="http://schemas.openxmlformats.org/officeDocument/2006/relationships/image" Target="../media/image1.tmp" /><Relationship Id="rId4" Type="http://schemas.openxmlformats.org/officeDocument/2006/relationships/slideLayout" Target="../slideLayouts/slideLayout5.xml" /><Relationship Id="rId9" Type="http://schemas.openxmlformats.org/officeDocument/2006/relationships/slideLayout" Target="../slideLayouts/slideLayout10.xml" /><Relationship Id="rId14" Type="http://schemas.openxmlformats.org/officeDocument/2006/relationships/slide" Target="../slides/slide14.xml" /></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1.xml" /><Relationship Id="rId13" Type="http://schemas.openxmlformats.org/officeDocument/2006/relationships/slide" Target="../slides/slide14.xml" /><Relationship Id="rId18" Type="http://schemas.openxmlformats.org/officeDocument/2006/relationships/slide" Target="../slides/slide29.xml" /><Relationship Id="rId26" Type="http://schemas.openxmlformats.org/officeDocument/2006/relationships/hyperlink" Target="https://lovdata.no/dokument/SF/forskrift/2004-10-01-1339/KAPITTEL_11#KAPITTEL_11" TargetMode="External" /><Relationship Id="rId3" Type="http://schemas.openxmlformats.org/officeDocument/2006/relationships/slideLayout" Target="../slideLayouts/slideLayout16.xml" /><Relationship Id="rId21" Type="http://schemas.openxmlformats.org/officeDocument/2006/relationships/slide" Target="../slides/slide50.xml" /><Relationship Id="rId7" Type="http://schemas.openxmlformats.org/officeDocument/2006/relationships/slideLayout" Target="../slideLayouts/slideLayout20.xml" /><Relationship Id="rId12" Type="http://schemas.openxmlformats.org/officeDocument/2006/relationships/theme" Target="../theme/theme3.xml" /><Relationship Id="rId17" Type="http://schemas.openxmlformats.org/officeDocument/2006/relationships/slide" Target="../slides/slide22.xml" /><Relationship Id="rId25" Type="http://schemas.openxmlformats.org/officeDocument/2006/relationships/image" Target="../media/image1.tmp" /><Relationship Id="rId2" Type="http://schemas.openxmlformats.org/officeDocument/2006/relationships/slideLayout" Target="../slideLayouts/slideLayout15.xml" /><Relationship Id="rId16" Type="http://schemas.openxmlformats.org/officeDocument/2006/relationships/slide" Target="../slides/slide15.xml" /><Relationship Id="rId20" Type="http://schemas.openxmlformats.org/officeDocument/2006/relationships/slide" Target="../slides/slide43.xml" /><Relationship Id="rId1" Type="http://schemas.openxmlformats.org/officeDocument/2006/relationships/slideLayout" Target="../slideLayouts/slideLayout14.xml" /><Relationship Id="rId6" Type="http://schemas.openxmlformats.org/officeDocument/2006/relationships/slideLayout" Target="../slideLayouts/slideLayout19.xml" /><Relationship Id="rId11" Type="http://schemas.openxmlformats.org/officeDocument/2006/relationships/slideLayout" Target="../slideLayouts/slideLayout24.xml" /><Relationship Id="rId24" Type="http://schemas.openxmlformats.org/officeDocument/2006/relationships/hyperlink" Target="http://www.vegvesen.no/_attachment/61490/binary/1151272?fast_title=H%C3%A5ndbok+V851+L%C3%A6replan+f%C3%B8rerkortklasse+B,+B+kode+96+og+BE.pdf" TargetMode="External" /><Relationship Id="rId5" Type="http://schemas.openxmlformats.org/officeDocument/2006/relationships/slideLayout" Target="../slideLayouts/slideLayout18.xml" /><Relationship Id="rId15" Type="http://schemas.openxmlformats.org/officeDocument/2006/relationships/slide" Target="../slides/slide210.xml" /><Relationship Id="rId23" Type="http://schemas.openxmlformats.org/officeDocument/2006/relationships/slide" Target="../slides/slide138.xml" /><Relationship Id="rId10" Type="http://schemas.openxmlformats.org/officeDocument/2006/relationships/slideLayout" Target="../slideLayouts/slideLayout23.xml" /><Relationship Id="rId19" Type="http://schemas.openxmlformats.org/officeDocument/2006/relationships/slide" Target="../slides/slide36.xml" /><Relationship Id="rId4" Type="http://schemas.openxmlformats.org/officeDocument/2006/relationships/slideLayout" Target="../slideLayouts/slideLayout17.xml" /><Relationship Id="rId9" Type="http://schemas.openxmlformats.org/officeDocument/2006/relationships/slideLayout" Target="../slideLayouts/slideLayout22.xml" /><Relationship Id="rId14" Type="http://schemas.openxmlformats.org/officeDocument/2006/relationships/slide" Target="../slides/slide64.xml" /><Relationship Id="rId22" Type="http://schemas.openxmlformats.org/officeDocument/2006/relationships/slide" Target="../slides/slide57.xml" /><Relationship Id="rId27" Type="http://schemas.openxmlformats.org/officeDocument/2006/relationships/image" Target="../media/image2.png" /></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2.xml" /><Relationship Id="rId13" Type="http://schemas.openxmlformats.org/officeDocument/2006/relationships/slideLayout" Target="../slideLayouts/slideLayout37.xml" /><Relationship Id="rId18" Type="http://schemas.openxmlformats.org/officeDocument/2006/relationships/theme" Target="../theme/theme4.xml" /><Relationship Id="rId26" Type="http://schemas.openxmlformats.org/officeDocument/2006/relationships/slide" Target="../slides/slide43.xml" /><Relationship Id="rId3" Type="http://schemas.openxmlformats.org/officeDocument/2006/relationships/slideLayout" Target="../slideLayouts/slideLayout27.xml" /><Relationship Id="rId21" Type="http://schemas.openxmlformats.org/officeDocument/2006/relationships/slide" Target="../slides/slide210.xml" /><Relationship Id="rId7" Type="http://schemas.openxmlformats.org/officeDocument/2006/relationships/slideLayout" Target="../slideLayouts/slideLayout31.xml" /><Relationship Id="rId12" Type="http://schemas.openxmlformats.org/officeDocument/2006/relationships/slideLayout" Target="../slideLayouts/slideLayout36.xml" /><Relationship Id="rId17" Type="http://schemas.openxmlformats.org/officeDocument/2006/relationships/slideLayout" Target="../slideLayouts/slideLayout41.xml" /><Relationship Id="rId25" Type="http://schemas.openxmlformats.org/officeDocument/2006/relationships/slide" Target="../slides/slide36.xml" /><Relationship Id="rId33" Type="http://schemas.openxmlformats.org/officeDocument/2006/relationships/image" Target="../media/image2.png" /><Relationship Id="rId2" Type="http://schemas.openxmlformats.org/officeDocument/2006/relationships/slideLayout" Target="../slideLayouts/slideLayout26.xml" /><Relationship Id="rId16" Type="http://schemas.openxmlformats.org/officeDocument/2006/relationships/slideLayout" Target="../slideLayouts/slideLayout40.xml" /><Relationship Id="rId20" Type="http://schemas.openxmlformats.org/officeDocument/2006/relationships/slide" Target="../slides/slide64.xml" /><Relationship Id="rId29" Type="http://schemas.openxmlformats.org/officeDocument/2006/relationships/slide" Target="../slides/slide138.xml" /><Relationship Id="rId1" Type="http://schemas.openxmlformats.org/officeDocument/2006/relationships/slideLayout" Target="../slideLayouts/slideLayout25.xml" /><Relationship Id="rId6" Type="http://schemas.openxmlformats.org/officeDocument/2006/relationships/slideLayout" Target="../slideLayouts/slideLayout30.xml" /><Relationship Id="rId11" Type="http://schemas.openxmlformats.org/officeDocument/2006/relationships/slideLayout" Target="../slideLayouts/slideLayout35.xml" /><Relationship Id="rId24" Type="http://schemas.openxmlformats.org/officeDocument/2006/relationships/slide" Target="../slides/slide29.xml" /><Relationship Id="rId32" Type="http://schemas.openxmlformats.org/officeDocument/2006/relationships/hyperlink" Target="https://lovdata.no/dokument/SF/forskrift/2004-10-01-1339/KAPITTEL_11#KAPITTEL_11" TargetMode="External" /><Relationship Id="rId5" Type="http://schemas.openxmlformats.org/officeDocument/2006/relationships/slideLayout" Target="../slideLayouts/slideLayout29.xml" /><Relationship Id="rId15" Type="http://schemas.openxmlformats.org/officeDocument/2006/relationships/slideLayout" Target="../slideLayouts/slideLayout39.xml" /><Relationship Id="rId23" Type="http://schemas.openxmlformats.org/officeDocument/2006/relationships/slide" Target="../slides/slide22.xml" /><Relationship Id="rId28" Type="http://schemas.openxmlformats.org/officeDocument/2006/relationships/slide" Target="../slides/slide57.xml" /><Relationship Id="rId10" Type="http://schemas.openxmlformats.org/officeDocument/2006/relationships/slideLayout" Target="../slideLayouts/slideLayout34.xml" /><Relationship Id="rId19" Type="http://schemas.openxmlformats.org/officeDocument/2006/relationships/slide" Target="../slides/slide14.xml" /><Relationship Id="rId31" Type="http://schemas.openxmlformats.org/officeDocument/2006/relationships/image" Target="../media/image1.tmp" /><Relationship Id="rId4" Type="http://schemas.openxmlformats.org/officeDocument/2006/relationships/slideLayout" Target="../slideLayouts/slideLayout28.xml" /><Relationship Id="rId9" Type="http://schemas.openxmlformats.org/officeDocument/2006/relationships/slideLayout" Target="../slideLayouts/slideLayout33.xml" /><Relationship Id="rId14" Type="http://schemas.openxmlformats.org/officeDocument/2006/relationships/slideLayout" Target="../slideLayouts/slideLayout38.xml" /><Relationship Id="rId22" Type="http://schemas.openxmlformats.org/officeDocument/2006/relationships/slide" Target="../slides/slide15.xml" /><Relationship Id="rId27" Type="http://schemas.openxmlformats.org/officeDocument/2006/relationships/slide" Target="../slides/slide50.xml" /><Relationship Id="rId30" Type="http://schemas.openxmlformats.org/officeDocument/2006/relationships/hyperlink" Target="http://www.vegvesen.no/_attachment/61490/binary/1151272?fast_title=H%C3%A5ndbok+V851+L%C3%A6replan+f%C3%B8rerkortklasse+B,+B+kode+96+og+BE.pdf" TargetMode="External" /></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9.xml" /><Relationship Id="rId13" Type="http://schemas.openxmlformats.org/officeDocument/2006/relationships/slide" Target="../slides/slide14.xml" /><Relationship Id="rId18" Type="http://schemas.openxmlformats.org/officeDocument/2006/relationships/slide" Target="../slides/slide29.xml" /><Relationship Id="rId26" Type="http://schemas.openxmlformats.org/officeDocument/2006/relationships/slide" Target="../slides/slide26.xml" /><Relationship Id="rId3" Type="http://schemas.openxmlformats.org/officeDocument/2006/relationships/slideLayout" Target="../slideLayouts/slideLayout44.xml" /><Relationship Id="rId21" Type="http://schemas.openxmlformats.org/officeDocument/2006/relationships/slide" Target="../slides/slide50.xml" /><Relationship Id="rId7" Type="http://schemas.openxmlformats.org/officeDocument/2006/relationships/slideLayout" Target="../slideLayouts/slideLayout48.xml" /><Relationship Id="rId12" Type="http://schemas.openxmlformats.org/officeDocument/2006/relationships/theme" Target="../theme/theme5.xml" /><Relationship Id="rId17" Type="http://schemas.openxmlformats.org/officeDocument/2006/relationships/slide" Target="../slides/slide22.xml" /><Relationship Id="rId25" Type="http://schemas.openxmlformats.org/officeDocument/2006/relationships/slide" Target="../slides/slide25.xml" /><Relationship Id="rId33" Type="http://schemas.openxmlformats.org/officeDocument/2006/relationships/image" Target="../media/image2.png" /><Relationship Id="rId2" Type="http://schemas.openxmlformats.org/officeDocument/2006/relationships/slideLayout" Target="../slideLayouts/slideLayout43.xml" /><Relationship Id="rId16" Type="http://schemas.openxmlformats.org/officeDocument/2006/relationships/slide" Target="../slides/slide15.xml" /><Relationship Id="rId20" Type="http://schemas.openxmlformats.org/officeDocument/2006/relationships/slide" Target="../slides/slide43.xml" /><Relationship Id="rId29" Type="http://schemas.openxmlformats.org/officeDocument/2006/relationships/slide" Target="../slides/slide138.xml" /><Relationship Id="rId1" Type="http://schemas.openxmlformats.org/officeDocument/2006/relationships/slideLayout" Target="../slideLayouts/slideLayout42.xml" /><Relationship Id="rId6" Type="http://schemas.openxmlformats.org/officeDocument/2006/relationships/slideLayout" Target="../slideLayouts/slideLayout47.xml" /><Relationship Id="rId11" Type="http://schemas.openxmlformats.org/officeDocument/2006/relationships/slideLayout" Target="../slideLayouts/slideLayout52.xml" /><Relationship Id="rId24" Type="http://schemas.openxmlformats.org/officeDocument/2006/relationships/slide" Target="../slides/slide24.xml" /><Relationship Id="rId32" Type="http://schemas.openxmlformats.org/officeDocument/2006/relationships/hyperlink" Target="https://lovdata.no/dokument/SF/forskrift/2004-10-01-1339/KAPITTEL_11#KAPITTEL_11" TargetMode="External" /><Relationship Id="rId5" Type="http://schemas.openxmlformats.org/officeDocument/2006/relationships/slideLayout" Target="../slideLayouts/slideLayout46.xml" /><Relationship Id="rId15" Type="http://schemas.openxmlformats.org/officeDocument/2006/relationships/slide" Target="../slides/slide210.xml" /><Relationship Id="rId23" Type="http://schemas.openxmlformats.org/officeDocument/2006/relationships/slide" Target="../slides/slide23.xml" /><Relationship Id="rId28" Type="http://schemas.openxmlformats.org/officeDocument/2006/relationships/slide" Target="../slides/slide28.xml" /><Relationship Id="rId10" Type="http://schemas.openxmlformats.org/officeDocument/2006/relationships/slideLayout" Target="../slideLayouts/slideLayout51.xml" /><Relationship Id="rId19" Type="http://schemas.openxmlformats.org/officeDocument/2006/relationships/slide" Target="../slides/slide36.xml" /><Relationship Id="rId31" Type="http://schemas.openxmlformats.org/officeDocument/2006/relationships/image" Target="../media/image1.tmp" /><Relationship Id="rId4" Type="http://schemas.openxmlformats.org/officeDocument/2006/relationships/slideLayout" Target="../slideLayouts/slideLayout45.xml" /><Relationship Id="rId9" Type="http://schemas.openxmlformats.org/officeDocument/2006/relationships/slideLayout" Target="../slideLayouts/slideLayout50.xml" /><Relationship Id="rId14" Type="http://schemas.openxmlformats.org/officeDocument/2006/relationships/slide" Target="../slides/slide64.xml" /><Relationship Id="rId22" Type="http://schemas.openxmlformats.org/officeDocument/2006/relationships/slide" Target="../slides/slide57.xml" /><Relationship Id="rId27" Type="http://schemas.openxmlformats.org/officeDocument/2006/relationships/slide" Target="../slides/slide27.xml" /><Relationship Id="rId30" Type="http://schemas.openxmlformats.org/officeDocument/2006/relationships/hyperlink" Target="http://www.vegvesen.no/_attachment/61490/binary/1151272?fast_title=H%C3%A5ndbok+V851+L%C3%A6replan+f%C3%B8rerkortklasse+B,+B+kode+96+og+BE.pdf" TargetMode="External" /></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0.xml" /><Relationship Id="rId13" Type="http://schemas.openxmlformats.org/officeDocument/2006/relationships/slide" Target="../slides/slide14.xml" /><Relationship Id="rId18" Type="http://schemas.openxmlformats.org/officeDocument/2006/relationships/slide" Target="../slides/slide29.xml" /><Relationship Id="rId26" Type="http://schemas.openxmlformats.org/officeDocument/2006/relationships/slide" Target="../slides/slide26.xml" /><Relationship Id="rId3" Type="http://schemas.openxmlformats.org/officeDocument/2006/relationships/slideLayout" Target="../slideLayouts/slideLayout55.xml" /><Relationship Id="rId21" Type="http://schemas.openxmlformats.org/officeDocument/2006/relationships/slide" Target="../slides/slide50.xml" /><Relationship Id="rId7" Type="http://schemas.openxmlformats.org/officeDocument/2006/relationships/slideLayout" Target="../slideLayouts/slideLayout59.xml" /><Relationship Id="rId12" Type="http://schemas.openxmlformats.org/officeDocument/2006/relationships/theme" Target="../theme/theme6.xml" /><Relationship Id="rId17" Type="http://schemas.openxmlformats.org/officeDocument/2006/relationships/slide" Target="../slides/slide22.xml" /><Relationship Id="rId25" Type="http://schemas.openxmlformats.org/officeDocument/2006/relationships/slide" Target="../slides/slide25.xml" /><Relationship Id="rId33" Type="http://schemas.openxmlformats.org/officeDocument/2006/relationships/image" Target="../media/image2.png" /><Relationship Id="rId2" Type="http://schemas.openxmlformats.org/officeDocument/2006/relationships/slideLayout" Target="../slideLayouts/slideLayout54.xml" /><Relationship Id="rId16" Type="http://schemas.openxmlformats.org/officeDocument/2006/relationships/slide" Target="../slides/slide15.xml" /><Relationship Id="rId20" Type="http://schemas.openxmlformats.org/officeDocument/2006/relationships/slide" Target="../slides/slide43.xml" /><Relationship Id="rId29" Type="http://schemas.openxmlformats.org/officeDocument/2006/relationships/slide" Target="../slides/slide138.xml" /><Relationship Id="rId1" Type="http://schemas.openxmlformats.org/officeDocument/2006/relationships/slideLayout" Target="../slideLayouts/slideLayout53.xml" /><Relationship Id="rId6" Type="http://schemas.openxmlformats.org/officeDocument/2006/relationships/slideLayout" Target="../slideLayouts/slideLayout58.xml" /><Relationship Id="rId11" Type="http://schemas.openxmlformats.org/officeDocument/2006/relationships/slideLayout" Target="../slideLayouts/slideLayout63.xml" /><Relationship Id="rId24" Type="http://schemas.openxmlformats.org/officeDocument/2006/relationships/slide" Target="../slides/slide24.xml" /><Relationship Id="rId32" Type="http://schemas.openxmlformats.org/officeDocument/2006/relationships/hyperlink" Target="https://lovdata.no/dokument/SF/forskrift/2004-10-01-1339/KAPITTEL_11#KAPITTEL_11" TargetMode="External" /><Relationship Id="rId5" Type="http://schemas.openxmlformats.org/officeDocument/2006/relationships/slideLayout" Target="../slideLayouts/slideLayout57.xml" /><Relationship Id="rId15" Type="http://schemas.openxmlformats.org/officeDocument/2006/relationships/slide" Target="../slides/slide210.xml" /><Relationship Id="rId23" Type="http://schemas.openxmlformats.org/officeDocument/2006/relationships/slide" Target="../slides/slide23.xml" /><Relationship Id="rId28" Type="http://schemas.openxmlformats.org/officeDocument/2006/relationships/slide" Target="../slides/slide28.xml" /><Relationship Id="rId10" Type="http://schemas.openxmlformats.org/officeDocument/2006/relationships/slideLayout" Target="../slideLayouts/slideLayout62.xml" /><Relationship Id="rId19" Type="http://schemas.openxmlformats.org/officeDocument/2006/relationships/slide" Target="../slides/slide36.xml" /><Relationship Id="rId31" Type="http://schemas.openxmlformats.org/officeDocument/2006/relationships/image" Target="../media/image1.tmp" /><Relationship Id="rId4" Type="http://schemas.openxmlformats.org/officeDocument/2006/relationships/slideLayout" Target="../slideLayouts/slideLayout56.xml" /><Relationship Id="rId9" Type="http://schemas.openxmlformats.org/officeDocument/2006/relationships/slideLayout" Target="../slideLayouts/slideLayout61.xml" /><Relationship Id="rId14" Type="http://schemas.openxmlformats.org/officeDocument/2006/relationships/slide" Target="../slides/slide64.xml" /><Relationship Id="rId22" Type="http://schemas.openxmlformats.org/officeDocument/2006/relationships/slide" Target="../slides/slide57.xml" /><Relationship Id="rId27" Type="http://schemas.openxmlformats.org/officeDocument/2006/relationships/slide" Target="../slides/slide27.xml" /><Relationship Id="rId30" Type="http://schemas.openxmlformats.org/officeDocument/2006/relationships/hyperlink" Target="http://www.vegvesen.no/_attachment/61490/binary/1151272?fast_title=H%C3%A5ndbok+V851+L%C3%A6replan+f%C3%B8rerkortklasse+B,+B+kode+96+og+BE.pdf" TargetMode="External" /></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1.xml" /><Relationship Id="rId13" Type="http://schemas.openxmlformats.org/officeDocument/2006/relationships/slide" Target="../slides/slide14.xml" /><Relationship Id="rId18" Type="http://schemas.openxmlformats.org/officeDocument/2006/relationships/slide" Target="../slides/slide29.xml" /><Relationship Id="rId26" Type="http://schemas.openxmlformats.org/officeDocument/2006/relationships/slide" Target="../slides/slide26.xml" /><Relationship Id="rId3" Type="http://schemas.openxmlformats.org/officeDocument/2006/relationships/slideLayout" Target="../slideLayouts/slideLayout66.xml" /><Relationship Id="rId21" Type="http://schemas.openxmlformats.org/officeDocument/2006/relationships/slide" Target="../slides/slide50.xml" /><Relationship Id="rId7" Type="http://schemas.openxmlformats.org/officeDocument/2006/relationships/slideLayout" Target="../slideLayouts/slideLayout70.xml" /><Relationship Id="rId12" Type="http://schemas.openxmlformats.org/officeDocument/2006/relationships/theme" Target="../theme/theme7.xml" /><Relationship Id="rId17" Type="http://schemas.openxmlformats.org/officeDocument/2006/relationships/slide" Target="../slides/slide22.xml" /><Relationship Id="rId25" Type="http://schemas.openxmlformats.org/officeDocument/2006/relationships/slide" Target="../slides/slide25.xml" /><Relationship Id="rId33" Type="http://schemas.openxmlformats.org/officeDocument/2006/relationships/image" Target="../media/image2.png" /><Relationship Id="rId2" Type="http://schemas.openxmlformats.org/officeDocument/2006/relationships/slideLayout" Target="../slideLayouts/slideLayout65.xml" /><Relationship Id="rId16" Type="http://schemas.openxmlformats.org/officeDocument/2006/relationships/slide" Target="../slides/slide15.xml" /><Relationship Id="rId20" Type="http://schemas.openxmlformats.org/officeDocument/2006/relationships/slide" Target="../slides/slide43.xml" /><Relationship Id="rId29" Type="http://schemas.openxmlformats.org/officeDocument/2006/relationships/slide" Target="../slides/slide138.xml" /><Relationship Id="rId1" Type="http://schemas.openxmlformats.org/officeDocument/2006/relationships/slideLayout" Target="../slideLayouts/slideLayout64.xml" /><Relationship Id="rId6" Type="http://schemas.openxmlformats.org/officeDocument/2006/relationships/slideLayout" Target="../slideLayouts/slideLayout69.xml" /><Relationship Id="rId11" Type="http://schemas.openxmlformats.org/officeDocument/2006/relationships/slideLayout" Target="../slideLayouts/slideLayout74.xml" /><Relationship Id="rId24" Type="http://schemas.openxmlformats.org/officeDocument/2006/relationships/slide" Target="../slides/slide24.xml" /><Relationship Id="rId32" Type="http://schemas.openxmlformats.org/officeDocument/2006/relationships/hyperlink" Target="https://lovdata.no/dokument/SF/forskrift/2004-10-01-1339/KAPITTEL_11#KAPITTEL_11" TargetMode="External" /><Relationship Id="rId5" Type="http://schemas.openxmlformats.org/officeDocument/2006/relationships/slideLayout" Target="../slideLayouts/slideLayout68.xml" /><Relationship Id="rId15" Type="http://schemas.openxmlformats.org/officeDocument/2006/relationships/slide" Target="../slides/slide210.xml" /><Relationship Id="rId23" Type="http://schemas.openxmlformats.org/officeDocument/2006/relationships/slide" Target="../slides/slide23.xml" /><Relationship Id="rId28" Type="http://schemas.openxmlformats.org/officeDocument/2006/relationships/slide" Target="../slides/slide28.xml" /><Relationship Id="rId10" Type="http://schemas.openxmlformats.org/officeDocument/2006/relationships/slideLayout" Target="../slideLayouts/slideLayout73.xml" /><Relationship Id="rId19" Type="http://schemas.openxmlformats.org/officeDocument/2006/relationships/slide" Target="../slides/slide36.xml" /><Relationship Id="rId31" Type="http://schemas.openxmlformats.org/officeDocument/2006/relationships/image" Target="../media/image1.tmp" /><Relationship Id="rId4" Type="http://schemas.openxmlformats.org/officeDocument/2006/relationships/slideLayout" Target="../slideLayouts/slideLayout67.xml" /><Relationship Id="rId9" Type="http://schemas.openxmlformats.org/officeDocument/2006/relationships/slideLayout" Target="../slideLayouts/slideLayout72.xml" /><Relationship Id="rId14" Type="http://schemas.openxmlformats.org/officeDocument/2006/relationships/slide" Target="../slides/slide64.xml" /><Relationship Id="rId22" Type="http://schemas.openxmlformats.org/officeDocument/2006/relationships/slide" Target="../slides/slide57.xml" /><Relationship Id="rId27" Type="http://schemas.openxmlformats.org/officeDocument/2006/relationships/slide" Target="../slides/slide27.xml" /><Relationship Id="rId30" Type="http://schemas.openxmlformats.org/officeDocument/2006/relationships/hyperlink" Target="http://www.vegvesen.no/_attachment/61490/binary/1151272?fast_title=H%C3%A5ndbok+V851+L%C3%A6replan+f%C3%B8rerkortklasse+B,+B+kode+96+og+BE.pdf" TargetMode="External" /></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2.xml" /><Relationship Id="rId13" Type="http://schemas.openxmlformats.org/officeDocument/2006/relationships/slide" Target="../slides/slide14.xml" /><Relationship Id="rId18" Type="http://schemas.openxmlformats.org/officeDocument/2006/relationships/slide" Target="../slides/slide29.xml" /><Relationship Id="rId26" Type="http://schemas.openxmlformats.org/officeDocument/2006/relationships/slide" Target="../slides/slide26.xml" /><Relationship Id="rId3" Type="http://schemas.openxmlformats.org/officeDocument/2006/relationships/slideLayout" Target="../slideLayouts/slideLayout77.xml" /><Relationship Id="rId21" Type="http://schemas.openxmlformats.org/officeDocument/2006/relationships/slide" Target="../slides/slide50.xml" /><Relationship Id="rId7" Type="http://schemas.openxmlformats.org/officeDocument/2006/relationships/slideLayout" Target="../slideLayouts/slideLayout81.xml" /><Relationship Id="rId12" Type="http://schemas.openxmlformats.org/officeDocument/2006/relationships/theme" Target="../theme/theme8.xml" /><Relationship Id="rId17" Type="http://schemas.openxmlformats.org/officeDocument/2006/relationships/slide" Target="../slides/slide22.xml" /><Relationship Id="rId25" Type="http://schemas.openxmlformats.org/officeDocument/2006/relationships/slide" Target="../slides/slide25.xml" /><Relationship Id="rId33" Type="http://schemas.openxmlformats.org/officeDocument/2006/relationships/image" Target="../media/image2.png" /><Relationship Id="rId2" Type="http://schemas.openxmlformats.org/officeDocument/2006/relationships/slideLayout" Target="../slideLayouts/slideLayout76.xml" /><Relationship Id="rId16" Type="http://schemas.openxmlformats.org/officeDocument/2006/relationships/slide" Target="../slides/slide15.xml" /><Relationship Id="rId20" Type="http://schemas.openxmlformats.org/officeDocument/2006/relationships/slide" Target="../slides/slide43.xml" /><Relationship Id="rId29" Type="http://schemas.openxmlformats.org/officeDocument/2006/relationships/slide" Target="../slides/slide138.xml" /><Relationship Id="rId1" Type="http://schemas.openxmlformats.org/officeDocument/2006/relationships/slideLayout" Target="../slideLayouts/slideLayout75.xml" /><Relationship Id="rId6" Type="http://schemas.openxmlformats.org/officeDocument/2006/relationships/slideLayout" Target="../slideLayouts/slideLayout80.xml" /><Relationship Id="rId11" Type="http://schemas.openxmlformats.org/officeDocument/2006/relationships/slideLayout" Target="../slideLayouts/slideLayout85.xml" /><Relationship Id="rId24" Type="http://schemas.openxmlformats.org/officeDocument/2006/relationships/slide" Target="../slides/slide24.xml" /><Relationship Id="rId32" Type="http://schemas.openxmlformats.org/officeDocument/2006/relationships/hyperlink" Target="https://lovdata.no/dokument/SF/forskrift/2004-10-01-1339/KAPITTEL_11#KAPITTEL_11" TargetMode="External" /><Relationship Id="rId5" Type="http://schemas.openxmlformats.org/officeDocument/2006/relationships/slideLayout" Target="../slideLayouts/slideLayout79.xml" /><Relationship Id="rId15" Type="http://schemas.openxmlformats.org/officeDocument/2006/relationships/slide" Target="../slides/slide210.xml" /><Relationship Id="rId23" Type="http://schemas.openxmlformats.org/officeDocument/2006/relationships/slide" Target="../slides/slide23.xml" /><Relationship Id="rId28" Type="http://schemas.openxmlformats.org/officeDocument/2006/relationships/slide" Target="../slides/slide28.xml" /><Relationship Id="rId10" Type="http://schemas.openxmlformats.org/officeDocument/2006/relationships/slideLayout" Target="../slideLayouts/slideLayout84.xml" /><Relationship Id="rId19" Type="http://schemas.openxmlformats.org/officeDocument/2006/relationships/slide" Target="../slides/slide36.xml" /><Relationship Id="rId31" Type="http://schemas.openxmlformats.org/officeDocument/2006/relationships/image" Target="../media/image1.tmp" /><Relationship Id="rId4" Type="http://schemas.openxmlformats.org/officeDocument/2006/relationships/slideLayout" Target="../slideLayouts/slideLayout78.xml" /><Relationship Id="rId9" Type="http://schemas.openxmlformats.org/officeDocument/2006/relationships/slideLayout" Target="../slideLayouts/slideLayout83.xml" /><Relationship Id="rId14" Type="http://schemas.openxmlformats.org/officeDocument/2006/relationships/slide" Target="../slides/slide64.xml" /><Relationship Id="rId22" Type="http://schemas.openxmlformats.org/officeDocument/2006/relationships/slide" Target="../slides/slide57.xml" /><Relationship Id="rId27" Type="http://schemas.openxmlformats.org/officeDocument/2006/relationships/slide" Target="../slides/slide27.xml" /><Relationship Id="rId30" Type="http://schemas.openxmlformats.org/officeDocument/2006/relationships/hyperlink" Target="http://www.vegvesen.no/_attachment/61490/binary/1151272?fast_title=H%C3%A5ndbok+V851+L%C3%A6replan+f%C3%B8rerkortklasse+B,+B+kode+96+og+BE.pdf" TargetMode="External" /></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93.xml" /><Relationship Id="rId13" Type="http://schemas.openxmlformats.org/officeDocument/2006/relationships/slide" Target="../slides/slide14.xml" /><Relationship Id="rId18" Type="http://schemas.openxmlformats.org/officeDocument/2006/relationships/slide" Target="../slides/slide29.xml" /><Relationship Id="rId26" Type="http://schemas.openxmlformats.org/officeDocument/2006/relationships/slide" Target="../slides/slide26.xml" /><Relationship Id="rId3" Type="http://schemas.openxmlformats.org/officeDocument/2006/relationships/slideLayout" Target="../slideLayouts/slideLayout88.xml" /><Relationship Id="rId21" Type="http://schemas.openxmlformats.org/officeDocument/2006/relationships/slide" Target="../slides/slide50.xml" /><Relationship Id="rId7" Type="http://schemas.openxmlformats.org/officeDocument/2006/relationships/slideLayout" Target="../slideLayouts/slideLayout92.xml" /><Relationship Id="rId12" Type="http://schemas.openxmlformats.org/officeDocument/2006/relationships/theme" Target="../theme/theme9.xml" /><Relationship Id="rId17" Type="http://schemas.openxmlformats.org/officeDocument/2006/relationships/slide" Target="../slides/slide22.xml" /><Relationship Id="rId25" Type="http://schemas.openxmlformats.org/officeDocument/2006/relationships/slide" Target="../slides/slide25.xml" /><Relationship Id="rId33" Type="http://schemas.openxmlformats.org/officeDocument/2006/relationships/image" Target="../media/image2.png" /><Relationship Id="rId2" Type="http://schemas.openxmlformats.org/officeDocument/2006/relationships/slideLayout" Target="../slideLayouts/slideLayout87.xml" /><Relationship Id="rId16" Type="http://schemas.openxmlformats.org/officeDocument/2006/relationships/slide" Target="../slides/slide15.xml" /><Relationship Id="rId20" Type="http://schemas.openxmlformats.org/officeDocument/2006/relationships/slide" Target="../slides/slide43.xml" /><Relationship Id="rId29" Type="http://schemas.openxmlformats.org/officeDocument/2006/relationships/slide" Target="../slides/slide138.xml" /><Relationship Id="rId1" Type="http://schemas.openxmlformats.org/officeDocument/2006/relationships/slideLayout" Target="../slideLayouts/slideLayout86.xml" /><Relationship Id="rId6" Type="http://schemas.openxmlformats.org/officeDocument/2006/relationships/slideLayout" Target="../slideLayouts/slideLayout91.xml" /><Relationship Id="rId11" Type="http://schemas.openxmlformats.org/officeDocument/2006/relationships/slideLayout" Target="../slideLayouts/slideLayout96.xml" /><Relationship Id="rId24" Type="http://schemas.openxmlformats.org/officeDocument/2006/relationships/slide" Target="../slides/slide24.xml" /><Relationship Id="rId32" Type="http://schemas.openxmlformats.org/officeDocument/2006/relationships/hyperlink" Target="https://lovdata.no/dokument/SF/forskrift/2004-10-01-1339/KAPITTEL_11#KAPITTEL_11" TargetMode="External" /><Relationship Id="rId5" Type="http://schemas.openxmlformats.org/officeDocument/2006/relationships/slideLayout" Target="../slideLayouts/slideLayout90.xml" /><Relationship Id="rId15" Type="http://schemas.openxmlformats.org/officeDocument/2006/relationships/slide" Target="../slides/slide210.xml" /><Relationship Id="rId23" Type="http://schemas.openxmlformats.org/officeDocument/2006/relationships/slide" Target="../slides/slide23.xml" /><Relationship Id="rId28" Type="http://schemas.openxmlformats.org/officeDocument/2006/relationships/slide" Target="../slides/slide28.xml" /><Relationship Id="rId10" Type="http://schemas.openxmlformats.org/officeDocument/2006/relationships/slideLayout" Target="../slideLayouts/slideLayout95.xml" /><Relationship Id="rId19" Type="http://schemas.openxmlformats.org/officeDocument/2006/relationships/slide" Target="../slides/slide36.xml" /><Relationship Id="rId31" Type="http://schemas.openxmlformats.org/officeDocument/2006/relationships/image" Target="../media/image1.tmp" /><Relationship Id="rId4" Type="http://schemas.openxmlformats.org/officeDocument/2006/relationships/slideLayout" Target="../slideLayouts/slideLayout89.xml" /><Relationship Id="rId9" Type="http://schemas.openxmlformats.org/officeDocument/2006/relationships/slideLayout" Target="../slideLayouts/slideLayout94.xml" /><Relationship Id="rId14" Type="http://schemas.openxmlformats.org/officeDocument/2006/relationships/slide" Target="../slides/slide64.xml" /><Relationship Id="rId22" Type="http://schemas.openxmlformats.org/officeDocument/2006/relationships/slide" Target="../slides/slide57.xml" /><Relationship Id="rId27" Type="http://schemas.openxmlformats.org/officeDocument/2006/relationships/slide" Target="../slides/slide27.xml" /><Relationship Id="rId30" Type="http://schemas.openxmlformats.org/officeDocument/2006/relationships/hyperlink" Target="http://www.vegvesen.no/_attachment/61490/binary/1151272?fast_title=H%C3%A5ndbok+V851+L%C3%A6replan+f%C3%B8rerkortklasse+B,+B+kode+96+og+BE.pdf" TargetMode="External" /></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04.xml" /><Relationship Id="rId13" Type="http://schemas.openxmlformats.org/officeDocument/2006/relationships/slide" Target="../slides/slide14.xml" /><Relationship Id="rId18" Type="http://schemas.openxmlformats.org/officeDocument/2006/relationships/slide" Target="../slides/slide29.xml" /><Relationship Id="rId26" Type="http://schemas.openxmlformats.org/officeDocument/2006/relationships/slide" Target="../slides/slide26.xml" /><Relationship Id="rId3" Type="http://schemas.openxmlformats.org/officeDocument/2006/relationships/slideLayout" Target="../slideLayouts/slideLayout99.xml" /><Relationship Id="rId21" Type="http://schemas.openxmlformats.org/officeDocument/2006/relationships/slide" Target="../slides/slide50.xml" /><Relationship Id="rId7" Type="http://schemas.openxmlformats.org/officeDocument/2006/relationships/slideLayout" Target="../slideLayouts/slideLayout103.xml" /><Relationship Id="rId12" Type="http://schemas.openxmlformats.org/officeDocument/2006/relationships/theme" Target="../theme/theme10.xml" /><Relationship Id="rId17" Type="http://schemas.openxmlformats.org/officeDocument/2006/relationships/slide" Target="../slides/slide22.xml" /><Relationship Id="rId25" Type="http://schemas.openxmlformats.org/officeDocument/2006/relationships/slide" Target="../slides/slide25.xml" /><Relationship Id="rId33" Type="http://schemas.openxmlformats.org/officeDocument/2006/relationships/image" Target="../media/image2.png" /><Relationship Id="rId2" Type="http://schemas.openxmlformats.org/officeDocument/2006/relationships/slideLayout" Target="../slideLayouts/slideLayout98.xml" /><Relationship Id="rId16" Type="http://schemas.openxmlformats.org/officeDocument/2006/relationships/slide" Target="../slides/slide15.xml" /><Relationship Id="rId20" Type="http://schemas.openxmlformats.org/officeDocument/2006/relationships/slide" Target="../slides/slide43.xml" /><Relationship Id="rId29" Type="http://schemas.openxmlformats.org/officeDocument/2006/relationships/slide" Target="../slides/slide138.xml" /><Relationship Id="rId1" Type="http://schemas.openxmlformats.org/officeDocument/2006/relationships/slideLayout" Target="../slideLayouts/slideLayout97.xml" /><Relationship Id="rId6" Type="http://schemas.openxmlformats.org/officeDocument/2006/relationships/slideLayout" Target="../slideLayouts/slideLayout102.xml" /><Relationship Id="rId11" Type="http://schemas.openxmlformats.org/officeDocument/2006/relationships/slideLayout" Target="../slideLayouts/slideLayout107.xml" /><Relationship Id="rId24" Type="http://schemas.openxmlformats.org/officeDocument/2006/relationships/slide" Target="../slides/slide24.xml" /><Relationship Id="rId32" Type="http://schemas.openxmlformats.org/officeDocument/2006/relationships/hyperlink" Target="https://lovdata.no/dokument/SF/forskrift/2004-10-01-1339/KAPITTEL_11#KAPITTEL_11" TargetMode="External" /><Relationship Id="rId5" Type="http://schemas.openxmlformats.org/officeDocument/2006/relationships/slideLayout" Target="../slideLayouts/slideLayout101.xml" /><Relationship Id="rId15" Type="http://schemas.openxmlformats.org/officeDocument/2006/relationships/slide" Target="../slides/slide210.xml" /><Relationship Id="rId23" Type="http://schemas.openxmlformats.org/officeDocument/2006/relationships/slide" Target="../slides/slide23.xml" /><Relationship Id="rId28" Type="http://schemas.openxmlformats.org/officeDocument/2006/relationships/slide" Target="../slides/slide28.xml" /><Relationship Id="rId10" Type="http://schemas.openxmlformats.org/officeDocument/2006/relationships/slideLayout" Target="../slideLayouts/slideLayout106.xml" /><Relationship Id="rId19" Type="http://schemas.openxmlformats.org/officeDocument/2006/relationships/slide" Target="../slides/slide36.xml" /><Relationship Id="rId31" Type="http://schemas.openxmlformats.org/officeDocument/2006/relationships/image" Target="../media/image1.tmp" /><Relationship Id="rId4" Type="http://schemas.openxmlformats.org/officeDocument/2006/relationships/slideLayout" Target="../slideLayouts/slideLayout100.xml" /><Relationship Id="rId9" Type="http://schemas.openxmlformats.org/officeDocument/2006/relationships/slideLayout" Target="../slideLayouts/slideLayout105.xml" /><Relationship Id="rId14" Type="http://schemas.openxmlformats.org/officeDocument/2006/relationships/slide" Target="../slides/slide64.xml" /><Relationship Id="rId22" Type="http://schemas.openxmlformats.org/officeDocument/2006/relationships/slide" Target="../slides/slide57.xml" /><Relationship Id="rId27" Type="http://schemas.openxmlformats.org/officeDocument/2006/relationships/slide" Target="../slides/slide27.xml" /><Relationship Id="rId30" Type="http://schemas.openxmlformats.org/officeDocument/2006/relationships/hyperlink" Target="http://www.vegvesen.no/_attachment/61490/binary/1151272?fast_title=H%C3%A5ndbok+V851+L%C3%A6replan+f%C3%B8rerkortklasse+B,+B+kode+96+og+BE.pdf" TargetMode="External" /></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15.xml" /><Relationship Id="rId13" Type="http://schemas.openxmlformats.org/officeDocument/2006/relationships/slide" Target="../slides/slide14.xml" /><Relationship Id="rId18" Type="http://schemas.openxmlformats.org/officeDocument/2006/relationships/slide" Target="../slides/slide29.xml" /><Relationship Id="rId26" Type="http://schemas.openxmlformats.org/officeDocument/2006/relationships/slide" Target="../slides/slide26.xml" /><Relationship Id="rId3" Type="http://schemas.openxmlformats.org/officeDocument/2006/relationships/slideLayout" Target="../slideLayouts/slideLayout110.xml" /><Relationship Id="rId21" Type="http://schemas.openxmlformats.org/officeDocument/2006/relationships/slide" Target="../slides/slide50.xml" /><Relationship Id="rId7" Type="http://schemas.openxmlformats.org/officeDocument/2006/relationships/slideLayout" Target="../slideLayouts/slideLayout114.xml" /><Relationship Id="rId12" Type="http://schemas.openxmlformats.org/officeDocument/2006/relationships/theme" Target="../theme/theme11.xml" /><Relationship Id="rId17" Type="http://schemas.openxmlformats.org/officeDocument/2006/relationships/slide" Target="../slides/slide22.xml" /><Relationship Id="rId25" Type="http://schemas.openxmlformats.org/officeDocument/2006/relationships/slide" Target="../slides/slide25.xml" /><Relationship Id="rId33" Type="http://schemas.openxmlformats.org/officeDocument/2006/relationships/image" Target="../media/image2.png" /><Relationship Id="rId2" Type="http://schemas.openxmlformats.org/officeDocument/2006/relationships/slideLayout" Target="../slideLayouts/slideLayout109.xml" /><Relationship Id="rId16" Type="http://schemas.openxmlformats.org/officeDocument/2006/relationships/slide" Target="../slides/slide15.xml" /><Relationship Id="rId20" Type="http://schemas.openxmlformats.org/officeDocument/2006/relationships/slide" Target="../slides/slide43.xml" /><Relationship Id="rId29" Type="http://schemas.openxmlformats.org/officeDocument/2006/relationships/slide" Target="../slides/slide138.xml" /><Relationship Id="rId1" Type="http://schemas.openxmlformats.org/officeDocument/2006/relationships/slideLayout" Target="../slideLayouts/slideLayout108.xml" /><Relationship Id="rId6" Type="http://schemas.openxmlformats.org/officeDocument/2006/relationships/slideLayout" Target="../slideLayouts/slideLayout113.xml" /><Relationship Id="rId11" Type="http://schemas.openxmlformats.org/officeDocument/2006/relationships/slideLayout" Target="../slideLayouts/slideLayout118.xml" /><Relationship Id="rId24" Type="http://schemas.openxmlformats.org/officeDocument/2006/relationships/slide" Target="../slides/slide24.xml" /><Relationship Id="rId32" Type="http://schemas.openxmlformats.org/officeDocument/2006/relationships/hyperlink" Target="https://lovdata.no/dokument/SF/forskrift/2004-10-01-1339/KAPITTEL_11#KAPITTEL_11" TargetMode="External" /><Relationship Id="rId5" Type="http://schemas.openxmlformats.org/officeDocument/2006/relationships/slideLayout" Target="../slideLayouts/slideLayout112.xml" /><Relationship Id="rId15" Type="http://schemas.openxmlformats.org/officeDocument/2006/relationships/slide" Target="../slides/slide210.xml" /><Relationship Id="rId23" Type="http://schemas.openxmlformats.org/officeDocument/2006/relationships/slide" Target="../slides/slide23.xml" /><Relationship Id="rId28" Type="http://schemas.openxmlformats.org/officeDocument/2006/relationships/slide" Target="../slides/slide28.xml" /><Relationship Id="rId10" Type="http://schemas.openxmlformats.org/officeDocument/2006/relationships/slideLayout" Target="../slideLayouts/slideLayout117.xml" /><Relationship Id="rId19" Type="http://schemas.openxmlformats.org/officeDocument/2006/relationships/slide" Target="../slides/slide36.xml" /><Relationship Id="rId31" Type="http://schemas.openxmlformats.org/officeDocument/2006/relationships/image" Target="../media/image1.tmp" /><Relationship Id="rId4" Type="http://schemas.openxmlformats.org/officeDocument/2006/relationships/slideLayout" Target="../slideLayouts/slideLayout111.xml" /><Relationship Id="rId9" Type="http://schemas.openxmlformats.org/officeDocument/2006/relationships/slideLayout" Target="../slideLayouts/slideLayout116.xml" /><Relationship Id="rId14" Type="http://schemas.openxmlformats.org/officeDocument/2006/relationships/slide" Target="../slides/slide64.xml" /><Relationship Id="rId22" Type="http://schemas.openxmlformats.org/officeDocument/2006/relationships/slide" Target="../slides/slide57.xml" /><Relationship Id="rId27" Type="http://schemas.openxmlformats.org/officeDocument/2006/relationships/slide" Target="../slides/slide27.xml" /><Relationship Id="rId30" Type="http://schemas.openxmlformats.org/officeDocument/2006/relationships/hyperlink" Target="http://www.vegvesen.no/_attachment/61490/binary/1151272?fast_title=H%C3%A5ndbok+V851+L%C3%A6replan+f%C3%B8rerkortklasse+B,+B+kode+96+og+BE.pdf" TargetMode="External" /></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126.xml" /><Relationship Id="rId13" Type="http://schemas.openxmlformats.org/officeDocument/2006/relationships/slide" Target="../slides/slide14.xml" /><Relationship Id="rId18" Type="http://schemas.openxmlformats.org/officeDocument/2006/relationships/slide" Target="../slides/slide29.xml" /><Relationship Id="rId26" Type="http://schemas.openxmlformats.org/officeDocument/2006/relationships/slide" Target="../slides/slide33.xml" /><Relationship Id="rId3" Type="http://schemas.openxmlformats.org/officeDocument/2006/relationships/slideLayout" Target="../slideLayouts/slideLayout121.xml" /><Relationship Id="rId21" Type="http://schemas.openxmlformats.org/officeDocument/2006/relationships/slide" Target="../slides/slide50.xml" /><Relationship Id="rId7" Type="http://schemas.openxmlformats.org/officeDocument/2006/relationships/slideLayout" Target="../slideLayouts/slideLayout125.xml" /><Relationship Id="rId12" Type="http://schemas.openxmlformats.org/officeDocument/2006/relationships/theme" Target="../theme/theme12.xml" /><Relationship Id="rId17" Type="http://schemas.openxmlformats.org/officeDocument/2006/relationships/slide" Target="../slides/slide22.xml" /><Relationship Id="rId25" Type="http://schemas.openxmlformats.org/officeDocument/2006/relationships/slide" Target="../slides/slide32.xml" /><Relationship Id="rId33" Type="http://schemas.openxmlformats.org/officeDocument/2006/relationships/image" Target="../media/image2.png" /><Relationship Id="rId2" Type="http://schemas.openxmlformats.org/officeDocument/2006/relationships/slideLayout" Target="../slideLayouts/slideLayout120.xml" /><Relationship Id="rId16" Type="http://schemas.openxmlformats.org/officeDocument/2006/relationships/slide" Target="../slides/slide15.xml" /><Relationship Id="rId20" Type="http://schemas.openxmlformats.org/officeDocument/2006/relationships/slide" Target="../slides/slide43.xml" /><Relationship Id="rId29" Type="http://schemas.openxmlformats.org/officeDocument/2006/relationships/slide" Target="../slides/slide138.xml" /><Relationship Id="rId1" Type="http://schemas.openxmlformats.org/officeDocument/2006/relationships/slideLayout" Target="../slideLayouts/slideLayout119.xml" /><Relationship Id="rId6" Type="http://schemas.openxmlformats.org/officeDocument/2006/relationships/slideLayout" Target="../slideLayouts/slideLayout124.xml" /><Relationship Id="rId11" Type="http://schemas.openxmlformats.org/officeDocument/2006/relationships/slideLayout" Target="../slideLayouts/slideLayout129.xml" /><Relationship Id="rId24" Type="http://schemas.openxmlformats.org/officeDocument/2006/relationships/slide" Target="../slides/slide31.xml" /><Relationship Id="rId32" Type="http://schemas.openxmlformats.org/officeDocument/2006/relationships/hyperlink" Target="https://lovdata.no/dokument/SF/forskrift/2004-10-01-1339/KAPITTEL_11#KAPITTEL_11" TargetMode="External" /><Relationship Id="rId5" Type="http://schemas.openxmlformats.org/officeDocument/2006/relationships/slideLayout" Target="../slideLayouts/slideLayout123.xml" /><Relationship Id="rId15" Type="http://schemas.openxmlformats.org/officeDocument/2006/relationships/slide" Target="../slides/slide210.xml" /><Relationship Id="rId23" Type="http://schemas.openxmlformats.org/officeDocument/2006/relationships/slide" Target="../slides/slide30.xml" /><Relationship Id="rId28" Type="http://schemas.openxmlformats.org/officeDocument/2006/relationships/slide" Target="../slides/slide35.xml" /><Relationship Id="rId10" Type="http://schemas.openxmlformats.org/officeDocument/2006/relationships/slideLayout" Target="../slideLayouts/slideLayout128.xml" /><Relationship Id="rId19" Type="http://schemas.openxmlformats.org/officeDocument/2006/relationships/slide" Target="../slides/slide36.xml" /><Relationship Id="rId31" Type="http://schemas.openxmlformats.org/officeDocument/2006/relationships/image" Target="../media/image1.tmp" /><Relationship Id="rId4" Type="http://schemas.openxmlformats.org/officeDocument/2006/relationships/slideLayout" Target="../slideLayouts/slideLayout122.xml" /><Relationship Id="rId9" Type="http://schemas.openxmlformats.org/officeDocument/2006/relationships/slideLayout" Target="../slideLayouts/slideLayout127.xml" /><Relationship Id="rId14" Type="http://schemas.openxmlformats.org/officeDocument/2006/relationships/slide" Target="../slides/slide64.xml" /><Relationship Id="rId22" Type="http://schemas.openxmlformats.org/officeDocument/2006/relationships/slide" Target="../slides/slide57.xml" /><Relationship Id="rId27" Type="http://schemas.openxmlformats.org/officeDocument/2006/relationships/slide" Target="../slides/slide34.xml" /><Relationship Id="rId30" Type="http://schemas.openxmlformats.org/officeDocument/2006/relationships/hyperlink" Target="http://www.vegvesen.no/_attachment/61490/binary/1151272?fast_title=H%C3%A5ndbok+V851+L%C3%A6replan+f%C3%B8rerkortklasse+B,+B+kode+96+og+BE.pdf" TargetMode="External" /></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137.xml" /><Relationship Id="rId13" Type="http://schemas.openxmlformats.org/officeDocument/2006/relationships/slide" Target="../slides/slide14.xml" /><Relationship Id="rId18" Type="http://schemas.openxmlformats.org/officeDocument/2006/relationships/slide" Target="../slides/slide29.xml" /><Relationship Id="rId26" Type="http://schemas.openxmlformats.org/officeDocument/2006/relationships/slide" Target="../slides/slide33.xml" /><Relationship Id="rId3" Type="http://schemas.openxmlformats.org/officeDocument/2006/relationships/slideLayout" Target="../slideLayouts/slideLayout132.xml" /><Relationship Id="rId21" Type="http://schemas.openxmlformats.org/officeDocument/2006/relationships/slide" Target="../slides/slide50.xml" /><Relationship Id="rId7" Type="http://schemas.openxmlformats.org/officeDocument/2006/relationships/slideLayout" Target="../slideLayouts/slideLayout136.xml" /><Relationship Id="rId12" Type="http://schemas.openxmlformats.org/officeDocument/2006/relationships/theme" Target="../theme/theme13.xml" /><Relationship Id="rId17" Type="http://schemas.openxmlformats.org/officeDocument/2006/relationships/slide" Target="../slides/slide22.xml" /><Relationship Id="rId25" Type="http://schemas.openxmlformats.org/officeDocument/2006/relationships/slide" Target="../slides/slide32.xml" /><Relationship Id="rId33" Type="http://schemas.openxmlformats.org/officeDocument/2006/relationships/image" Target="../media/image2.png" /><Relationship Id="rId2" Type="http://schemas.openxmlformats.org/officeDocument/2006/relationships/slideLayout" Target="../slideLayouts/slideLayout131.xml" /><Relationship Id="rId16" Type="http://schemas.openxmlformats.org/officeDocument/2006/relationships/slide" Target="../slides/slide15.xml" /><Relationship Id="rId20" Type="http://schemas.openxmlformats.org/officeDocument/2006/relationships/slide" Target="../slides/slide43.xml" /><Relationship Id="rId29" Type="http://schemas.openxmlformats.org/officeDocument/2006/relationships/slide" Target="../slides/slide138.xml" /><Relationship Id="rId1" Type="http://schemas.openxmlformats.org/officeDocument/2006/relationships/slideLayout" Target="../slideLayouts/slideLayout130.xml" /><Relationship Id="rId6" Type="http://schemas.openxmlformats.org/officeDocument/2006/relationships/slideLayout" Target="../slideLayouts/slideLayout135.xml" /><Relationship Id="rId11" Type="http://schemas.openxmlformats.org/officeDocument/2006/relationships/slideLayout" Target="../slideLayouts/slideLayout140.xml" /><Relationship Id="rId24" Type="http://schemas.openxmlformats.org/officeDocument/2006/relationships/slide" Target="../slides/slide31.xml" /><Relationship Id="rId32" Type="http://schemas.openxmlformats.org/officeDocument/2006/relationships/hyperlink" Target="https://lovdata.no/dokument/SF/forskrift/2004-10-01-1339/KAPITTEL_11#KAPITTEL_11" TargetMode="External" /><Relationship Id="rId5" Type="http://schemas.openxmlformats.org/officeDocument/2006/relationships/slideLayout" Target="../slideLayouts/slideLayout134.xml" /><Relationship Id="rId15" Type="http://schemas.openxmlformats.org/officeDocument/2006/relationships/slide" Target="../slides/slide210.xml" /><Relationship Id="rId23" Type="http://schemas.openxmlformats.org/officeDocument/2006/relationships/slide" Target="../slides/slide30.xml" /><Relationship Id="rId28" Type="http://schemas.openxmlformats.org/officeDocument/2006/relationships/slide" Target="../slides/slide35.xml" /><Relationship Id="rId10" Type="http://schemas.openxmlformats.org/officeDocument/2006/relationships/slideLayout" Target="../slideLayouts/slideLayout139.xml" /><Relationship Id="rId19" Type="http://schemas.openxmlformats.org/officeDocument/2006/relationships/slide" Target="../slides/slide36.xml" /><Relationship Id="rId31" Type="http://schemas.openxmlformats.org/officeDocument/2006/relationships/image" Target="../media/image1.tmp" /><Relationship Id="rId4" Type="http://schemas.openxmlformats.org/officeDocument/2006/relationships/slideLayout" Target="../slideLayouts/slideLayout133.xml" /><Relationship Id="rId9" Type="http://schemas.openxmlformats.org/officeDocument/2006/relationships/slideLayout" Target="../slideLayouts/slideLayout138.xml" /><Relationship Id="rId14" Type="http://schemas.openxmlformats.org/officeDocument/2006/relationships/slide" Target="../slides/slide64.xml" /><Relationship Id="rId22" Type="http://schemas.openxmlformats.org/officeDocument/2006/relationships/slide" Target="../slides/slide57.xml" /><Relationship Id="rId27" Type="http://schemas.openxmlformats.org/officeDocument/2006/relationships/slide" Target="../slides/slide34.xml" /><Relationship Id="rId30" Type="http://schemas.openxmlformats.org/officeDocument/2006/relationships/hyperlink" Target="http://www.vegvesen.no/_attachment/61490/binary/1151272?fast_title=H%C3%A5ndbok+V851+L%C3%A6replan+f%C3%B8rerkortklasse+B,+B+kode+96+og+BE.pdf" TargetMode="External" /></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148.xml" /><Relationship Id="rId13" Type="http://schemas.openxmlformats.org/officeDocument/2006/relationships/slide" Target="../slides/slide14.xml" /><Relationship Id="rId18" Type="http://schemas.openxmlformats.org/officeDocument/2006/relationships/slide" Target="../slides/slide29.xml" /><Relationship Id="rId26" Type="http://schemas.openxmlformats.org/officeDocument/2006/relationships/slide" Target="../slides/slide33.xml" /><Relationship Id="rId3" Type="http://schemas.openxmlformats.org/officeDocument/2006/relationships/slideLayout" Target="../slideLayouts/slideLayout143.xml" /><Relationship Id="rId21" Type="http://schemas.openxmlformats.org/officeDocument/2006/relationships/slide" Target="../slides/slide50.xml" /><Relationship Id="rId7" Type="http://schemas.openxmlformats.org/officeDocument/2006/relationships/slideLayout" Target="../slideLayouts/slideLayout147.xml" /><Relationship Id="rId12" Type="http://schemas.openxmlformats.org/officeDocument/2006/relationships/theme" Target="../theme/theme14.xml" /><Relationship Id="rId17" Type="http://schemas.openxmlformats.org/officeDocument/2006/relationships/slide" Target="../slides/slide22.xml" /><Relationship Id="rId25" Type="http://schemas.openxmlformats.org/officeDocument/2006/relationships/slide" Target="../slides/slide32.xml" /><Relationship Id="rId33" Type="http://schemas.openxmlformats.org/officeDocument/2006/relationships/image" Target="../media/image2.png" /><Relationship Id="rId2" Type="http://schemas.openxmlformats.org/officeDocument/2006/relationships/slideLayout" Target="../slideLayouts/slideLayout142.xml" /><Relationship Id="rId16" Type="http://schemas.openxmlformats.org/officeDocument/2006/relationships/slide" Target="../slides/slide15.xml" /><Relationship Id="rId20" Type="http://schemas.openxmlformats.org/officeDocument/2006/relationships/slide" Target="../slides/slide43.xml" /><Relationship Id="rId29" Type="http://schemas.openxmlformats.org/officeDocument/2006/relationships/slide" Target="../slides/slide138.xml" /><Relationship Id="rId1" Type="http://schemas.openxmlformats.org/officeDocument/2006/relationships/slideLayout" Target="../slideLayouts/slideLayout141.xml" /><Relationship Id="rId6" Type="http://schemas.openxmlformats.org/officeDocument/2006/relationships/slideLayout" Target="../slideLayouts/slideLayout146.xml" /><Relationship Id="rId11" Type="http://schemas.openxmlformats.org/officeDocument/2006/relationships/slideLayout" Target="../slideLayouts/slideLayout151.xml" /><Relationship Id="rId24" Type="http://schemas.openxmlformats.org/officeDocument/2006/relationships/slide" Target="../slides/slide31.xml" /><Relationship Id="rId32" Type="http://schemas.openxmlformats.org/officeDocument/2006/relationships/hyperlink" Target="https://lovdata.no/dokument/SF/forskrift/2004-10-01-1339/KAPITTEL_11#KAPITTEL_11" TargetMode="External" /><Relationship Id="rId5" Type="http://schemas.openxmlformats.org/officeDocument/2006/relationships/slideLayout" Target="../slideLayouts/slideLayout145.xml" /><Relationship Id="rId15" Type="http://schemas.openxmlformats.org/officeDocument/2006/relationships/slide" Target="../slides/slide210.xml" /><Relationship Id="rId23" Type="http://schemas.openxmlformats.org/officeDocument/2006/relationships/slide" Target="../slides/slide30.xml" /><Relationship Id="rId28" Type="http://schemas.openxmlformats.org/officeDocument/2006/relationships/slide" Target="../slides/slide35.xml" /><Relationship Id="rId10" Type="http://schemas.openxmlformats.org/officeDocument/2006/relationships/slideLayout" Target="../slideLayouts/slideLayout150.xml" /><Relationship Id="rId19" Type="http://schemas.openxmlformats.org/officeDocument/2006/relationships/slide" Target="../slides/slide36.xml" /><Relationship Id="rId31" Type="http://schemas.openxmlformats.org/officeDocument/2006/relationships/image" Target="../media/image1.tmp" /><Relationship Id="rId4" Type="http://schemas.openxmlformats.org/officeDocument/2006/relationships/slideLayout" Target="../slideLayouts/slideLayout144.xml" /><Relationship Id="rId9" Type="http://schemas.openxmlformats.org/officeDocument/2006/relationships/slideLayout" Target="../slideLayouts/slideLayout149.xml" /><Relationship Id="rId14" Type="http://schemas.openxmlformats.org/officeDocument/2006/relationships/slide" Target="../slides/slide64.xml" /><Relationship Id="rId22" Type="http://schemas.openxmlformats.org/officeDocument/2006/relationships/slide" Target="../slides/slide57.xml" /><Relationship Id="rId27" Type="http://schemas.openxmlformats.org/officeDocument/2006/relationships/slide" Target="../slides/slide34.xml" /><Relationship Id="rId30" Type="http://schemas.openxmlformats.org/officeDocument/2006/relationships/hyperlink" Target="http://www.vegvesen.no/_attachment/61490/binary/1151272?fast_title=H%C3%A5ndbok+V851+L%C3%A6replan+f%C3%B8rerkortklasse+B,+B+kode+96+og+BE.pdf" TargetMode="External" /></Relationships>
</file>

<file path=ppt/slideMasters/_rels/slideMaster15.xml.rels><?xml version="1.0" encoding="UTF-8" standalone="yes"?>
<Relationships xmlns="http://schemas.openxmlformats.org/package/2006/relationships"><Relationship Id="rId8" Type="http://schemas.openxmlformats.org/officeDocument/2006/relationships/slideLayout" Target="../slideLayouts/slideLayout159.xml" /><Relationship Id="rId13" Type="http://schemas.openxmlformats.org/officeDocument/2006/relationships/slide" Target="../slides/slide14.xml" /><Relationship Id="rId18" Type="http://schemas.openxmlformats.org/officeDocument/2006/relationships/slide" Target="../slides/slide29.xml" /><Relationship Id="rId26" Type="http://schemas.openxmlformats.org/officeDocument/2006/relationships/slide" Target="../slides/slide33.xml" /><Relationship Id="rId3" Type="http://schemas.openxmlformats.org/officeDocument/2006/relationships/slideLayout" Target="../slideLayouts/slideLayout154.xml" /><Relationship Id="rId21" Type="http://schemas.openxmlformats.org/officeDocument/2006/relationships/slide" Target="../slides/slide50.xml" /><Relationship Id="rId7" Type="http://schemas.openxmlformats.org/officeDocument/2006/relationships/slideLayout" Target="../slideLayouts/slideLayout158.xml" /><Relationship Id="rId12" Type="http://schemas.openxmlformats.org/officeDocument/2006/relationships/theme" Target="../theme/theme15.xml" /><Relationship Id="rId17" Type="http://schemas.openxmlformats.org/officeDocument/2006/relationships/slide" Target="../slides/slide22.xml" /><Relationship Id="rId25" Type="http://schemas.openxmlformats.org/officeDocument/2006/relationships/slide" Target="../slides/slide32.xml" /><Relationship Id="rId33" Type="http://schemas.openxmlformats.org/officeDocument/2006/relationships/image" Target="../media/image2.png" /><Relationship Id="rId2" Type="http://schemas.openxmlformats.org/officeDocument/2006/relationships/slideLayout" Target="../slideLayouts/slideLayout153.xml" /><Relationship Id="rId16" Type="http://schemas.openxmlformats.org/officeDocument/2006/relationships/slide" Target="../slides/slide15.xml" /><Relationship Id="rId20" Type="http://schemas.openxmlformats.org/officeDocument/2006/relationships/slide" Target="../slides/slide43.xml" /><Relationship Id="rId29" Type="http://schemas.openxmlformats.org/officeDocument/2006/relationships/slide" Target="../slides/slide138.xml" /><Relationship Id="rId1" Type="http://schemas.openxmlformats.org/officeDocument/2006/relationships/slideLayout" Target="../slideLayouts/slideLayout152.xml" /><Relationship Id="rId6" Type="http://schemas.openxmlformats.org/officeDocument/2006/relationships/slideLayout" Target="../slideLayouts/slideLayout157.xml" /><Relationship Id="rId11" Type="http://schemas.openxmlformats.org/officeDocument/2006/relationships/slideLayout" Target="../slideLayouts/slideLayout162.xml" /><Relationship Id="rId24" Type="http://schemas.openxmlformats.org/officeDocument/2006/relationships/slide" Target="../slides/slide31.xml" /><Relationship Id="rId32" Type="http://schemas.openxmlformats.org/officeDocument/2006/relationships/hyperlink" Target="https://lovdata.no/dokument/SF/forskrift/2004-10-01-1339/KAPITTEL_11#KAPITTEL_11" TargetMode="External" /><Relationship Id="rId5" Type="http://schemas.openxmlformats.org/officeDocument/2006/relationships/slideLayout" Target="../slideLayouts/slideLayout156.xml" /><Relationship Id="rId15" Type="http://schemas.openxmlformats.org/officeDocument/2006/relationships/slide" Target="../slides/slide210.xml" /><Relationship Id="rId23" Type="http://schemas.openxmlformats.org/officeDocument/2006/relationships/slide" Target="../slides/slide30.xml" /><Relationship Id="rId28" Type="http://schemas.openxmlformats.org/officeDocument/2006/relationships/slide" Target="../slides/slide35.xml" /><Relationship Id="rId10" Type="http://schemas.openxmlformats.org/officeDocument/2006/relationships/slideLayout" Target="../slideLayouts/slideLayout161.xml" /><Relationship Id="rId19" Type="http://schemas.openxmlformats.org/officeDocument/2006/relationships/slide" Target="../slides/slide36.xml" /><Relationship Id="rId31" Type="http://schemas.openxmlformats.org/officeDocument/2006/relationships/image" Target="../media/image1.tmp" /><Relationship Id="rId4" Type="http://schemas.openxmlformats.org/officeDocument/2006/relationships/slideLayout" Target="../slideLayouts/slideLayout155.xml" /><Relationship Id="rId9" Type="http://schemas.openxmlformats.org/officeDocument/2006/relationships/slideLayout" Target="../slideLayouts/slideLayout160.xml" /><Relationship Id="rId14" Type="http://schemas.openxmlformats.org/officeDocument/2006/relationships/slide" Target="../slides/slide64.xml" /><Relationship Id="rId22" Type="http://schemas.openxmlformats.org/officeDocument/2006/relationships/slide" Target="../slides/slide57.xml" /><Relationship Id="rId27" Type="http://schemas.openxmlformats.org/officeDocument/2006/relationships/slide" Target="../slides/slide34.xml" /><Relationship Id="rId30" Type="http://schemas.openxmlformats.org/officeDocument/2006/relationships/hyperlink" Target="http://www.vegvesen.no/_attachment/61490/binary/1151272?fast_title=H%C3%A5ndbok+V851+L%C3%A6replan+f%C3%B8rerkortklasse+B,+B+kode+96+og+BE.pdf" TargetMode="External" /></Relationships>
</file>

<file path=ppt/slideMasters/_rels/slideMaster16.xml.rels><?xml version="1.0" encoding="UTF-8" standalone="yes"?>
<Relationships xmlns="http://schemas.openxmlformats.org/package/2006/relationships"><Relationship Id="rId8" Type="http://schemas.openxmlformats.org/officeDocument/2006/relationships/slideLayout" Target="../slideLayouts/slideLayout170.xml" /><Relationship Id="rId13" Type="http://schemas.openxmlformats.org/officeDocument/2006/relationships/slide" Target="../slides/slide14.xml" /><Relationship Id="rId18" Type="http://schemas.openxmlformats.org/officeDocument/2006/relationships/slide" Target="../slides/slide29.xml" /><Relationship Id="rId26" Type="http://schemas.openxmlformats.org/officeDocument/2006/relationships/slide" Target="../slides/slide33.xml" /><Relationship Id="rId3" Type="http://schemas.openxmlformats.org/officeDocument/2006/relationships/slideLayout" Target="../slideLayouts/slideLayout165.xml" /><Relationship Id="rId21" Type="http://schemas.openxmlformats.org/officeDocument/2006/relationships/slide" Target="../slides/slide50.xml" /><Relationship Id="rId7" Type="http://schemas.openxmlformats.org/officeDocument/2006/relationships/slideLayout" Target="../slideLayouts/slideLayout169.xml" /><Relationship Id="rId12" Type="http://schemas.openxmlformats.org/officeDocument/2006/relationships/theme" Target="../theme/theme16.xml" /><Relationship Id="rId17" Type="http://schemas.openxmlformats.org/officeDocument/2006/relationships/slide" Target="../slides/slide22.xml" /><Relationship Id="rId25" Type="http://schemas.openxmlformats.org/officeDocument/2006/relationships/slide" Target="../slides/slide32.xml" /><Relationship Id="rId33" Type="http://schemas.openxmlformats.org/officeDocument/2006/relationships/image" Target="../media/image2.png" /><Relationship Id="rId2" Type="http://schemas.openxmlformats.org/officeDocument/2006/relationships/slideLayout" Target="../slideLayouts/slideLayout164.xml" /><Relationship Id="rId16" Type="http://schemas.openxmlformats.org/officeDocument/2006/relationships/slide" Target="../slides/slide15.xml" /><Relationship Id="rId20" Type="http://schemas.openxmlformats.org/officeDocument/2006/relationships/slide" Target="../slides/slide43.xml" /><Relationship Id="rId29" Type="http://schemas.openxmlformats.org/officeDocument/2006/relationships/slide" Target="../slides/slide138.xml" /><Relationship Id="rId1" Type="http://schemas.openxmlformats.org/officeDocument/2006/relationships/slideLayout" Target="../slideLayouts/slideLayout163.xml" /><Relationship Id="rId6" Type="http://schemas.openxmlformats.org/officeDocument/2006/relationships/slideLayout" Target="../slideLayouts/slideLayout168.xml" /><Relationship Id="rId11" Type="http://schemas.openxmlformats.org/officeDocument/2006/relationships/slideLayout" Target="../slideLayouts/slideLayout173.xml" /><Relationship Id="rId24" Type="http://schemas.openxmlformats.org/officeDocument/2006/relationships/slide" Target="../slides/slide31.xml" /><Relationship Id="rId32" Type="http://schemas.openxmlformats.org/officeDocument/2006/relationships/hyperlink" Target="https://lovdata.no/dokument/SF/forskrift/2004-10-01-1339/KAPITTEL_11#KAPITTEL_11" TargetMode="External" /><Relationship Id="rId5" Type="http://schemas.openxmlformats.org/officeDocument/2006/relationships/slideLayout" Target="../slideLayouts/slideLayout167.xml" /><Relationship Id="rId15" Type="http://schemas.openxmlformats.org/officeDocument/2006/relationships/slide" Target="../slides/slide210.xml" /><Relationship Id="rId23" Type="http://schemas.openxmlformats.org/officeDocument/2006/relationships/slide" Target="../slides/slide30.xml" /><Relationship Id="rId28" Type="http://schemas.openxmlformats.org/officeDocument/2006/relationships/slide" Target="../slides/slide35.xml" /><Relationship Id="rId10" Type="http://schemas.openxmlformats.org/officeDocument/2006/relationships/slideLayout" Target="../slideLayouts/slideLayout172.xml" /><Relationship Id="rId19" Type="http://schemas.openxmlformats.org/officeDocument/2006/relationships/slide" Target="../slides/slide36.xml" /><Relationship Id="rId31" Type="http://schemas.openxmlformats.org/officeDocument/2006/relationships/image" Target="../media/image1.tmp" /><Relationship Id="rId4" Type="http://schemas.openxmlformats.org/officeDocument/2006/relationships/slideLayout" Target="../slideLayouts/slideLayout166.xml" /><Relationship Id="rId9" Type="http://schemas.openxmlformats.org/officeDocument/2006/relationships/slideLayout" Target="../slideLayouts/slideLayout171.xml" /><Relationship Id="rId14" Type="http://schemas.openxmlformats.org/officeDocument/2006/relationships/slide" Target="../slides/slide64.xml" /><Relationship Id="rId22" Type="http://schemas.openxmlformats.org/officeDocument/2006/relationships/slide" Target="../slides/slide57.xml" /><Relationship Id="rId27" Type="http://schemas.openxmlformats.org/officeDocument/2006/relationships/slide" Target="../slides/slide34.xml" /><Relationship Id="rId30" Type="http://schemas.openxmlformats.org/officeDocument/2006/relationships/hyperlink" Target="http://www.vegvesen.no/_attachment/61490/binary/1151272?fast_title=H%C3%A5ndbok+V851+L%C3%A6replan+f%C3%B8rerkortklasse+B,+B+kode+96+og+BE.pdf" TargetMode="External" /></Relationships>
</file>

<file path=ppt/slideMasters/_rels/slideMaster17.xml.rels><?xml version="1.0" encoding="UTF-8" standalone="yes"?>
<Relationships xmlns="http://schemas.openxmlformats.org/package/2006/relationships"><Relationship Id="rId8" Type="http://schemas.openxmlformats.org/officeDocument/2006/relationships/slideLayout" Target="../slideLayouts/slideLayout181.xml" /><Relationship Id="rId13" Type="http://schemas.openxmlformats.org/officeDocument/2006/relationships/slide" Target="../slides/slide14.xml" /><Relationship Id="rId18" Type="http://schemas.openxmlformats.org/officeDocument/2006/relationships/slide" Target="../slides/slide29.xml" /><Relationship Id="rId26" Type="http://schemas.openxmlformats.org/officeDocument/2006/relationships/slide" Target="../slides/slide33.xml" /><Relationship Id="rId3" Type="http://schemas.openxmlformats.org/officeDocument/2006/relationships/slideLayout" Target="../slideLayouts/slideLayout176.xml" /><Relationship Id="rId21" Type="http://schemas.openxmlformats.org/officeDocument/2006/relationships/slide" Target="../slides/slide50.xml" /><Relationship Id="rId7" Type="http://schemas.openxmlformats.org/officeDocument/2006/relationships/slideLayout" Target="../slideLayouts/slideLayout180.xml" /><Relationship Id="rId12" Type="http://schemas.openxmlformats.org/officeDocument/2006/relationships/theme" Target="../theme/theme17.xml" /><Relationship Id="rId17" Type="http://schemas.openxmlformats.org/officeDocument/2006/relationships/slide" Target="../slides/slide22.xml" /><Relationship Id="rId25" Type="http://schemas.openxmlformats.org/officeDocument/2006/relationships/slide" Target="../slides/slide32.xml" /><Relationship Id="rId33" Type="http://schemas.openxmlformats.org/officeDocument/2006/relationships/image" Target="../media/image2.png" /><Relationship Id="rId2" Type="http://schemas.openxmlformats.org/officeDocument/2006/relationships/slideLayout" Target="../slideLayouts/slideLayout175.xml" /><Relationship Id="rId16" Type="http://schemas.openxmlformats.org/officeDocument/2006/relationships/slide" Target="../slides/slide15.xml" /><Relationship Id="rId20" Type="http://schemas.openxmlformats.org/officeDocument/2006/relationships/slide" Target="../slides/slide43.xml" /><Relationship Id="rId29" Type="http://schemas.openxmlformats.org/officeDocument/2006/relationships/slide" Target="../slides/slide138.xml" /><Relationship Id="rId1" Type="http://schemas.openxmlformats.org/officeDocument/2006/relationships/slideLayout" Target="../slideLayouts/slideLayout174.xml" /><Relationship Id="rId6" Type="http://schemas.openxmlformats.org/officeDocument/2006/relationships/slideLayout" Target="../slideLayouts/slideLayout179.xml" /><Relationship Id="rId11" Type="http://schemas.openxmlformats.org/officeDocument/2006/relationships/slideLayout" Target="../slideLayouts/slideLayout184.xml" /><Relationship Id="rId24" Type="http://schemas.openxmlformats.org/officeDocument/2006/relationships/slide" Target="../slides/slide31.xml" /><Relationship Id="rId32" Type="http://schemas.openxmlformats.org/officeDocument/2006/relationships/hyperlink" Target="https://lovdata.no/dokument/SF/forskrift/2004-10-01-1339/KAPITTEL_11#KAPITTEL_11" TargetMode="External" /><Relationship Id="rId5" Type="http://schemas.openxmlformats.org/officeDocument/2006/relationships/slideLayout" Target="../slideLayouts/slideLayout178.xml" /><Relationship Id="rId15" Type="http://schemas.openxmlformats.org/officeDocument/2006/relationships/slide" Target="../slides/slide210.xml" /><Relationship Id="rId23" Type="http://schemas.openxmlformats.org/officeDocument/2006/relationships/slide" Target="../slides/slide30.xml" /><Relationship Id="rId28" Type="http://schemas.openxmlformats.org/officeDocument/2006/relationships/slide" Target="../slides/slide35.xml" /><Relationship Id="rId10" Type="http://schemas.openxmlformats.org/officeDocument/2006/relationships/slideLayout" Target="../slideLayouts/slideLayout183.xml" /><Relationship Id="rId19" Type="http://schemas.openxmlformats.org/officeDocument/2006/relationships/slide" Target="../slides/slide36.xml" /><Relationship Id="rId31" Type="http://schemas.openxmlformats.org/officeDocument/2006/relationships/image" Target="../media/image1.tmp" /><Relationship Id="rId4" Type="http://schemas.openxmlformats.org/officeDocument/2006/relationships/slideLayout" Target="../slideLayouts/slideLayout177.xml" /><Relationship Id="rId9" Type="http://schemas.openxmlformats.org/officeDocument/2006/relationships/slideLayout" Target="../slideLayouts/slideLayout182.xml" /><Relationship Id="rId14" Type="http://schemas.openxmlformats.org/officeDocument/2006/relationships/slide" Target="../slides/slide64.xml" /><Relationship Id="rId22" Type="http://schemas.openxmlformats.org/officeDocument/2006/relationships/slide" Target="../slides/slide57.xml" /><Relationship Id="rId27" Type="http://schemas.openxmlformats.org/officeDocument/2006/relationships/slide" Target="../slides/slide34.xml" /><Relationship Id="rId30" Type="http://schemas.openxmlformats.org/officeDocument/2006/relationships/hyperlink" Target="http://www.vegvesen.no/_attachment/61490/binary/1151272?fast_title=H%C3%A5ndbok+V851+L%C3%A6replan+f%C3%B8rerkortklasse+B,+B+kode+96+og+BE.pdf" TargetMode="External" /></Relationships>
</file>

<file path=ppt/slideMasters/_rels/slideMaster18.xml.rels><?xml version="1.0" encoding="UTF-8" standalone="yes"?>
<Relationships xmlns="http://schemas.openxmlformats.org/package/2006/relationships"><Relationship Id="rId8" Type="http://schemas.openxmlformats.org/officeDocument/2006/relationships/slideLayout" Target="../slideLayouts/slideLayout192.xml" /><Relationship Id="rId13" Type="http://schemas.openxmlformats.org/officeDocument/2006/relationships/slide" Target="../slides/slide14.xml" /><Relationship Id="rId18" Type="http://schemas.openxmlformats.org/officeDocument/2006/relationships/slide" Target="../slides/slide29.xml" /><Relationship Id="rId26" Type="http://schemas.openxmlformats.org/officeDocument/2006/relationships/slide" Target="../slides/slide33.xml" /><Relationship Id="rId3" Type="http://schemas.openxmlformats.org/officeDocument/2006/relationships/slideLayout" Target="../slideLayouts/slideLayout187.xml" /><Relationship Id="rId21" Type="http://schemas.openxmlformats.org/officeDocument/2006/relationships/slide" Target="../slides/slide50.xml" /><Relationship Id="rId7" Type="http://schemas.openxmlformats.org/officeDocument/2006/relationships/slideLayout" Target="../slideLayouts/slideLayout191.xml" /><Relationship Id="rId12" Type="http://schemas.openxmlformats.org/officeDocument/2006/relationships/theme" Target="../theme/theme18.xml" /><Relationship Id="rId17" Type="http://schemas.openxmlformats.org/officeDocument/2006/relationships/slide" Target="../slides/slide22.xml" /><Relationship Id="rId25" Type="http://schemas.openxmlformats.org/officeDocument/2006/relationships/slide" Target="../slides/slide32.xml" /><Relationship Id="rId33" Type="http://schemas.openxmlformats.org/officeDocument/2006/relationships/image" Target="../media/image2.png" /><Relationship Id="rId2" Type="http://schemas.openxmlformats.org/officeDocument/2006/relationships/slideLayout" Target="../slideLayouts/slideLayout186.xml" /><Relationship Id="rId16" Type="http://schemas.openxmlformats.org/officeDocument/2006/relationships/slide" Target="../slides/slide15.xml" /><Relationship Id="rId20" Type="http://schemas.openxmlformats.org/officeDocument/2006/relationships/slide" Target="../slides/slide43.xml" /><Relationship Id="rId29" Type="http://schemas.openxmlformats.org/officeDocument/2006/relationships/slide" Target="../slides/slide138.xml" /><Relationship Id="rId1" Type="http://schemas.openxmlformats.org/officeDocument/2006/relationships/slideLayout" Target="../slideLayouts/slideLayout185.xml" /><Relationship Id="rId6" Type="http://schemas.openxmlformats.org/officeDocument/2006/relationships/slideLayout" Target="../slideLayouts/slideLayout190.xml" /><Relationship Id="rId11" Type="http://schemas.openxmlformats.org/officeDocument/2006/relationships/slideLayout" Target="../slideLayouts/slideLayout195.xml" /><Relationship Id="rId24" Type="http://schemas.openxmlformats.org/officeDocument/2006/relationships/slide" Target="../slides/slide31.xml" /><Relationship Id="rId32" Type="http://schemas.openxmlformats.org/officeDocument/2006/relationships/hyperlink" Target="https://lovdata.no/dokument/SF/forskrift/2004-10-01-1339/KAPITTEL_11#KAPITTEL_11" TargetMode="External" /><Relationship Id="rId5" Type="http://schemas.openxmlformats.org/officeDocument/2006/relationships/slideLayout" Target="../slideLayouts/slideLayout189.xml" /><Relationship Id="rId15" Type="http://schemas.openxmlformats.org/officeDocument/2006/relationships/slide" Target="../slides/slide210.xml" /><Relationship Id="rId23" Type="http://schemas.openxmlformats.org/officeDocument/2006/relationships/slide" Target="../slides/slide30.xml" /><Relationship Id="rId28" Type="http://schemas.openxmlformats.org/officeDocument/2006/relationships/slide" Target="../slides/slide35.xml" /><Relationship Id="rId10" Type="http://schemas.openxmlformats.org/officeDocument/2006/relationships/slideLayout" Target="../slideLayouts/slideLayout194.xml" /><Relationship Id="rId19" Type="http://schemas.openxmlformats.org/officeDocument/2006/relationships/slide" Target="../slides/slide36.xml" /><Relationship Id="rId31" Type="http://schemas.openxmlformats.org/officeDocument/2006/relationships/image" Target="../media/image1.tmp" /><Relationship Id="rId4" Type="http://schemas.openxmlformats.org/officeDocument/2006/relationships/slideLayout" Target="../slideLayouts/slideLayout188.xml" /><Relationship Id="rId9" Type="http://schemas.openxmlformats.org/officeDocument/2006/relationships/slideLayout" Target="../slideLayouts/slideLayout193.xml" /><Relationship Id="rId14" Type="http://schemas.openxmlformats.org/officeDocument/2006/relationships/slide" Target="../slides/slide64.xml" /><Relationship Id="rId22" Type="http://schemas.openxmlformats.org/officeDocument/2006/relationships/slide" Target="../slides/slide57.xml" /><Relationship Id="rId27" Type="http://schemas.openxmlformats.org/officeDocument/2006/relationships/slide" Target="../slides/slide34.xml" /><Relationship Id="rId30" Type="http://schemas.openxmlformats.org/officeDocument/2006/relationships/hyperlink" Target="http://www.vegvesen.no/_attachment/61490/binary/1151272?fast_title=H%C3%A5ndbok+V851+L%C3%A6replan+f%C3%B8rerkortklasse+B,+B+kode+96+og+BE.pdf" TargetMode="External" /></Relationships>
</file>

<file path=ppt/slideMasters/_rels/slideMaster19.xml.rels><?xml version="1.0" encoding="UTF-8" standalone="yes"?>
<Relationships xmlns="http://schemas.openxmlformats.org/package/2006/relationships"><Relationship Id="rId8" Type="http://schemas.openxmlformats.org/officeDocument/2006/relationships/slideLayout" Target="../slideLayouts/slideLayout203.xml" /><Relationship Id="rId13" Type="http://schemas.openxmlformats.org/officeDocument/2006/relationships/slideLayout" Target="../slideLayouts/slideLayout208.xml" /><Relationship Id="rId18" Type="http://schemas.openxmlformats.org/officeDocument/2006/relationships/theme" Target="../theme/theme19.xml" /><Relationship Id="rId26" Type="http://schemas.openxmlformats.org/officeDocument/2006/relationships/slide" Target="../slides/slide43.xml" /><Relationship Id="rId3" Type="http://schemas.openxmlformats.org/officeDocument/2006/relationships/slideLayout" Target="../slideLayouts/slideLayout198.xml" /><Relationship Id="rId21" Type="http://schemas.openxmlformats.org/officeDocument/2006/relationships/slide" Target="../slides/slide210.xml" /><Relationship Id="rId7" Type="http://schemas.openxmlformats.org/officeDocument/2006/relationships/slideLayout" Target="../slideLayouts/slideLayout202.xml" /><Relationship Id="rId12" Type="http://schemas.openxmlformats.org/officeDocument/2006/relationships/slideLayout" Target="../slideLayouts/slideLayout207.xml" /><Relationship Id="rId17" Type="http://schemas.openxmlformats.org/officeDocument/2006/relationships/slideLayout" Target="../slideLayouts/slideLayout212.xml" /><Relationship Id="rId25" Type="http://schemas.openxmlformats.org/officeDocument/2006/relationships/slide" Target="../slides/slide36.xml" /><Relationship Id="rId33" Type="http://schemas.openxmlformats.org/officeDocument/2006/relationships/image" Target="../media/image2.png" /><Relationship Id="rId2" Type="http://schemas.openxmlformats.org/officeDocument/2006/relationships/slideLayout" Target="../slideLayouts/slideLayout197.xml" /><Relationship Id="rId16" Type="http://schemas.openxmlformats.org/officeDocument/2006/relationships/slideLayout" Target="../slideLayouts/slideLayout211.xml" /><Relationship Id="rId20" Type="http://schemas.openxmlformats.org/officeDocument/2006/relationships/slide" Target="../slides/slide64.xml" /><Relationship Id="rId29" Type="http://schemas.openxmlformats.org/officeDocument/2006/relationships/slide" Target="../slides/slide138.xml" /><Relationship Id="rId1" Type="http://schemas.openxmlformats.org/officeDocument/2006/relationships/slideLayout" Target="../slideLayouts/slideLayout196.xml" /><Relationship Id="rId6" Type="http://schemas.openxmlformats.org/officeDocument/2006/relationships/slideLayout" Target="../slideLayouts/slideLayout201.xml" /><Relationship Id="rId11" Type="http://schemas.openxmlformats.org/officeDocument/2006/relationships/slideLayout" Target="../slideLayouts/slideLayout206.xml" /><Relationship Id="rId24" Type="http://schemas.openxmlformats.org/officeDocument/2006/relationships/slide" Target="../slides/slide29.xml" /><Relationship Id="rId32" Type="http://schemas.openxmlformats.org/officeDocument/2006/relationships/hyperlink" Target="https://lovdata.no/dokument/SF/forskrift/2004-10-01-1339/KAPITTEL_11#KAPITTEL_11" TargetMode="External" /><Relationship Id="rId5" Type="http://schemas.openxmlformats.org/officeDocument/2006/relationships/slideLayout" Target="../slideLayouts/slideLayout200.xml" /><Relationship Id="rId15" Type="http://schemas.openxmlformats.org/officeDocument/2006/relationships/slideLayout" Target="../slideLayouts/slideLayout210.xml" /><Relationship Id="rId23" Type="http://schemas.openxmlformats.org/officeDocument/2006/relationships/slide" Target="../slides/slide22.xml" /><Relationship Id="rId28" Type="http://schemas.openxmlformats.org/officeDocument/2006/relationships/slide" Target="../slides/slide57.xml" /><Relationship Id="rId10" Type="http://schemas.openxmlformats.org/officeDocument/2006/relationships/slideLayout" Target="../slideLayouts/slideLayout205.xml" /><Relationship Id="rId19" Type="http://schemas.openxmlformats.org/officeDocument/2006/relationships/slide" Target="../slides/slide14.xml" /><Relationship Id="rId31" Type="http://schemas.openxmlformats.org/officeDocument/2006/relationships/image" Target="../media/image1.tmp" /><Relationship Id="rId4" Type="http://schemas.openxmlformats.org/officeDocument/2006/relationships/slideLayout" Target="../slideLayouts/slideLayout199.xml" /><Relationship Id="rId9" Type="http://schemas.openxmlformats.org/officeDocument/2006/relationships/slideLayout" Target="../slideLayouts/slideLayout204.xml" /><Relationship Id="rId14" Type="http://schemas.openxmlformats.org/officeDocument/2006/relationships/slideLayout" Target="../slideLayouts/slideLayout209.xml" /><Relationship Id="rId22" Type="http://schemas.openxmlformats.org/officeDocument/2006/relationships/slide" Target="../slides/slide15.xml" /><Relationship Id="rId27" Type="http://schemas.openxmlformats.org/officeDocument/2006/relationships/slide" Target="../slides/slide50.xml" /><Relationship Id="rId30" Type="http://schemas.openxmlformats.org/officeDocument/2006/relationships/hyperlink" Target="http://www.vegvesen.no/_attachment/61490/binary/1151272?fast_title=H%C3%A5ndbok+V851+L%C3%A6replan+f%C3%B8rerkortklasse+B,+B+kode+96+og+BE.pdf" TargetMode="External" /></Relationships>
</file>

<file path=ppt/slideMasters/_rels/slideMaster20.xml.rels><?xml version="1.0" encoding="UTF-8" standalone="yes"?>
<Relationships xmlns="http://schemas.openxmlformats.org/package/2006/relationships"><Relationship Id="rId8" Type="http://schemas.openxmlformats.org/officeDocument/2006/relationships/slideLayout" Target="../slideLayouts/slideLayout220.xml" /><Relationship Id="rId13" Type="http://schemas.openxmlformats.org/officeDocument/2006/relationships/slideLayout" Target="../slideLayouts/slideLayout225.xml" /><Relationship Id="rId18" Type="http://schemas.openxmlformats.org/officeDocument/2006/relationships/theme" Target="../theme/theme20.xml" /><Relationship Id="rId26" Type="http://schemas.openxmlformats.org/officeDocument/2006/relationships/slide" Target="../slides/slide43.xml" /><Relationship Id="rId3" Type="http://schemas.openxmlformats.org/officeDocument/2006/relationships/slideLayout" Target="../slideLayouts/slideLayout215.xml" /><Relationship Id="rId21" Type="http://schemas.openxmlformats.org/officeDocument/2006/relationships/slide" Target="../slides/slide210.xml" /><Relationship Id="rId7" Type="http://schemas.openxmlformats.org/officeDocument/2006/relationships/slideLayout" Target="../slideLayouts/slideLayout219.xml" /><Relationship Id="rId12" Type="http://schemas.openxmlformats.org/officeDocument/2006/relationships/slideLayout" Target="../slideLayouts/slideLayout224.xml" /><Relationship Id="rId17" Type="http://schemas.openxmlformats.org/officeDocument/2006/relationships/slideLayout" Target="../slideLayouts/slideLayout229.xml" /><Relationship Id="rId25" Type="http://schemas.openxmlformats.org/officeDocument/2006/relationships/slide" Target="../slides/slide36.xml" /><Relationship Id="rId33" Type="http://schemas.openxmlformats.org/officeDocument/2006/relationships/image" Target="../media/image2.png" /><Relationship Id="rId2" Type="http://schemas.openxmlformats.org/officeDocument/2006/relationships/slideLayout" Target="../slideLayouts/slideLayout214.xml" /><Relationship Id="rId16" Type="http://schemas.openxmlformats.org/officeDocument/2006/relationships/slideLayout" Target="../slideLayouts/slideLayout228.xml" /><Relationship Id="rId20" Type="http://schemas.openxmlformats.org/officeDocument/2006/relationships/slide" Target="../slides/slide64.xml" /><Relationship Id="rId29" Type="http://schemas.openxmlformats.org/officeDocument/2006/relationships/slide" Target="../slides/slide138.xml" /><Relationship Id="rId1" Type="http://schemas.openxmlformats.org/officeDocument/2006/relationships/slideLayout" Target="../slideLayouts/slideLayout213.xml" /><Relationship Id="rId6" Type="http://schemas.openxmlformats.org/officeDocument/2006/relationships/slideLayout" Target="../slideLayouts/slideLayout218.xml" /><Relationship Id="rId11" Type="http://schemas.openxmlformats.org/officeDocument/2006/relationships/slideLayout" Target="../slideLayouts/slideLayout223.xml" /><Relationship Id="rId24" Type="http://schemas.openxmlformats.org/officeDocument/2006/relationships/slide" Target="../slides/slide29.xml" /><Relationship Id="rId32" Type="http://schemas.openxmlformats.org/officeDocument/2006/relationships/hyperlink" Target="https://lovdata.no/dokument/SF/forskrift/2004-10-01-1339/KAPITTEL_11#KAPITTEL_11" TargetMode="External" /><Relationship Id="rId5" Type="http://schemas.openxmlformats.org/officeDocument/2006/relationships/slideLayout" Target="../slideLayouts/slideLayout217.xml" /><Relationship Id="rId15" Type="http://schemas.openxmlformats.org/officeDocument/2006/relationships/slideLayout" Target="../slideLayouts/slideLayout227.xml" /><Relationship Id="rId23" Type="http://schemas.openxmlformats.org/officeDocument/2006/relationships/slide" Target="../slides/slide22.xml" /><Relationship Id="rId28" Type="http://schemas.openxmlformats.org/officeDocument/2006/relationships/slide" Target="../slides/slide57.xml" /><Relationship Id="rId10" Type="http://schemas.openxmlformats.org/officeDocument/2006/relationships/slideLayout" Target="../slideLayouts/slideLayout222.xml" /><Relationship Id="rId19" Type="http://schemas.openxmlformats.org/officeDocument/2006/relationships/slide" Target="../slides/slide14.xml" /><Relationship Id="rId31" Type="http://schemas.openxmlformats.org/officeDocument/2006/relationships/image" Target="../media/image1.tmp" /><Relationship Id="rId4" Type="http://schemas.openxmlformats.org/officeDocument/2006/relationships/slideLayout" Target="../slideLayouts/slideLayout216.xml" /><Relationship Id="rId9" Type="http://schemas.openxmlformats.org/officeDocument/2006/relationships/slideLayout" Target="../slideLayouts/slideLayout221.xml" /><Relationship Id="rId14" Type="http://schemas.openxmlformats.org/officeDocument/2006/relationships/slideLayout" Target="../slideLayouts/slideLayout226.xml" /><Relationship Id="rId22" Type="http://schemas.openxmlformats.org/officeDocument/2006/relationships/slide" Target="../slides/slide15.xml" /><Relationship Id="rId27" Type="http://schemas.openxmlformats.org/officeDocument/2006/relationships/slide" Target="../slides/slide50.xml" /><Relationship Id="rId30" Type="http://schemas.openxmlformats.org/officeDocument/2006/relationships/hyperlink" Target="http://www.vegvesen.no/_attachment/61490/binary/1151272?fast_title=H%C3%A5ndbok+V851+L%C3%A6replan+f%C3%B8rerkortklasse+B,+B+kode+96+og+BE.pdf" TargetMode="External" /></Relationships>
</file>

<file path=ppt/slideMasters/_rels/slideMaster21.xml.rels><?xml version="1.0" encoding="UTF-8" standalone="yes"?>
<Relationships xmlns="http://schemas.openxmlformats.org/package/2006/relationships"><Relationship Id="rId8" Type="http://schemas.openxmlformats.org/officeDocument/2006/relationships/slideLayout" Target="../slideLayouts/slideLayout237.xml" /><Relationship Id="rId13" Type="http://schemas.openxmlformats.org/officeDocument/2006/relationships/slideLayout" Target="../slideLayouts/slideLayout242.xml" /><Relationship Id="rId18" Type="http://schemas.openxmlformats.org/officeDocument/2006/relationships/theme" Target="../theme/theme21.xml" /><Relationship Id="rId26" Type="http://schemas.openxmlformats.org/officeDocument/2006/relationships/slide" Target="../slides/slide43.xml" /><Relationship Id="rId3" Type="http://schemas.openxmlformats.org/officeDocument/2006/relationships/slideLayout" Target="../slideLayouts/slideLayout232.xml" /><Relationship Id="rId21" Type="http://schemas.openxmlformats.org/officeDocument/2006/relationships/slide" Target="../slides/slide210.xml" /><Relationship Id="rId7" Type="http://schemas.openxmlformats.org/officeDocument/2006/relationships/slideLayout" Target="../slideLayouts/slideLayout236.xml" /><Relationship Id="rId12" Type="http://schemas.openxmlformats.org/officeDocument/2006/relationships/slideLayout" Target="../slideLayouts/slideLayout241.xml" /><Relationship Id="rId17" Type="http://schemas.openxmlformats.org/officeDocument/2006/relationships/slideLayout" Target="../slideLayouts/slideLayout246.xml" /><Relationship Id="rId25" Type="http://schemas.openxmlformats.org/officeDocument/2006/relationships/slide" Target="../slides/slide36.xml" /><Relationship Id="rId33" Type="http://schemas.openxmlformats.org/officeDocument/2006/relationships/image" Target="../media/image2.png" /><Relationship Id="rId2" Type="http://schemas.openxmlformats.org/officeDocument/2006/relationships/slideLayout" Target="../slideLayouts/slideLayout231.xml" /><Relationship Id="rId16" Type="http://schemas.openxmlformats.org/officeDocument/2006/relationships/slideLayout" Target="../slideLayouts/slideLayout245.xml" /><Relationship Id="rId20" Type="http://schemas.openxmlformats.org/officeDocument/2006/relationships/slide" Target="../slides/slide64.xml" /><Relationship Id="rId29" Type="http://schemas.openxmlformats.org/officeDocument/2006/relationships/slide" Target="../slides/slide138.xml" /><Relationship Id="rId1" Type="http://schemas.openxmlformats.org/officeDocument/2006/relationships/slideLayout" Target="../slideLayouts/slideLayout230.xml" /><Relationship Id="rId6" Type="http://schemas.openxmlformats.org/officeDocument/2006/relationships/slideLayout" Target="../slideLayouts/slideLayout235.xml" /><Relationship Id="rId11" Type="http://schemas.openxmlformats.org/officeDocument/2006/relationships/slideLayout" Target="../slideLayouts/slideLayout240.xml" /><Relationship Id="rId24" Type="http://schemas.openxmlformats.org/officeDocument/2006/relationships/slide" Target="../slides/slide29.xml" /><Relationship Id="rId32" Type="http://schemas.openxmlformats.org/officeDocument/2006/relationships/hyperlink" Target="https://lovdata.no/dokument/SF/forskrift/2004-10-01-1339/KAPITTEL_11#KAPITTEL_11" TargetMode="External" /><Relationship Id="rId5" Type="http://schemas.openxmlformats.org/officeDocument/2006/relationships/slideLayout" Target="../slideLayouts/slideLayout234.xml" /><Relationship Id="rId15" Type="http://schemas.openxmlformats.org/officeDocument/2006/relationships/slideLayout" Target="../slideLayouts/slideLayout244.xml" /><Relationship Id="rId23" Type="http://schemas.openxmlformats.org/officeDocument/2006/relationships/slide" Target="../slides/slide22.xml" /><Relationship Id="rId28" Type="http://schemas.openxmlformats.org/officeDocument/2006/relationships/slide" Target="../slides/slide57.xml" /><Relationship Id="rId10" Type="http://schemas.openxmlformats.org/officeDocument/2006/relationships/slideLayout" Target="../slideLayouts/slideLayout239.xml" /><Relationship Id="rId19" Type="http://schemas.openxmlformats.org/officeDocument/2006/relationships/slide" Target="../slides/slide14.xml" /><Relationship Id="rId31" Type="http://schemas.openxmlformats.org/officeDocument/2006/relationships/image" Target="../media/image1.tmp" /><Relationship Id="rId4" Type="http://schemas.openxmlformats.org/officeDocument/2006/relationships/slideLayout" Target="../slideLayouts/slideLayout233.xml" /><Relationship Id="rId9" Type="http://schemas.openxmlformats.org/officeDocument/2006/relationships/slideLayout" Target="../slideLayouts/slideLayout238.xml" /><Relationship Id="rId14" Type="http://schemas.openxmlformats.org/officeDocument/2006/relationships/slideLayout" Target="../slideLayouts/slideLayout243.xml" /><Relationship Id="rId22" Type="http://schemas.openxmlformats.org/officeDocument/2006/relationships/slide" Target="../slides/slide15.xml" /><Relationship Id="rId27" Type="http://schemas.openxmlformats.org/officeDocument/2006/relationships/slide" Target="../slides/slide50.xml" /><Relationship Id="rId30" Type="http://schemas.openxmlformats.org/officeDocument/2006/relationships/hyperlink" Target="http://www.vegvesen.no/_attachment/61490/binary/1151272?fast_title=H%C3%A5ndbok+V851+L%C3%A6replan+f%C3%B8rerkortklasse+B,+B+kode+96+og+BE.pdf" TargetMode="External" /></Relationships>
</file>

<file path=ppt/slideMasters/_rels/slideMaster22.xml.rels><?xml version="1.0" encoding="UTF-8" standalone="yes"?>
<Relationships xmlns="http://schemas.openxmlformats.org/package/2006/relationships"><Relationship Id="rId8" Type="http://schemas.openxmlformats.org/officeDocument/2006/relationships/slideLayout" Target="../slideLayouts/slideLayout254.xml" /><Relationship Id="rId13" Type="http://schemas.openxmlformats.org/officeDocument/2006/relationships/slideLayout" Target="../slideLayouts/slideLayout259.xml" /><Relationship Id="rId18" Type="http://schemas.openxmlformats.org/officeDocument/2006/relationships/theme" Target="../theme/theme22.xml" /><Relationship Id="rId26" Type="http://schemas.openxmlformats.org/officeDocument/2006/relationships/slide" Target="../slides/slide43.xml" /><Relationship Id="rId3" Type="http://schemas.openxmlformats.org/officeDocument/2006/relationships/slideLayout" Target="../slideLayouts/slideLayout249.xml" /><Relationship Id="rId21" Type="http://schemas.openxmlformats.org/officeDocument/2006/relationships/slide" Target="../slides/slide210.xml" /><Relationship Id="rId7" Type="http://schemas.openxmlformats.org/officeDocument/2006/relationships/slideLayout" Target="../slideLayouts/slideLayout253.xml" /><Relationship Id="rId12" Type="http://schemas.openxmlformats.org/officeDocument/2006/relationships/slideLayout" Target="../slideLayouts/slideLayout258.xml" /><Relationship Id="rId17" Type="http://schemas.openxmlformats.org/officeDocument/2006/relationships/slideLayout" Target="../slideLayouts/slideLayout263.xml" /><Relationship Id="rId25" Type="http://schemas.openxmlformats.org/officeDocument/2006/relationships/slide" Target="../slides/slide36.xml" /><Relationship Id="rId33" Type="http://schemas.openxmlformats.org/officeDocument/2006/relationships/image" Target="../media/image2.png" /><Relationship Id="rId2" Type="http://schemas.openxmlformats.org/officeDocument/2006/relationships/slideLayout" Target="../slideLayouts/slideLayout248.xml" /><Relationship Id="rId16" Type="http://schemas.openxmlformats.org/officeDocument/2006/relationships/slideLayout" Target="../slideLayouts/slideLayout262.xml" /><Relationship Id="rId20" Type="http://schemas.openxmlformats.org/officeDocument/2006/relationships/slide" Target="../slides/slide64.xml" /><Relationship Id="rId29" Type="http://schemas.openxmlformats.org/officeDocument/2006/relationships/slide" Target="../slides/slide138.xml" /><Relationship Id="rId1" Type="http://schemas.openxmlformats.org/officeDocument/2006/relationships/slideLayout" Target="../slideLayouts/slideLayout247.xml" /><Relationship Id="rId6" Type="http://schemas.openxmlformats.org/officeDocument/2006/relationships/slideLayout" Target="../slideLayouts/slideLayout252.xml" /><Relationship Id="rId11" Type="http://schemas.openxmlformats.org/officeDocument/2006/relationships/slideLayout" Target="../slideLayouts/slideLayout257.xml" /><Relationship Id="rId24" Type="http://schemas.openxmlformats.org/officeDocument/2006/relationships/slide" Target="../slides/slide29.xml" /><Relationship Id="rId32" Type="http://schemas.openxmlformats.org/officeDocument/2006/relationships/hyperlink" Target="https://lovdata.no/dokument/SF/forskrift/2004-10-01-1339/KAPITTEL_11#KAPITTEL_11" TargetMode="External" /><Relationship Id="rId5" Type="http://schemas.openxmlformats.org/officeDocument/2006/relationships/slideLayout" Target="../slideLayouts/slideLayout251.xml" /><Relationship Id="rId15" Type="http://schemas.openxmlformats.org/officeDocument/2006/relationships/slideLayout" Target="../slideLayouts/slideLayout261.xml" /><Relationship Id="rId23" Type="http://schemas.openxmlformats.org/officeDocument/2006/relationships/slide" Target="../slides/slide22.xml" /><Relationship Id="rId28" Type="http://schemas.openxmlformats.org/officeDocument/2006/relationships/slide" Target="../slides/slide57.xml" /><Relationship Id="rId10" Type="http://schemas.openxmlformats.org/officeDocument/2006/relationships/slideLayout" Target="../slideLayouts/slideLayout256.xml" /><Relationship Id="rId19" Type="http://schemas.openxmlformats.org/officeDocument/2006/relationships/slide" Target="../slides/slide14.xml" /><Relationship Id="rId31" Type="http://schemas.openxmlformats.org/officeDocument/2006/relationships/image" Target="../media/image1.tmp" /><Relationship Id="rId4" Type="http://schemas.openxmlformats.org/officeDocument/2006/relationships/slideLayout" Target="../slideLayouts/slideLayout250.xml" /><Relationship Id="rId9" Type="http://schemas.openxmlformats.org/officeDocument/2006/relationships/slideLayout" Target="../slideLayouts/slideLayout255.xml" /><Relationship Id="rId14" Type="http://schemas.openxmlformats.org/officeDocument/2006/relationships/slideLayout" Target="../slideLayouts/slideLayout260.xml" /><Relationship Id="rId22" Type="http://schemas.openxmlformats.org/officeDocument/2006/relationships/slide" Target="../slides/slide15.xml" /><Relationship Id="rId27" Type="http://schemas.openxmlformats.org/officeDocument/2006/relationships/slide" Target="../slides/slide50.xml" /><Relationship Id="rId30" Type="http://schemas.openxmlformats.org/officeDocument/2006/relationships/hyperlink" Target="http://www.vegvesen.no/_attachment/61490/binary/1151272?fast_title=H%C3%A5ndbok+V851+L%C3%A6replan+f%C3%B8rerkortklasse+B,+B+kode+96+og+BE.pdf" TargetMode="External" /></Relationships>
</file>

<file path=ppt/slideMasters/_rels/slideMaster23.xml.rels><?xml version="1.0" encoding="UTF-8" standalone="yes"?>
<Relationships xmlns="http://schemas.openxmlformats.org/package/2006/relationships"><Relationship Id="rId8" Type="http://schemas.openxmlformats.org/officeDocument/2006/relationships/slideLayout" Target="../slideLayouts/slideLayout271.xml" /><Relationship Id="rId13" Type="http://schemas.openxmlformats.org/officeDocument/2006/relationships/slide" Target="../slides/slide14.xml" /><Relationship Id="rId18" Type="http://schemas.openxmlformats.org/officeDocument/2006/relationships/slide" Target="../slides/slide79.xml" /><Relationship Id="rId26" Type="http://schemas.openxmlformats.org/officeDocument/2006/relationships/slide" Target="../slides/slide131.xml" /><Relationship Id="rId3" Type="http://schemas.openxmlformats.org/officeDocument/2006/relationships/slideLayout" Target="../slideLayouts/slideLayout266.xml" /><Relationship Id="rId21" Type="http://schemas.openxmlformats.org/officeDocument/2006/relationships/slide" Target="../slides/slide100.xml" /><Relationship Id="rId7" Type="http://schemas.openxmlformats.org/officeDocument/2006/relationships/slideLayout" Target="../slideLayouts/slideLayout270.xml" /><Relationship Id="rId12" Type="http://schemas.openxmlformats.org/officeDocument/2006/relationships/theme" Target="../theme/theme23.xml" /><Relationship Id="rId17" Type="http://schemas.openxmlformats.org/officeDocument/2006/relationships/slide" Target="../slides/slide72.xml" /><Relationship Id="rId25" Type="http://schemas.openxmlformats.org/officeDocument/2006/relationships/slide" Target="../slides/slide138.xml" /><Relationship Id="rId2" Type="http://schemas.openxmlformats.org/officeDocument/2006/relationships/slideLayout" Target="../slideLayouts/slideLayout265.xml" /><Relationship Id="rId16" Type="http://schemas.openxmlformats.org/officeDocument/2006/relationships/slide" Target="../slides/slide65.xml" /><Relationship Id="rId20" Type="http://schemas.openxmlformats.org/officeDocument/2006/relationships/slide" Target="../slides/slide93.xml" /><Relationship Id="rId29" Type="http://schemas.openxmlformats.org/officeDocument/2006/relationships/hyperlink" Target="https://lovdata.no/dokument/SF/forskrift/2004-10-01-1339/KAPITTEL_11#KAPITTEL_11" TargetMode="External" /><Relationship Id="rId1" Type="http://schemas.openxmlformats.org/officeDocument/2006/relationships/slideLayout" Target="../slideLayouts/slideLayout264.xml" /><Relationship Id="rId6" Type="http://schemas.openxmlformats.org/officeDocument/2006/relationships/slideLayout" Target="../slideLayouts/slideLayout269.xml" /><Relationship Id="rId11" Type="http://schemas.openxmlformats.org/officeDocument/2006/relationships/slideLayout" Target="../slideLayouts/slideLayout274.xml" /><Relationship Id="rId24" Type="http://schemas.openxmlformats.org/officeDocument/2006/relationships/slide" Target="../slides/slide124.xml" /><Relationship Id="rId5" Type="http://schemas.openxmlformats.org/officeDocument/2006/relationships/slideLayout" Target="../slideLayouts/slideLayout268.xml" /><Relationship Id="rId15" Type="http://schemas.openxmlformats.org/officeDocument/2006/relationships/slide" Target="../slides/slide210.xml" /><Relationship Id="rId23" Type="http://schemas.openxmlformats.org/officeDocument/2006/relationships/slide" Target="../slides/slide117.xml" /><Relationship Id="rId28" Type="http://schemas.openxmlformats.org/officeDocument/2006/relationships/image" Target="../media/image1.tmp" /><Relationship Id="rId10" Type="http://schemas.openxmlformats.org/officeDocument/2006/relationships/slideLayout" Target="../slideLayouts/slideLayout273.xml" /><Relationship Id="rId19" Type="http://schemas.openxmlformats.org/officeDocument/2006/relationships/slide" Target="../slides/slide86.xml" /><Relationship Id="rId4" Type="http://schemas.openxmlformats.org/officeDocument/2006/relationships/slideLayout" Target="../slideLayouts/slideLayout267.xml" /><Relationship Id="rId9" Type="http://schemas.openxmlformats.org/officeDocument/2006/relationships/slideLayout" Target="../slideLayouts/slideLayout272.xml" /><Relationship Id="rId14" Type="http://schemas.openxmlformats.org/officeDocument/2006/relationships/slide" Target="../slides/slide64.xml" /><Relationship Id="rId22" Type="http://schemas.openxmlformats.org/officeDocument/2006/relationships/slide" Target="../slides/slide107.xml" /><Relationship Id="rId27" Type="http://schemas.openxmlformats.org/officeDocument/2006/relationships/hyperlink" Target="http://www.vegvesen.no/_attachment/61490/binary/1151272?fast_title=H%C3%A5ndbok+V851+L%C3%A6replan+f%C3%B8rerkortklasse+B,+B+kode+96+og+BE.pdf" TargetMode="External" /><Relationship Id="rId30" Type="http://schemas.openxmlformats.org/officeDocument/2006/relationships/image" Target="../media/image2.png" /></Relationships>
</file>

<file path=ppt/slideMasters/_rels/slideMaster24.xml.rels><?xml version="1.0" encoding="UTF-8" standalone="yes"?>
<Relationships xmlns="http://schemas.openxmlformats.org/package/2006/relationships"><Relationship Id="rId8" Type="http://schemas.openxmlformats.org/officeDocument/2006/relationships/slideLayout" Target="../slideLayouts/slideLayout282.xml" /><Relationship Id="rId13" Type="http://schemas.openxmlformats.org/officeDocument/2006/relationships/slideLayout" Target="../slideLayouts/slideLayout287.xml" /><Relationship Id="rId18" Type="http://schemas.openxmlformats.org/officeDocument/2006/relationships/theme" Target="../theme/theme24.xml" /><Relationship Id="rId26" Type="http://schemas.openxmlformats.org/officeDocument/2006/relationships/slide" Target="../slides/slide93.xml" /><Relationship Id="rId3" Type="http://schemas.openxmlformats.org/officeDocument/2006/relationships/slideLayout" Target="../slideLayouts/slideLayout277.xml" /><Relationship Id="rId21" Type="http://schemas.openxmlformats.org/officeDocument/2006/relationships/slide" Target="../slides/slide210.xml" /><Relationship Id="rId34" Type="http://schemas.openxmlformats.org/officeDocument/2006/relationships/image" Target="../media/image1.tmp" /><Relationship Id="rId7" Type="http://schemas.openxmlformats.org/officeDocument/2006/relationships/slideLayout" Target="../slideLayouts/slideLayout281.xml" /><Relationship Id="rId12" Type="http://schemas.openxmlformats.org/officeDocument/2006/relationships/slideLayout" Target="../slideLayouts/slideLayout286.xml" /><Relationship Id="rId17" Type="http://schemas.openxmlformats.org/officeDocument/2006/relationships/slideLayout" Target="../slideLayouts/slideLayout291.xml" /><Relationship Id="rId25" Type="http://schemas.openxmlformats.org/officeDocument/2006/relationships/slide" Target="../slides/slide86.xml" /><Relationship Id="rId33" Type="http://schemas.openxmlformats.org/officeDocument/2006/relationships/hyperlink" Target="http://www.vegvesen.no/_attachment/61490/binary/1151272?fast_title=H%C3%A5ndbok+V851+L%C3%A6replan+f%C3%B8rerkortklasse+B,+B+kode+96+og+BE.pdf" TargetMode="External" /><Relationship Id="rId2" Type="http://schemas.openxmlformats.org/officeDocument/2006/relationships/slideLayout" Target="../slideLayouts/slideLayout276.xml" /><Relationship Id="rId16" Type="http://schemas.openxmlformats.org/officeDocument/2006/relationships/slideLayout" Target="../slideLayouts/slideLayout290.xml" /><Relationship Id="rId20" Type="http://schemas.openxmlformats.org/officeDocument/2006/relationships/slide" Target="../slides/slide64.xml" /><Relationship Id="rId29" Type="http://schemas.openxmlformats.org/officeDocument/2006/relationships/slide" Target="../slides/slide117.xml" /><Relationship Id="rId1" Type="http://schemas.openxmlformats.org/officeDocument/2006/relationships/slideLayout" Target="../slideLayouts/slideLayout275.xml" /><Relationship Id="rId6" Type="http://schemas.openxmlformats.org/officeDocument/2006/relationships/slideLayout" Target="../slideLayouts/slideLayout280.xml" /><Relationship Id="rId11" Type="http://schemas.openxmlformats.org/officeDocument/2006/relationships/slideLayout" Target="../slideLayouts/slideLayout285.xml" /><Relationship Id="rId24" Type="http://schemas.openxmlformats.org/officeDocument/2006/relationships/slide" Target="../slides/slide79.xml" /><Relationship Id="rId32" Type="http://schemas.openxmlformats.org/officeDocument/2006/relationships/slide" Target="../slides/slide131.xml" /><Relationship Id="rId5" Type="http://schemas.openxmlformats.org/officeDocument/2006/relationships/slideLayout" Target="../slideLayouts/slideLayout279.xml" /><Relationship Id="rId15" Type="http://schemas.openxmlformats.org/officeDocument/2006/relationships/slideLayout" Target="../slideLayouts/slideLayout289.xml" /><Relationship Id="rId23" Type="http://schemas.openxmlformats.org/officeDocument/2006/relationships/slide" Target="../slides/slide72.xml" /><Relationship Id="rId28" Type="http://schemas.openxmlformats.org/officeDocument/2006/relationships/slide" Target="../slides/slide107.xml" /><Relationship Id="rId36" Type="http://schemas.openxmlformats.org/officeDocument/2006/relationships/image" Target="../media/image2.png" /><Relationship Id="rId10" Type="http://schemas.openxmlformats.org/officeDocument/2006/relationships/slideLayout" Target="../slideLayouts/slideLayout284.xml" /><Relationship Id="rId19" Type="http://schemas.openxmlformats.org/officeDocument/2006/relationships/slide" Target="../slides/slide14.xml" /><Relationship Id="rId31" Type="http://schemas.openxmlformats.org/officeDocument/2006/relationships/slide" Target="../slides/slide138.xml" /><Relationship Id="rId4" Type="http://schemas.openxmlformats.org/officeDocument/2006/relationships/slideLayout" Target="../slideLayouts/slideLayout278.xml" /><Relationship Id="rId9" Type="http://schemas.openxmlformats.org/officeDocument/2006/relationships/slideLayout" Target="../slideLayouts/slideLayout283.xml" /><Relationship Id="rId14" Type="http://schemas.openxmlformats.org/officeDocument/2006/relationships/slideLayout" Target="../slideLayouts/slideLayout288.xml" /><Relationship Id="rId22" Type="http://schemas.openxmlformats.org/officeDocument/2006/relationships/slide" Target="../slides/slide65.xml" /><Relationship Id="rId27" Type="http://schemas.openxmlformats.org/officeDocument/2006/relationships/slide" Target="../slides/slide100.xml" /><Relationship Id="rId30" Type="http://schemas.openxmlformats.org/officeDocument/2006/relationships/slide" Target="../slides/slide124.xml" /><Relationship Id="rId35" Type="http://schemas.openxmlformats.org/officeDocument/2006/relationships/hyperlink" Target="https://lovdata.no/dokument/SF/forskrift/2004-10-01-1339/KAPITTEL_11#KAPITTEL_11" TargetMode="External" /></Relationships>
</file>

<file path=ppt/slideMasters/_rels/slideMaster25.xml.rels><?xml version="1.0" encoding="UTF-8" standalone="yes"?>
<Relationships xmlns="http://schemas.openxmlformats.org/package/2006/relationships"><Relationship Id="rId8" Type="http://schemas.openxmlformats.org/officeDocument/2006/relationships/slideLayout" Target="../slideLayouts/slideLayout299.xml" /><Relationship Id="rId13" Type="http://schemas.openxmlformats.org/officeDocument/2006/relationships/slideLayout" Target="../slideLayouts/slideLayout304.xml" /><Relationship Id="rId18" Type="http://schemas.openxmlformats.org/officeDocument/2006/relationships/theme" Target="../theme/theme25.xml" /><Relationship Id="rId26" Type="http://schemas.openxmlformats.org/officeDocument/2006/relationships/slide" Target="../slides/slide93.xml" /><Relationship Id="rId3" Type="http://schemas.openxmlformats.org/officeDocument/2006/relationships/slideLayout" Target="../slideLayouts/slideLayout294.xml" /><Relationship Id="rId21" Type="http://schemas.openxmlformats.org/officeDocument/2006/relationships/slide" Target="../slides/slide210.xml" /><Relationship Id="rId34" Type="http://schemas.openxmlformats.org/officeDocument/2006/relationships/image" Target="../media/image1.tmp" /><Relationship Id="rId7" Type="http://schemas.openxmlformats.org/officeDocument/2006/relationships/slideLayout" Target="../slideLayouts/slideLayout298.xml" /><Relationship Id="rId12" Type="http://schemas.openxmlformats.org/officeDocument/2006/relationships/slideLayout" Target="../slideLayouts/slideLayout303.xml" /><Relationship Id="rId17" Type="http://schemas.openxmlformats.org/officeDocument/2006/relationships/slideLayout" Target="../slideLayouts/slideLayout308.xml" /><Relationship Id="rId25" Type="http://schemas.openxmlformats.org/officeDocument/2006/relationships/slide" Target="../slides/slide86.xml" /><Relationship Id="rId33" Type="http://schemas.openxmlformats.org/officeDocument/2006/relationships/hyperlink" Target="http://www.vegvesen.no/_attachment/61490/binary/1151272?fast_title=H%C3%A5ndbok+V851+L%C3%A6replan+f%C3%B8rerkortklasse+B,+B+kode+96+og+BE.pdf" TargetMode="External" /><Relationship Id="rId2" Type="http://schemas.openxmlformats.org/officeDocument/2006/relationships/slideLayout" Target="../slideLayouts/slideLayout293.xml" /><Relationship Id="rId16" Type="http://schemas.openxmlformats.org/officeDocument/2006/relationships/slideLayout" Target="../slideLayouts/slideLayout307.xml" /><Relationship Id="rId20" Type="http://schemas.openxmlformats.org/officeDocument/2006/relationships/slide" Target="../slides/slide64.xml" /><Relationship Id="rId29" Type="http://schemas.openxmlformats.org/officeDocument/2006/relationships/slide" Target="../slides/slide117.xml" /><Relationship Id="rId1" Type="http://schemas.openxmlformats.org/officeDocument/2006/relationships/slideLayout" Target="../slideLayouts/slideLayout292.xml" /><Relationship Id="rId6" Type="http://schemas.openxmlformats.org/officeDocument/2006/relationships/slideLayout" Target="../slideLayouts/slideLayout297.xml" /><Relationship Id="rId11" Type="http://schemas.openxmlformats.org/officeDocument/2006/relationships/slideLayout" Target="../slideLayouts/slideLayout302.xml" /><Relationship Id="rId24" Type="http://schemas.openxmlformats.org/officeDocument/2006/relationships/slide" Target="../slides/slide79.xml" /><Relationship Id="rId32" Type="http://schemas.openxmlformats.org/officeDocument/2006/relationships/slide" Target="../slides/slide131.xml" /><Relationship Id="rId5" Type="http://schemas.openxmlformats.org/officeDocument/2006/relationships/slideLayout" Target="../slideLayouts/slideLayout296.xml" /><Relationship Id="rId15" Type="http://schemas.openxmlformats.org/officeDocument/2006/relationships/slideLayout" Target="../slideLayouts/slideLayout306.xml" /><Relationship Id="rId23" Type="http://schemas.openxmlformats.org/officeDocument/2006/relationships/slide" Target="../slides/slide72.xml" /><Relationship Id="rId28" Type="http://schemas.openxmlformats.org/officeDocument/2006/relationships/slide" Target="../slides/slide107.xml" /><Relationship Id="rId36" Type="http://schemas.openxmlformats.org/officeDocument/2006/relationships/image" Target="../media/image2.png" /><Relationship Id="rId10" Type="http://schemas.openxmlformats.org/officeDocument/2006/relationships/slideLayout" Target="../slideLayouts/slideLayout301.xml" /><Relationship Id="rId19" Type="http://schemas.openxmlformats.org/officeDocument/2006/relationships/slide" Target="../slides/slide14.xml" /><Relationship Id="rId31" Type="http://schemas.openxmlformats.org/officeDocument/2006/relationships/slide" Target="../slides/slide138.xml" /><Relationship Id="rId4" Type="http://schemas.openxmlformats.org/officeDocument/2006/relationships/slideLayout" Target="../slideLayouts/slideLayout295.xml" /><Relationship Id="rId9" Type="http://schemas.openxmlformats.org/officeDocument/2006/relationships/slideLayout" Target="../slideLayouts/slideLayout300.xml" /><Relationship Id="rId14" Type="http://schemas.openxmlformats.org/officeDocument/2006/relationships/slideLayout" Target="../slideLayouts/slideLayout305.xml" /><Relationship Id="rId22" Type="http://schemas.openxmlformats.org/officeDocument/2006/relationships/slide" Target="../slides/slide65.xml" /><Relationship Id="rId27" Type="http://schemas.openxmlformats.org/officeDocument/2006/relationships/slide" Target="../slides/slide100.xml" /><Relationship Id="rId30" Type="http://schemas.openxmlformats.org/officeDocument/2006/relationships/slide" Target="../slides/slide124.xml" /><Relationship Id="rId35" Type="http://schemas.openxmlformats.org/officeDocument/2006/relationships/hyperlink" Target="https://lovdata.no/dokument/SF/forskrift/2004-10-01-1339/KAPITTEL_11#KAPITTEL_11" TargetMode="External" /></Relationships>
</file>

<file path=ppt/slideMasters/_rels/slideMaster26.xml.rels><?xml version="1.0" encoding="UTF-8" standalone="yes"?>
<Relationships xmlns="http://schemas.openxmlformats.org/package/2006/relationships"><Relationship Id="rId8" Type="http://schemas.openxmlformats.org/officeDocument/2006/relationships/slideLayout" Target="../slideLayouts/slideLayout316.xml" /><Relationship Id="rId13" Type="http://schemas.openxmlformats.org/officeDocument/2006/relationships/slide" Target="../slides/slide14.xml" /><Relationship Id="rId18" Type="http://schemas.openxmlformats.org/officeDocument/2006/relationships/slide" Target="../slides/slide79.xml" /><Relationship Id="rId26" Type="http://schemas.openxmlformats.org/officeDocument/2006/relationships/slide" Target="../slides/slide83.xml" /><Relationship Id="rId3" Type="http://schemas.openxmlformats.org/officeDocument/2006/relationships/slideLayout" Target="../slideLayouts/slideLayout311.xml" /><Relationship Id="rId21" Type="http://schemas.openxmlformats.org/officeDocument/2006/relationships/slide" Target="../slides/slide100.xml" /><Relationship Id="rId34" Type="http://schemas.openxmlformats.org/officeDocument/2006/relationships/image" Target="../media/image1.tmp" /><Relationship Id="rId7" Type="http://schemas.openxmlformats.org/officeDocument/2006/relationships/slideLayout" Target="../slideLayouts/slideLayout315.xml" /><Relationship Id="rId12" Type="http://schemas.openxmlformats.org/officeDocument/2006/relationships/theme" Target="../theme/theme26.xml" /><Relationship Id="rId17" Type="http://schemas.openxmlformats.org/officeDocument/2006/relationships/slide" Target="../slides/slide72.xml" /><Relationship Id="rId25" Type="http://schemas.openxmlformats.org/officeDocument/2006/relationships/slide" Target="../slides/slide82.xml" /><Relationship Id="rId33" Type="http://schemas.openxmlformats.org/officeDocument/2006/relationships/hyperlink" Target="http://www.vegvesen.no/_attachment/61490/binary/1151272?fast_title=H%C3%A5ndbok+V851+L%C3%A6replan+f%C3%B8rerkortklasse+B,+B+kode+96+og+BE.pdf" TargetMode="External" /><Relationship Id="rId2" Type="http://schemas.openxmlformats.org/officeDocument/2006/relationships/slideLayout" Target="../slideLayouts/slideLayout310.xml" /><Relationship Id="rId16" Type="http://schemas.openxmlformats.org/officeDocument/2006/relationships/slide" Target="../slides/slide65.xml" /><Relationship Id="rId20" Type="http://schemas.openxmlformats.org/officeDocument/2006/relationships/slide" Target="../slides/slide93.xml" /><Relationship Id="rId29" Type="http://schemas.openxmlformats.org/officeDocument/2006/relationships/slide" Target="../slides/slide117.xml" /><Relationship Id="rId1" Type="http://schemas.openxmlformats.org/officeDocument/2006/relationships/slideLayout" Target="../slideLayouts/slideLayout309.xml" /><Relationship Id="rId6" Type="http://schemas.openxmlformats.org/officeDocument/2006/relationships/slideLayout" Target="../slideLayouts/slideLayout314.xml" /><Relationship Id="rId11" Type="http://schemas.openxmlformats.org/officeDocument/2006/relationships/slideLayout" Target="../slideLayouts/slideLayout319.xml" /><Relationship Id="rId24" Type="http://schemas.openxmlformats.org/officeDocument/2006/relationships/slide" Target="../slides/slide81.xml" /><Relationship Id="rId32" Type="http://schemas.openxmlformats.org/officeDocument/2006/relationships/slide" Target="../slides/slide131.xml" /><Relationship Id="rId5" Type="http://schemas.openxmlformats.org/officeDocument/2006/relationships/slideLayout" Target="../slideLayouts/slideLayout313.xml" /><Relationship Id="rId15" Type="http://schemas.openxmlformats.org/officeDocument/2006/relationships/slide" Target="../slides/slide210.xml" /><Relationship Id="rId23" Type="http://schemas.openxmlformats.org/officeDocument/2006/relationships/slide" Target="../slides/slide80.xml" /><Relationship Id="rId28" Type="http://schemas.openxmlformats.org/officeDocument/2006/relationships/slide" Target="../slides/slide85.xml" /><Relationship Id="rId36" Type="http://schemas.openxmlformats.org/officeDocument/2006/relationships/image" Target="../media/image2.png" /><Relationship Id="rId10" Type="http://schemas.openxmlformats.org/officeDocument/2006/relationships/slideLayout" Target="../slideLayouts/slideLayout318.xml" /><Relationship Id="rId19" Type="http://schemas.openxmlformats.org/officeDocument/2006/relationships/slide" Target="../slides/slide86.xml" /><Relationship Id="rId31" Type="http://schemas.openxmlformats.org/officeDocument/2006/relationships/slide" Target="../slides/slide138.xml" /><Relationship Id="rId4" Type="http://schemas.openxmlformats.org/officeDocument/2006/relationships/slideLayout" Target="../slideLayouts/slideLayout312.xml" /><Relationship Id="rId9" Type="http://schemas.openxmlformats.org/officeDocument/2006/relationships/slideLayout" Target="../slideLayouts/slideLayout317.xml" /><Relationship Id="rId14" Type="http://schemas.openxmlformats.org/officeDocument/2006/relationships/slide" Target="../slides/slide64.xml" /><Relationship Id="rId22" Type="http://schemas.openxmlformats.org/officeDocument/2006/relationships/slide" Target="../slides/slide107.xml" /><Relationship Id="rId27" Type="http://schemas.openxmlformats.org/officeDocument/2006/relationships/slide" Target="../slides/slide84.xml" /><Relationship Id="rId30" Type="http://schemas.openxmlformats.org/officeDocument/2006/relationships/slide" Target="../slides/slide124.xml" /><Relationship Id="rId35" Type="http://schemas.openxmlformats.org/officeDocument/2006/relationships/hyperlink" Target="https://lovdata.no/dokument/SF/forskrift/2004-10-01-1339/KAPITTEL_11#KAPITTEL_11" TargetMode="External" /></Relationships>
</file>

<file path=ppt/slideMasters/_rels/slideMaster27.xml.rels><?xml version="1.0" encoding="UTF-8" standalone="yes"?>
<Relationships xmlns="http://schemas.openxmlformats.org/package/2006/relationships"><Relationship Id="rId8" Type="http://schemas.openxmlformats.org/officeDocument/2006/relationships/slideLayout" Target="../slideLayouts/slideLayout327.xml" /><Relationship Id="rId13" Type="http://schemas.openxmlformats.org/officeDocument/2006/relationships/slide" Target="../slides/slide14.xml" /><Relationship Id="rId18" Type="http://schemas.openxmlformats.org/officeDocument/2006/relationships/slide" Target="../slides/slide79.xml" /><Relationship Id="rId26" Type="http://schemas.openxmlformats.org/officeDocument/2006/relationships/slide" Target="../slides/slide83.xml" /><Relationship Id="rId3" Type="http://schemas.openxmlformats.org/officeDocument/2006/relationships/slideLayout" Target="../slideLayouts/slideLayout322.xml" /><Relationship Id="rId21" Type="http://schemas.openxmlformats.org/officeDocument/2006/relationships/slide" Target="../slides/slide100.xml" /><Relationship Id="rId34" Type="http://schemas.openxmlformats.org/officeDocument/2006/relationships/image" Target="../media/image1.tmp" /><Relationship Id="rId7" Type="http://schemas.openxmlformats.org/officeDocument/2006/relationships/slideLayout" Target="../slideLayouts/slideLayout326.xml" /><Relationship Id="rId12" Type="http://schemas.openxmlformats.org/officeDocument/2006/relationships/theme" Target="../theme/theme27.xml" /><Relationship Id="rId17" Type="http://schemas.openxmlformats.org/officeDocument/2006/relationships/slide" Target="../slides/slide72.xml" /><Relationship Id="rId25" Type="http://schemas.openxmlformats.org/officeDocument/2006/relationships/slide" Target="../slides/slide82.xml" /><Relationship Id="rId33" Type="http://schemas.openxmlformats.org/officeDocument/2006/relationships/hyperlink" Target="http://www.vegvesen.no/_attachment/61490/binary/1151272?fast_title=H%C3%A5ndbok+V851+L%C3%A6replan+f%C3%B8rerkortklasse+B,+B+kode+96+og+BE.pdf" TargetMode="External" /><Relationship Id="rId2" Type="http://schemas.openxmlformats.org/officeDocument/2006/relationships/slideLayout" Target="../slideLayouts/slideLayout321.xml" /><Relationship Id="rId16" Type="http://schemas.openxmlformats.org/officeDocument/2006/relationships/slide" Target="../slides/slide65.xml" /><Relationship Id="rId20" Type="http://schemas.openxmlformats.org/officeDocument/2006/relationships/slide" Target="../slides/slide93.xml" /><Relationship Id="rId29" Type="http://schemas.openxmlformats.org/officeDocument/2006/relationships/slide" Target="../slides/slide117.xml" /><Relationship Id="rId1" Type="http://schemas.openxmlformats.org/officeDocument/2006/relationships/slideLayout" Target="../slideLayouts/slideLayout320.xml" /><Relationship Id="rId6" Type="http://schemas.openxmlformats.org/officeDocument/2006/relationships/slideLayout" Target="../slideLayouts/slideLayout325.xml" /><Relationship Id="rId11" Type="http://schemas.openxmlformats.org/officeDocument/2006/relationships/slideLayout" Target="../slideLayouts/slideLayout330.xml" /><Relationship Id="rId24" Type="http://schemas.openxmlformats.org/officeDocument/2006/relationships/slide" Target="../slides/slide81.xml" /><Relationship Id="rId32" Type="http://schemas.openxmlformats.org/officeDocument/2006/relationships/slide" Target="../slides/slide131.xml" /><Relationship Id="rId5" Type="http://schemas.openxmlformats.org/officeDocument/2006/relationships/slideLayout" Target="../slideLayouts/slideLayout324.xml" /><Relationship Id="rId15" Type="http://schemas.openxmlformats.org/officeDocument/2006/relationships/slide" Target="../slides/slide210.xml" /><Relationship Id="rId23" Type="http://schemas.openxmlformats.org/officeDocument/2006/relationships/slide" Target="../slides/slide80.xml" /><Relationship Id="rId28" Type="http://schemas.openxmlformats.org/officeDocument/2006/relationships/slide" Target="../slides/slide85.xml" /><Relationship Id="rId36" Type="http://schemas.openxmlformats.org/officeDocument/2006/relationships/image" Target="../media/image2.png" /><Relationship Id="rId10" Type="http://schemas.openxmlformats.org/officeDocument/2006/relationships/slideLayout" Target="../slideLayouts/slideLayout329.xml" /><Relationship Id="rId19" Type="http://schemas.openxmlformats.org/officeDocument/2006/relationships/slide" Target="../slides/slide86.xml" /><Relationship Id="rId31" Type="http://schemas.openxmlformats.org/officeDocument/2006/relationships/slide" Target="../slides/slide138.xml" /><Relationship Id="rId4" Type="http://schemas.openxmlformats.org/officeDocument/2006/relationships/slideLayout" Target="../slideLayouts/slideLayout323.xml" /><Relationship Id="rId9" Type="http://schemas.openxmlformats.org/officeDocument/2006/relationships/slideLayout" Target="../slideLayouts/slideLayout328.xml" /><Relationship Id="rId14" Type="http://schemas.openxmlformats.org/officeDocument/2006/relationships/slide" Target="../slides/slide64.xml" /><Relationship Id="rId22" Type="http://schemas.openxmlformats.org/officeDocument/2006/relationships/slide" Target="../slides/slide107.xml" /><Relationship Id="rId27" Type="http://schemas.openxmlformats.org/officeDocument/2006/relationships/slide" Target="../slides/slide84.xml" /><Relationship Id="rId30" Type="http://schemas.openxmlformats.org/officeDocument/2006/relationships/slide" Target="../slides/slide124.xml" /><Relationship Id="rId35" Type="http://schemas.openxmlformats.org/officeDocument/2006/relationships/hyperlink" Target="https://lovdata.no/dokument/SF/forskrift/2004-10-01-1339/KAPITTEL_11#KAPITTEL_11" TargetMode="External" /></Relationships>
</file>

<file path=ppt/slideMasters/_rels/slideMaster28.xml.rels><?xml version="1.0" encoding="UTF-8" standalone="yes"?>
<Relationships xmlns="http://schemas.openxmlformats.org/package/2006/relationships"><Relationship Id="rId8" Type="http://schemas.openxmlformats.org/officeDocument/2006/relationships/slideLayout" Target="../slideLayouts/slideLayout338.xml" /><Relationship Id="rId13" Type="http://schemas.openxmlformats.org/officeDocument/2006/relationships/slide" Target="../slides/slide14.xml" /><Relationship Id="rId18" Type="http://schemas.openxmlformats.org/officeDocument/2006/relationships/slide" Target="../slides/slide79.xml" /><Relationship Id="rId26" Type="http://schemas.openxmlformats.org/officeDocument/2006/relationships/slide" Target="../slides/slide83.xml" /><Relationship Id="rId3" Type="http://schemas.openxmlformats.org/officeDocument/2006/relationships/slideLayout" Target="../slideLayouts/slideLayout333.xml" /><Relationship Id="rId21" Type="http://schemas.openxmlformats.org/officeDocument/2006/relationships/slide" Target="../slides/slide100.xml" /><Relationship Id="rId34" Type="http://schemas.openxmlformats.org/officeDocument/2006/relationships/image" Target="../media/image1.tmp" /><Relationship Id="rId7" Type="http://schemas.openxmlformats.org/officeDocument/2006/relationships/slideLayout" Target="../slideLayouts/slideLayout337.xml" /><Relationship Id="rId12" Type="http://schemas.openxmlformats.org/officeDocument/2006/relationships/theme" Target="../theme/theme28.xml" /><Relationship Id="rId17" Type="http://schemas.openxmlformats.org/officeDocument/2006/relationships/slide" Target="../slides/slide72.xml" /><Relationship Id="rId25" Type="http://schemas.openxmlformats.org/officeDocument/2006/relationships/slide" Target="../slides/slide82.xml" /><Relationship Id="rId33" Type="http://schemas.openxmlformats.org/officeDocument/2006/relationships/hyperlink" Target="http://www.vegvesen.no/_attachment/61490/binary/1151272?fast_title=H%C3%A5ndbok+V851+L%C3%A6replan+f%C3%B8rerkortklasse+B,+B+kode+96+og+BE.pdf" TargetMode="External" /><Relationship Id="rId2" Type="http://schemas.openxmlformats.org/officeDocument/2006/relationships/slideLayout" Target="../slideLayouts/slideLayout332.xml" /><Relationship Id="rId16" Type="http://schemas.openxmlformats.org/officeDocument/2006/relationships/slide" Target="../slides/slide65.xml" /><Relationship Id="rId20" Type="http://schemas.openxmlformats.org/officeDocument/2006/relationships/slide" Target="../slides/slide93.xml" /><Relationship Id="rId29" Type="http://schemas.openxmlformats.org/officeDocument/2006/relationships/slide" Target="../slides/slide117.xml" /><Relationship Id="rId1" Type="http://schemas.openxmlformats.org/officeDocument/2006/relationships/slideLayout" Target="../slideLayouts/slideLayout331.xml" /><Relationship Id="rId6" Type="http://schemas.openxmlformats.org/officeDocument/2006/relationships/slideLayout" Target="../slideLayouts/slideLayout336.xml" /><Relationship Id="rId11" Type="http://schemas.openxmlformats.org/officeDocument/2006/relationships/slideLayout" Target="../slideLayouts/slideLayout341.xml" /><Relationship Id="rId24" Type="http://schemas.openxmlformats.org/officeDocument/2006/relationships/slide" Target="../slides/slide81.xml" /><Relationship Id="rId32" Type="http://schemas.openxmlformats.org/officeDocument/2006/relationships/slide" Target="../slides/slide131.xml" /><Relationship Id="rId5" Type="http://schemas.openxmlformats.org/officeDocument/2006/relationships/slideLayout" Target="../slideLayouts/slideLayout335.xml" /><Relationship Id="rId15" Type="http://schemas.openxmlformats.org/officeDocument/2006/relationships/slide" Target="../slides/slide210.xml" /><Relationship Id="rId23" Type="http://schemas.openxmlformats.org/officeDocument/2006/relationships/slide" Target="../slides/slide80.xml" /><Relationship Id="rId28" Type="http://schemas.openxmlformats.org/officeDocument/2006/relationships/slide" Target="../slides/slide85.xml" /><Relationship Id="rId36" Type="http://schemas.openxmlformats.org/officeDocument/2006/relationships/image" Target="../media/image2.png" /><Relationship Id="rId10" Type="http://schemas.openxmlformats.org/officeDocument/2006/relationships/slideLayout" Target="../slideLayouts/slideLayout340.xml" /><Relationship Id="rId19" Type="http://schemas.openxmlformats.org/officeDocument/2006/relationships/slide" Target="../slides/slide86.xml" /><Relationship Id="rId31" Type="http://schemas.openxmlformats.org/officeDocument/2006/relationships/slide" Target="../slides/slide138.xml" /><Relationship Id="rId4" Type="http://schemas.openxmlformats.org/officeDocument/2006/relationships/slideLayout" Target="../slideLayouts/slideLayout334.xml" /><Relationship Id="rId9" Type="http://schemas.openxmlformats.org/officeDocument/2006/relationships/slideLayout" Target="../slideLayouts/slideLayout339.xml" /><Relationship Id="rId14" Type="http://schemas.openxmlformats.org/officeDocument/2006/relationships/slide" Target="../slides/slide64.xml" /><Relationship Id="rId22" Type="http://schemas.openxmlformats.org/officeDocument/2006/relationships/slide" Target="../slides/slide107.xml" /><Relationship Id="rId27" Type="http://schemas.openxmlformats.org/officeDocument/2006/relationships/slide" Target="../slides/slide84.xml" /><Relationship Id="rId30" Type="http://schemas.openxmlformats.org/officeDocument/2006/relationships/slide" Target="../slides/slide124.xml" /><Relationship Id="rId35" Type="http://schemas.openxmlformats.org/officeDocument/2006/relationships/hyperlink" Target="https://lovdata.no/dokument/SF/forskrift/2004-10-01-1339/KAPITTEL_11#KAPITTEL_11" TargetMode="External" /></Relationships>
</file>

<file path=ppt/slideMasters/_rels/slideMaster29.xml.rels><?xml version="1.0" encoding="UTF-8" standalone="yes"?>
<Relationships xmlns="http://schemas.openxmlformats.org/package/2006/relationships"><Relationship Id="rId8" Type="http://schemas.openxmlformats.org/officeDocument/2006/relationships/slideLayout" Target="../slideLayouts/slideLayout349.xml" /><Relationship Id="rId13" Type="http://schemas.openxmlformats.org/officeDocument/2006/relationships/slide" Target="../slides/slide14.xml" /><Relationship Id="rId18" Type="http://schemas.openxmlformats.org/officeDocument/2006/relationships/slide" Target="../slides/slide79.xml" /><Relationship Id="rId26" Type="http://schemas.openxmlformats.org/officeDocument/2006/relationships/slide" Target="../slides/slide83.xml" /><Relationship Id="rId3" Type="http://schemas.openxmlformats.org/officeDocument/2006/relationships/slideLayout" Target="../slideLayouts/slideLayout344.xml" /><Relationship Id="rId21" Type="http://schemas.openxmlformats.org/officeDocument/2006/relationships/slide" Target="../slides/slide100.xml" /><Relationship Id="rId34" Type="http://schemas.openxmlformats.org/officeDocument/2006/relationships/image" Target="../media/image1.tmp" /><Relationship Id="rId7" Type="http://schemas.openxmlformats.org/officeDocument/2006/relationships/slideLayout" Target="../slideLayouts/slideLayout348.xml" /><Relationship Id="rId12" Type="http://schemas.openxmlformats.org/officeDocument/2006/relationships/theme" Target="../theme/theme29.xml" /><Relationship Id="rId17" Type="http://schemas.openxmlformats.org/officeDocument/2006/relationships/slide" Target="../slides/slide72.xml" /><Relationship Id="rId25" Type="http://schemas.openxmlformats.org/officeDocument/2006/relationships/slide" Target="../slides/slide82.xml" /><Relationship Id="rId33" Type="http://schemas.openxmlformats.org/officeDocument/2006/relationships/hyperlink" Target="http://www.vegvesen.no/_attachment/61490/binary/1151272?fast_title=H%C3%A5ndbok+V851+L%C3%A6replan+f%C3%B8rerkortklasse+B,+B+kode+96+og+BE.pdf" TargetMode="External" /><Relationship Id="rId2" Type="http://schemas.openxmlformats.org/officeDocument/2006/relationships/slideLayout" Target="../slideLayouts/slideLayout343.xml" /><Relationship Id="rId16" Type="http://schemas.openxmlformats.org/officeDocument/2006/relationships/slide" Target="../slides/slide65.xml" /><Relationship Id="rId20" Type="http://schemas.openxmlformats.org/officeDocument/2006/relationships/slide" Target="../slides/slide93.xml" /><Relationship Id="rId29" Type="http://schemas.openxmlformats.org/officeDocument/2006/relationships/slide" Target="../slides/slide117.xml" /><Relationship Id="rId1" Type="http://schemas.openxmlformats.org/officeDocument/2006/relationships/slideLayout" Target="../slideLayouts/slideLayout342.xml" /><Relationship Id="rId6" Type="http://schemas.openxmlformats.org/officeDocument/2006/relationships/slideLayout" Target="../slideLayouts/slideLayout347.xml" /><Relationship Id="rId11" Type="http://schemas.openxmlformats.org/officeDocument/2006/relationships/slideLayout" Target="../slideLayouts/slideLayout352.xml" /><Relationship Id="rId24" Type="http://schemas.openxmlformats.org/officeDocument/2006/relationships/slide" Target="../slides/slide81.xml" /><Relationship Id="rId32" Type="http://schemas.openxmlformats.org/officeDocument/2006/relationships/slide" Target="../slides/slide131.xml" /><Relationship Id="rId5" Type="http://schemas.openxmlformats.org/officeDocument/2006/relationships/slideLayout" Target="../slideLayouts/slideLayout346.xml" /><Relationship Id="rId15" Type="http://schemas.openxmlformats.org/officeDocument/2006/relationships/slide" Target="../slides/slide210.xml" /><Relationship Id="rId23" Type="http://schemas.openxmlformats.org/officeDocument/2006/relationships/slide" Target="../slides/slide80.xml" /><Relationship Id="rId28" Type="http://schemas.openxmlformats.org/officeDocument/2006/relationships/slide" Target="../slides/slide85.xml" /><Relationship Id="rId36" Type="http://schemas.openxmlformats.org/officeDocument/2006/relationships/image" Target="../media/image2.png" /><Relationship Id="rId10" Type="http://schemas.openxmlformats.org/officeDocument/2006/relationships/slideLayout" Target="../slideLayouts/slideLayout351.xml" /><Relationship Id="rId19" Type="http://schemas.openxmlformats.org/officeDocument/2006/relationships/slide" Target="../slides/slide86.xml" /><Relationship Id="rId31" Type="http://schemas.openxmlformats.org/officeDocument/2006/relationships/slide" Target="../slides/slide138.xml" /><Relationship Id="rId4" Type="http://schemas.openxmlformats.org/officeDocument/2006/relationships/slideLayout" Target="../slideLayouts/slideLayout345.xml" /><Relationship Id="rId9" Type="http://schemas.openxmlformats.org/officeDocument/2006/relationships/slideLayout" Target="../slideLayouts/slideLayout350.xml" /><Relationship Id="rId14" Type="http://schemas.openxmlformats.org/officeDocument/2006/relationships/slide" Target="../slides/slide64.xml" /><Relationship Id="rId22" Type="http://schemas.openxmlformats.org/officeDocument/2006/relationships/slide" Target="../slides/slide107.xml" /><Relationship Id="rId27" Type="http://schemas.openxmlformats.org/officeDocument/2006/relationships/slide" Target="../slides/slide84.xml" /><Relationship Id="rId30" Type="http://schemas.openxmlformats.org/officeDocument/2006/relationships/slide" Target="../slides/slide124.xml" /><Relationship Id="rId35" Type="http://schemas.openxmlformats.org/officeDocument/2006/relationships/hyperlink" Target="https://lovdata.no/dokument/SF/forskrift/2004-10-01-1339/KAPITTEL_11#KAPITTEL_11" TargetMode="External" /></Relationships>
</file>

<file path=ppt/slideMasters/_rels/slideMaster30.xml.rels><?xml version="1.0" encoding="UTF-8" standalone="yes"?>
<Relationships xmlns="http://schemas.openxmlformats.org/package/2006/relationships"><Relationship Id="rId8" Type="http://schemas.openxmlformats.org/officeDocument/2006/relationships/slideLayout" Target="../slideLayouts/slideLayout360.xml" /><Relationship Id="rId13" Type="http://schemas.openxmlformats.org/officeDocument/2006/relationships/slide" Target="../slides/slide14.xml" /><Relationship Id="rId18" Type="http://schemas.openxmlformats.org/officeDocument/2006/relationships/slide" Target="../slides/slide79.xml" /><Relationship Id="rId26" Type="http://schemas.openxmlformats.org/officeDocument/2006/relationships/slide" Target="../slides/slide83.xml" /><Relationship Id="rId3" Type="http://schemas.openxmlformats.org/officeDocument/2006/relationships/slideLayout" Target="../slideLayouts/slideLayout355.xml" /><Relationship Id="rId21" Type="http://schemas.openxmlformats.org/officeDocument/2006/relationships/slide" Target="../slides/slide100.xml" /><Relationship Id="rId34" Type="http://schemas.openxmlformats.org/officeDocument/2006/relationships/image" Target="../media/image1.tmp" /><Relationship Id="rId7" Type="http://schemas.openxmlformats.org/officeDocument/2006/relationships/slideLayout" Target="../slideLayouts/slideLayout359.xml" /><Relationship Id="rId12" Type="http://schemas.openxmlformats.org/officeDocument/2006/relationships/theme" Target="../theme/theme30.xml" /><Relationship Id="rId17" Type="http://schemas.openxmlformats.org/officeDocument/2006/relationships/slide" Target="../slides/slide72.xml" /><Relationship Id="rId25" Type="http://schemas.openxmlformats.org/officeDocument/2006/relationships/slide" Target="../slides/slide82.xml" /><Relationship Id="rId33" Type="http://schemas.openxmlformats.org/officeDocument/2006/relationships/hyperlink" Target="http://www.vegvesen.no/_attachment/61490/binary/1151272?fast_title=H%C3%A5ndbok+V851+L%C3%A6replan+f%C3%B8rerkortklasse+B,+B+kode+96+og+BE.pdf" TargetMode="External" /><Relationship Id="rId2" Type="http://schemas.openxmlformats.org/officeDocument/2006/relationships/slideLayout" Target="../slideLayouts/slideLayout354.xml" /><Relationship Id="rId16" Type="http://schemas.openxmlformats.org/officeDocument/2006/relationships/slide" Target="../slides/slide65.xml" /><Relationship Id="rId20" Type="http://schemas.openxmlformats.org/officeDocument/2006/relationships/slide" Target="../slides/slide93.xml" /><Relationship Id="rId29" Type="http://schemas.openxmlformats.org/officeDocument/2006/relationships/slide" Target="../slides/slide117.xml" /><Relationship Id="rId1" Type="http://schemas.openxmlformats.org/officeDocument/2006/relationships/slideLayout" Target="../slideLayouts/slideLayout353.xml" /><Relationship Id="rId6" Type="http://schemas.openxmlformats.org/officeDocument/2006/relationships/slideLayout" Target="../slideLayouts/slideLayout358.xml" /><Relationship Id="rId11" Type="http://schemas.openxmlformats.org/officeDocument/2006/relationships/slideLayout" Target="../slideLayouts/slideLayout363.xml" /><Relationship Id="rId24" Type="http://schemas.openxmlformats.org/officeDocument/2006/relationships/slide" Target="../slides/slide81.xml" /><Relationship Id="rId32" Type="http://schemas.openxmlformats.org/officeDocument/2006/relationships/slide" Target="../slides/slide131.xml" /><Relationship Id="rId5" Type="http://schemas.openxmlformats.org/officeDocument/2006/relationships/slideLayout" Target="../slideLayouts/slideLayout357.xml" /><Relationship Id="rId15" Type="http://schemas.openxmlformats.org/officeDocument/2006/relationships/slide" Target="../slides/slide210.xml" /><Relationship Id="rId23" Type="http://schemas.openxmlformats.org/officeDocument/2006/relationships/slide" Target="../slides/slide80.xml" /><Relationship Id="rId28" Type="http://schemas.openxmlformats.org/officeDocument/2006/relationships/slide" Target="../slides/slide85.xml" /><Relationship Id="rId36" Type="http://schemas.openxmlformats.org/officeDocument/2006/relationships/image" Target="../media/image2.png" /><Relationship Id="rId10" Type="http://schemas.openxmlformats.org/officeDocument/2006/relationships/slideLayout" Target="../slideLayouts/slideLayout362.xml" /><Relationship Id="rId19" Type="http://schemas.openxmlformats.org/officeDocument/2006/relationships/slide" Target="../slides/slide86.xml" /><Relationship Id="rId31" Type="http://schemas.openxmlformats.org/officeDocument/2006/relationships/slide" Target="../slides/slide138.xml" /><Relationship Id="rId4" Type="http://schemas.openxmlformats.org/officeDocument/2006/relationships/slideLayout" Target="../slideLayouts/slideLayout356.xml" /><Relationship Id="rId9" Type="http://schemas.openxmlformats.org/officeDocument/2006/relationships/slideLayout" Target="../slideLayouts/slideLayout361.xml" /><Relationship Id="rId14" Type="http://schemas.openxmlformats.org/officeDocument/2006/relationships/slide" Target="../slides/slide64.xml" /><Relationship Id="rId22" Type="http://schemas.openxmlformats.org/officeDocument/2006/relationships/slide" Target="../slides/slide107.xml" /><Relationship Id="rId27" Type="http://schemas.openxmlformats.org/officeDocument/2006/relationships/slide" Target="../slides/slide84.xml" /><Relationship Id="rId30" Type="http://schemas.openxmlformats.org/officeDocument/2006/relationships/slide" Target="../slides/slide124.xml" /><Relationship Id="rId35" Type="http://schemas.openxmlformats.org/officeDocument/2006/relationships/hyperlink" Target="https://lovdata.no/dokument/SF/forskrift/2004-10-01-1339/KAPITTEL_11#KAPITTEL_11" TargetMode="External" /></Relationships>
</file>

<file path=ppt/slideMasters/_rels/slideMaster31.xml.rels><?xml version="1.0" encoding="UTF-8" standalone="yes"?>
<Relationships xmlns="http://schemas.openxmlformats.org/package/2006/relationships"><Relationship Id="rId8" Type="http://schemas.openxmlformats.org/officeDocument/2006/relationships/slideLayout" Target="../slideLayouts/slideLayout371.xml" /><Relationship Id="rId13" Type="http://schemas.openxmlformats.org/officeDocument/2006/relationships/slide" Target="../slides/slide14.xml" /><Relationship Id="rId18" Type="http://schemas.openxmlformats.org/officeDocument/2006/relationships/slide" Target="../slides/slide79.xml" /><Relationship Id="rId26" Type="http://schemas.openxmlformats.org/officeDocument/2006/relationships/slide" Target="../slides/slide83.xml" /><Relationship Id="rId3" Type="http://schemas.openxmlformats.org/officeDocument/2006/relationships/slideLayout" Target="../slideLayouts/slideLayout366.xml" /><Relationship Id="rId21" Type="http://schemas.openxmlformats.org/officeDocument/2006/relationships/slide" Target="../slides/slide100.xml" /><Relationship Id="rId34" Type="http://schemas.openxmlformats.org/officeDocument/2006/relationships/image" Target="../media/image1.tmp" /><Relationship Id="rId7" Type="http://schemas.openxmlformats.org/officeDocument/2006/relationships/slideLayout" Target="../slideLayouts/slideLayout370.xml" /><Relationship Id="rId12" Type="http://schemas.openxmlformats.org/officeDocument/2006/relationships/theme" Target="../theme/theme31.xml" /><Relationship Id="rId17" Type="http://schemas.openxmlformats.org/officeDocument/2006/relationships/slide" Target="../slides/slide72.xml" /><Relationship Id="rId25" Type="http://schemas.openxmlformats.org/officeDocument/2006/relationships/slide" Target="../slides/slide82.xml" /><Relationship Id="rId33" Type="http://schemas.openxmlformats.org/officeDocument/2006/relationships/hyperlink" Target="http://www.vegvesen.no/_attachment/61490/binary/1151272?fast_title=H%C3%A5ndbok+V851+L%C3%A6replan+f%C3%B8rerkortklasse+B,+B+kode+96+og+BE.pdf" TargetMode="External" /><Relationship Id="rId2" Type="http://schemas.openxmlformats.org/officeDocument/2006/relationships/slideLayout" Target="../slideLayouts/slideLayout365.xml" /><Relationship Id="rId16" Type="http://schemas.openxmlformats.org/officeDocument/2006/relationships/slide" Target="../slides/slide65.xml" /><Relationship Id="rId20" Type="http://schemas.openxmlformats.org/officeDocument/2006/relationships/slide" Target="../slides/slide93.xml" /><Relationship Id="rId29" Type="http://schemas.openxmlformats.org/officeDocument/2006/relationships/slide" Target="../slides/slide117.xml" /><Relationship Id="rId1" Type="http://schemas.openxmlformats.org/officeDocument/2006/relationships/slideLayout" Target="../slideLayouts/slideLayout364.xml" /><Relationship Id="rId6" Type="http://schemas.openxmlformats.org/officeDocument/2006/relationships/slideLayout" Target="../slideLayouts/slideLayout369.xml" /><Relationship Id="rId11" Type="http://schemas.openxmlformats.org/officeDocument/2006/relationships/slideLayout" Target="../slideLayouts/slideLayout374.xml" /><Relationship Id="rId24" Type="http://schemas.openxmlformats.org/officeDocument/2006/relationships/slide" Target="../slides/slide81.xml" /><Relationship Id="rId32" Type="http://schemas.openxmlformats.org/officeDocument/2006/relationships/slide" Target="../slides/slide131.xml" /><Relationship Id="rId5" Type="http://schemas.openxmlformats.org/officeDocument/2006/relationships/slideLayout" Target="../slideLayouts/slideLayout368.xml" /><Relationship Id="rId15" Type="http://schemas.openxmlformats.org/officeDocument/2006/relationships/slide" Target="../slides/slide210.xml" /><Relationship Id="rId23" Type="http://schemas.openxmlformats.org/officeDocument/2006/relationships/slide" Target="../slides/slide80.xml" /><Relationship Id="rId28" Type="http://schemas.openxmlformats.org/officeDocument/2006/relationships/slide" Target="../slides/slide85.xml" /><Relationship Id="rId36" Type="http://schemas.openxmlformats.org/officeDocument/2006/relationships/image" Target="../media/image2.png" /><Relationship Id="rId10" Type="http://schemas.openxmlformats.org/officeDocument/2006/relationships/slideLayout" Target="../slideLayouts/slideLayout373.xml" /><Relationship Id="rId19" Type="http://schemas.openxmlformats.org/officeDocument/2006/relationships/slide" Target="../slides/slide86.xml" /><Relationship Id="rId31" Type="http://schemas.openxmlformats.org/officeDocument/2006/relationships/slide" Target="../slides/slide138.xml" /><Relationship Id="rId4" Type="http://schemas.openxmlformats.org/officeDocument/2006/relationships/slideLayout" Target="../slideLayouts/slideLayout367.xml" /><Relationship Id="rId9" Type="http://schemas.openxmlformats.org/officeDocument/2006/relationships/slideLayout" Target="../slideLayouts/slideLayout372.xml" /><Relationship Id="rId14" Type="http://schemas.openxmlformats.org/officeDocument/2006/relationships/slide" Target="../slides/slide64.xml" /><Relationship Id="rId22" Type="http://schemas.openxmlformats.org/officeDocument/2006/relationships/slide" Target="../slides/slide107.xml" /><Relationship Id="rId27" Type="http://schemas.openxmlformats.org/officeDocument/2006/relationships/slide" Target="../slides/slide84.xml" /><Relationship Id="rId30" Type="http://schemas.openxmlformats.org/officeDocument/2006/relationships/slide" Target="../slides/slide124.xml" /><Relationship Id="rId35" Type="http://schemas.openxmlformats.org/officeDocument/2006/relationships/hyperlink" Target="https://lovdata.no/dokument/SF/forskrift/2004-10-01-1339/KAPITTEL_11#KAPITTEL_11" TargetMode="External" /></Relationships>
</file>

<file path=ppt/slideMasters/_rels/slideMaster32.xml.rels><?xml version="1.0" encoding="UTF-8" standalone="yes"?>
<Relationships xmlns="http://schemas.openxmlformats.org/package/2006/relationships"><Relationship Id="rId8" Type="http://schemas.openxmlformats.org/officeDocument/2006/relationships/slideLayout" Target="../slideLayouts/slideLayout382.xml" /><Relationship Id="rId13" Type="http://schemas.openxmlformats.org/officeDocument/2006/relationships/slide" Target="../slides/slide14.xml" /><Relationship Id="rId18" Type="http://schemas.openxmlformats.org/officeDocument/2006/relationships/slide" Target="../slides/slide79.xml" /><Relationship Id="rId26" Type="http://schemas.openxmlformats.org/officeDocument/2006/relationships/slide" Target="../slides/slide83.xml" /><Relationship Id="rId3" Type="http://schemas.openxmlformats.org/officeDocument/2006/relationships/slideLayout" Target="../slideLayouts/slideLayout377.xml" /><Relationship Id="rId21" Type="http://schemas.openxmlformats.org/officeDocument/2006/relationships/slide" Target="../slides/slide100.xml" /><Relationship Id="rId34" Type="http://schemas.openxmlformats.org/officeDocument/2006/relationships/image" Target="../media/image1.tmp" /><Relationship Id="rId7" Type="http://schemas.openxmlformats.org/officeDocument/2006/relationships/slideLayout" Target="../slideLayouts/slideLayout381.xml" /><Relationship Id="rId12" Type="http://schemas.openxmlformats.org/officeDocument/2006/relationships/theme" Target="../theme/theme32.xml" /><Relationship Id="rId17" Type="http://schemas.openxmlformats.org/officeDocument/2006/relationships/slide" Target="../slides/slide72.xml" /><Relationship Id="rId25" Type="http://schemas.openxmlformats.org/officeDocument/2006/relationships/slide" Target="../slides/slide82.xml" /><Relationship Id="rId33" Type="http://schemas.openxmlformats.org/officeDocument/2006/relationships/hyperlink" Target="http://www.vegvesen.no/_attachment/61490/binary/1151272?fast_title=H%C3%A5ndbok+V851+L%C3%A6replan+f%C3%B8rerkortklasse+B,+B+kode+96+og+BE.pdf" TargetMode="External" /><Relationship Id="rId2" Type="http://schemas.openxmlformats.org/officeDocument/2006/relationships/slideLayout" Target="../slideLayouts/slideLayout376.xml" /><Relationship Id="rId16" Type="http://schemas.openxmlformats.org/officeDocument/2006/relationships/slide" Target="../slides/slide65.xml" /><Relationship Id="rId20" Type="http://schemas.openxmlformats.org/officeDocument/2006/relationships/slide" Target="../slides/slide93.xml" /><Relationship Id="rId29" Type="http://schemas.openxmlformats.org/officeDocument/2006/relationships/slide" Target="../slides/slide117.xml" /><Relationship Id="rId1" Type="http://schemas.openxmlformats.org/officeDocument/2006/relationships/slideLayout" Target="../slideLayouts/slideLayout375.xml" /><Relationship Id="rId6" Type="http://schemas.openxmlformats.org/officeDocument/2006/relationships/slideLayout" Target="../slideLayouts/slideLayout380.xml" /><Relationship Id="rId11" Type="http://schemas.openxmlformats.org/officeDocument/2006/relationships/slideLayout" Target="../slideLayouts/slideLayout385.xml" /><Relationship Id="rId24" Type="http://schemas.openxmlformats.org/officeDocument/2006/relationships/slide" Target="../slides/slide81.xml" /><Relationship Id="rId32" Type="http://schemas.openxmlformats.org/officeDocument/2006/relationships/slide" Target="../slides/slide131.xml" /><Relationship Id="rId5" Type="http://schemas.openxmlformats.org/officeDocument/2006/relationships/slideLayout" Target="../slideLayouts/slideLayout379.xml" /><Relationship Id="rId15" Type="http://schemas.openxmlformats.org/officeDocument/2006/relationships/slide" Target="../slides/slide210.xml" /><Relationship Id="rId23" Type="http://schemas.openxmlformats.org/officeDocument/2006/relationships/slide" Target="../slides/slide80.xml" /><Relationship Id="rId28" Type="http://schemas.openxmlformats.org/officeDocument/2006/relationships/slide" Target="../slides/slide85.xml" /><Relationship Id="rId36" Type="http://schemas.openxmlformats.org/officeDocument/2006/relationships/image" Target="../media/image2.png" /><Relationship Id="rId10" Type="http://schemas.openxmlformats.org/officeDocument/2006/relationships/slideLayout" Target="../slideLayouts/slideLayout384.xml" /><Relationship Id="rId19" Type="http://schemas.openxmlformats.org/officeDocument/2006/relationships/slide" Target="../slides/slide86.xml" /><Relationship Id="rId31" Type="http://schemas.openxmlformats.org/officeDocument/2006/relationships/slide" Target="../slides/slide138.xml" /><Relationship Id="rId4" Type="http://schemas.openxmlformats.org/officeDocument/2006/relationships/slideLayout" Target="../slideLayouts/slideLayout378.xml" /><Relationship Id="rId9" Type="http://schemas.openxmlformats.org/officeDocument/2006/relationships/slideLayout" Target="../slideLayouts/slideLayout383.xml" /><Relationship Id="rId14" Type="http://schemas.openxmlformats.org/officeDocument/2006/relationships/slide" Target="../slides/slide64.xml" /><Relationship Id="rId22" Type="http://schemas.openxmlformats.org/officeDocument/2006/relationships/slide" Target="../slides/slide107.xml" /><Relationship Id="rId27" Type="http://schemas.openxmlformats.org/officeDocument/2006/relationships/slide" Target="../slides/slide84.xml" /><Relationship Id="rId30" Type="http://schemas.openxmlformats.org/officeDocument/2006/relationships/slide" Target="../slides/slide124.xml" /><Relationship Id="rId35" Type="http://schemas.openxmlformats.org/officeDocument/2006/relationships/hyperlink" Target="https://lovdata.no/dokument/SF/forskrift/2004-10-01-1339/KAPITTEL_11#KAPITTEL_11" TargetMode="External" /></Relationships>
</file>

<file path=ppt/slideMasters/_rels/slideMaster33.xml.rels><?xml version="1.0" encoding="UTF-8" standalone="yes"?>
<Relationships xmlns="http://schemas.openxmlformats.org/package/2006/relationships"><Relationship Id="rId8" Type="http://schemas.openxmlformats.org/officeDocument/2006/relationships/slideLayout" Target="../slideLayouts/slideLayout393.xml" /><Relationship Id="rId13" Type="http://schemas.openxmlformats.org/officeDocument/2006/relationships/slideLayout" Target="../slideLayouts/slideLayout398.xml" /><Relationship Id="rId18" Type="http://schemas.openxmlformats.org/officeDocument/2006/relationships/slideLayout" Target="../slideLayouts/slideLayout403.xml" /><Relationship Id="rId26" Type="http://schemas.openxmlformats.org/officeDocument/2006/relationships/slide" Target="../slides/slide86.xml" /><Relationship Id="rId39" Type="http://schemas.openxmlformats.org/officeDocument/2006/relationships/slide" Target="../slides/slide131.xml" /><Relationship Id="rId3" Type="http://schemas.openxmlformats.org/officeDocument/2006/relationships/slideLayout" Target="../slideLayouts/slideLayout388.xml" /><Relationship Id="rId21" Type="http://schemas.openxmlformats.org/officeDocument/2006/relationships/slide" Target="../slides/slide64.xml" /><Relationship Id="rId34" Type="http://schemas.openxmlformats.org/officeDocument/2006/relationships/slide" Target="../slides/slide91.xml" /><Relationship Id="rId42" Type="http://schemas.openxmlformats.org/officeDocument/2006/relationships/hyperlink" Target="https://lovdata.no/dokument/SF/forskrift/2004-10-01-1339/KAPITTEL_11#KAPITTEL_11" TargetMode="External" /><Relationship Id="rId7" Type="http://schemas.openxmlformats.org/officeDocument/2006/relationships/slideLayout" Target="../slideLayouts/slideLayout392.xml" /><Relationship Id="rId12" Type="http://schemas.openxmlformats.org/officeDocument/2006/relationships/slideLayout" Target="../slideLayouts/slideLayout397.xml" /><Relationship Id="rId17" Type="http://schemas.openxmlformats.org/officeDocument/2006/relationships/slideLayout" Target="../slideLayouts/slideLayout402.xml" /><Relationship Id="rId25" Type="http://schemas.openxmlformats.org/officeDocument/2006/relationships/slide" Target="../slides/slide79.xml" /><Relationship Id="rId33" Type="http://schemas.openxmlformats.org/officeDocument/2006/relationships/slide" Target="../slides/slide90.xml" /><Relationship Id="rId38" Type="http://schemas.openxmlformats.org/officeDocument/2006/relationships/slide" Target="../slides/slide138.xml" /><Relationship Id="rId2" Type="http://schemas.openxmlformats.org/officeDocument/2006/relationships/slideLayout" Target="../slideLayouts/slideLayout387.xml" /><Relationship Id="rId16" Type="http://schemas.openxmlformats.org/officeDocument/2006/relationships/slideLayout" Target="../slideLayouts/slideLayout401.xml" /><Relationship Id="rId20" Type="http://schemas.openxmlformats.org/officeDocument/2006/relationships/slide" Target="../slides/slide14.xml" /><Relationship Id="rId29" Type="http://schemas.openxmlformats.org/officeDocument/2006/relationships/slide" Target="../slides/slide107.xml" /><Relationship Id="rId41" Type="http://schemas.openxmlformats.org/officeDocument/2006/relationships/image" Target="../media/image1.tmp" /><Relationship Id="rId1" Type="http://schemas.openxmlformats.org/officeDocument/2006/relationships/slideLayout" Target="../slideLayouts/slideLayout386.xml" /><Relationship Id="rId6" Type="http://schemas.openxmlformats.org/officeDocument/2006/relationships/slideLayout" Target="../slideLayouts/slideLayout391.xml" /><Relationship Id="rId11" Type="http://schemas.openxmlformats.org/officeDocument/2006/relationships/slideLayout" Target="../slideLayouts/slideLayout396.xml" /><Relationship Id="rId24" Type="http://schemas.openxmlformats.org/officeDocument/2006/relationships/slide" Target="../slides/slide72.xml" /><Relationship Id="rId32" Type="http://schemas.openxmlformats.org/officeDocument/2006/relationships/slide" Target="../slides/slide89.xml" /><Relationship Id="rId37" Type="http://schemas.openxmlformats.org/officeDocument/2006/relationships/slide" Target="../slides/slide124.xml" /><Relationship Id="rId40" Type="http://schemas.openxmlformats.org/officeDocument/2006/relationships/hyperlink" Target="http://www.vegvesen.no/_attachment/61490/binary/1151272?fast_title=H%C3%A5ndbok+V851+L%C3%A6replan+f%C3%B8rerkortklasse+B,+B+kode+96+og+BE.pdf" TargetMode="External" /><Relationship Id="rId5" Type="http://schemas.openxmlformats.org/officeDocument/2006/relationships/slideLayout" Target="../slideLayouts/slideLayout390.xml" /><Relationship Id="rId15" Type="http://schemas.openxmlformats.org/officeDocument/2006/relationships/slideLayout" Target="../slideLayouts/slideLayout400.xml" /><Relationship Id="rId23" Type="http://schemas.openxmlformats.org/officeDocument/2006/relationships/slide" Target="../slides/slide65.xml" /><Relationship Id="rId28" Type="http://schemas.openxmlformats.org/officeDocument/2006/relationships/slide" Target="../slides/slide100.xml" /><Relationship Id="rId36" Type="http://schemas.openxmlformats.org/officeDocument/2006/relationships/slide" Target="../slides/slide117.xml" /><Relationship Id="rId10" Type="http://schemas.openxmlformats.org/officeDocument/2006/relationships/slideLayout" Target="../slideLayouts/slideLayout395.xml" /><Relationship Id="rId19" Type="http://schemas.openxmlformats.org/officeDocument/2006/relationships/theme" Target="../theme/theme33.xml" /><Relationship Id="rId31" Type="http://schemas.openxmlformats.org/officeDocument/2006/relationships/slide" Target="../slides/slide88.xml" /><Relationship Id="rId4" Type="http://schemas.openxmlformats.org/officeDocument/2006/relationships/slideLayout" Target="../slideLayouts/slideLayout389.xml" /><Relationship Id="rId9" Type="http://schemas.openxmlformats.org/officeDocument/2006/relationships/slideLayout" Target="../slideLayouts/slideLayout394.xml" /><Relationship Id="rId14" Type="http://schemas.openxmlformats.org/officeDocument/2006/relationships/slideLayout" Target="../slideLayouts/slideLayout399.xml" /><Relationship Id="rId22" Type="http://schemas.openxmlformats.org/officeDocument/2006/relationships/slide" Target="../slides/slide210.xml" /><Relationship Id="rId27" Type="http://schemas.openxmlformats.org/officeDocument/2006/relationships/slide" Target="../slides/slide93.xml" /><Relationship Id="rId30" Type="http://schemas.openxmlformats.org/officeDocument/2006/relationships/slide" Target="../slides/slide87.xml" /><Relationship Id="rId35" Type="http://schemas.openxmlformats.org/officeDocument/2006/relationships/slide" Target="../slides/slide92.xml" /><Relationship Id="rId43" Type="http://schemas.openxmlformats.org/officeDocument/2006/relationships/image" Target="../media/image2.png" /></Relationships>
</file>

<file path=ppt/slideMasters/_rels/slideMaster34.xml.rels><?xml version="1.0" encoding="UTF-8" standalone="yes"?>
<Relationships xmlns="http://schemas.openxmlformats.org/package/2006/relationships"><Relationship Id="rId8" Type="http://schemas.openxmlformats.org/officeDocument/2006/relationships/slideLayout" Target="../slideLayouts/slideLayout411.xml" /><Relationship Id="rId13" Type="http://schemas.openxmlformats.org/officeDocument/2006/relationships/slideLayout" Target="../slideLayouts/slideLayout416.xml" /><Relationship Id="rId18" Type="http://schemas.openxmlformats.org/officeDocument/2006/relationships/theme" Target="../theme/theme34.xml" /><Relationship Id="rId26" Type="http://schemas.openxmlformats.org/officeDocument/2006/relationships/slide" Target="../slides/slide93.xml" /><Relationship Id="rId3" Type="http://schemas.openxmlformats.org/officeDocument/2006/relationships/slideLayout" Target="../slideLayouts/slideLayout406.xml" /><Relationship Id="rId21" Type="http://schemas.openxmlformats.org/officeDocument/2006/relationships/slide" Target="../slides/slide210.xml" /><Relationship Id="rId34" Type="http://schemas.openxmlformats.org/officeDocument/2006/relationships/image" Target="../media/image1.tmp" /><Relationship Id="rId7" Type="http://schemas.openxmlformats.org/officeDocument/2006/relationships/slideLayout" Target="../slideLayouts/slideLayout410.xml" /><Relationship Id="rId12" Type="http://schemas.openxmlformats.org/officeDocument/2006/relationships/slideLayout" Target="../slideLayouts/slideLayout415.xml" /><Relationship Id="rId17" Type="http://schemas.openxmlformats.org/officeDocument/2006/relationships/slideLayout" Target="../slideLayouts/slideLayout420.xml" /><Relationship Id="rId25" Type="http://schemas.openxmlformats.org/officeDocument/2006/relationships/slide" Target="../slides/slide86.xml" /><Relationship Id="rId33" Type="http://schemas.openxmlformats.org/officeDocument/2006/relationships/hyperlink" Target="http://www.vegvesen.no/_attachment/61490/binary/1151272?fast_title=H%C3%A5ndbok+V851+L%C3%A6replan+f%C3%B8rerkortklasse+B,+B+kode+96+og+BE.pdf" TargetMode="External" /><Relationship Id="rId2" Type="http://schemas.openxmlformats.org/officeDocument/2006/relationships/slideLayout" Target="../slideLayouts/slideLayout405.xml" /><Relationship Id="rId16" Type="http://schemas.openxmlformats.org/officeDocument/2006/relationships/slideLayout" Target="../slideLayouts/slideLayout419.xml" /><Relationship Id="rId20" Type="http://schemas.openxmlformats.org/officeDocument/2006/relationships/slide" Target="../slides/slide64.xml" /><Relationship Id="rId29" Type="http://schemas.openxmlformats.org/officeDocument/2006/relationships/slide" Target="../slides/slide117.xml" /><Relationship Id="rId1" Type="http://schemas.openxmlformats.org/officeDocument/2006/relationships/slideLayout" Target="../slideLayouts/slideLayout404.xml" /><Relationship Id="rId6" Type="http://schemas.openxmlformats.org/officeDocument/2006/relationships/slideLayout" Target="../slideLayouts/slideLayout409.xml" /><Relationship Id="rId11" Type="http://schemas.openxmlformats.org/officeDocument/2006/relationships/slideLayout" Target="../slideLayouts/slideLayout414.xml" /><Relationship Id="rId24" Type="http://schemas.openxmlformats.org/officeDocument/2006/relationships/slide" Target="../slides/slide79.xml" /><Relationship Id="rId32" Type="http://schemas.openxmlformats.org/officeDocument/2006/relationships/slide" Target="../slides/slide131.xml" /><Relationship Id="rId5" Type="http://schemas.openxmlformats.org/officeDocument/2006/relationships/slideLayout" Target="../slideLayouts/slideLayout408.xml" /><Relationship Id="rId15" Type="http://schemas.openxmlformats.org/officeDocument/2006/relationships/slideLayout" Target="../slideLayouts/slideLayout418.xml" /><Relationship Id="rId23" Type="http://schemas.openxmlformats.org/officeDocument/2006/relationships/slide" Target="../slides/slide72.xml" /><Relationship Id="rId28" Type="http://schemas.openxmlformats.org/officeDocument/2006/relationships/slide" Target="../slides/slide107.xml" /><Relationship Id="rId36" Type="http://schemas.openxmlformats.org/officeDocument/2006/relationships/image" Target="../media/image2.png" /><Relationship Id="rId10" Type="http://schemas.openxmlformats.org/officeDocument/2006/relationships/slideLayout" Target="../slideLayouts/slideLayout413.xml" /><Relationship Id="rId19" Type="http://schemas.openxmlformats.org/officeDocument/2006/relationships/slide" Target="../slides/slide14.xml" /><Relationship Id="rId31" Type="http://schemas.openxmlformats.org/officeDocument/2006/relationships/slide" Target="../slides/slide138.xml" /><Relationship Id="rId4" Type="http://schemas.openxmlformats.org/officeDocument/2006/relationships/slideLayout" Target="../slideLayouts/slideLayout407.xml" /><Relationship Id="rId9" Type="http://schemas.openxmlformats.org/officeDocument/2006/relationships/slideLayout" Target="../slideLayouts/slideLayout412.xml" /><Relationship Id="rId14" Type="http://schemas.openxmlformats.org/officeDocument/2006/relationships/slideLayout" Target="../slideLayouts/slideLayout417.xml" /><Relationship Id="rId22" Type="http://schemas.openxmlformats.org/officeDocument/2006/relationships/slide" Target="../slides/slide65.xml" /><Relationship Id="rId27" Type="http://schemas.openxmlformats.org/officeDocument/2006/relationships/slide" Target="../slides/slide100.xml" /><Relationship Id="rId30" Type="http://schemas.openxmlformats.org/officeDocument/2006/relationships/slide" Target="../slides/slide124.xml" /><Relationship Id="rId35" Type="http://schemas.openxmlformats.org/officeDocument/2006/relationships/hyperlink" Target="https://lovdata.no/dokument/SF/forskrift/2004-10-01-1339/KAPITTEL_11#KAPITTEL_11" TargetMode="External" /></Relationships>
</file>

<file path=ppt/slideMasters/_rels/slideMaster35.xml.rels><?xml version="1.0" encoding="UTF-8" standalone="yes"?>
<Relationships xmlns="http://schemas.openxmlformats.org/package/2006/relationships"><Relationship Id="rId8" Type="http://schemas.openxmlformats.org/officeDocument/2006/relationships/slideLayout" Target="../slideLayouts/slideLayout428.xml" /><Relationship Id="rId13" Type="http://schemas.openxmlformats.org/officeDocument/2006/relationships/slideLayout" Target="../slideLayouts/slideLayout433.xml" /><Relationship Id="rId18" Type="http://schemas.openxmlformats.org/officeDocument/2006/relationships/theme" Target="../theme/theme35.xml" /><Relationship Id="rId26" Type="http://schemas.openxmlformats.org/officeDocument/2006/relationships/slide" Target="../slides/slide93.xml" /><Relationship Id="rId3" Type="http://schemas.openxmlformats.org/officeDocument/2006/relationships/slideLayout" Target="../slideLayouts/slideLayout423.xml" /><Relationship Id="rId21" Type="http://schemas.openxmlformats.org/officeDocument/2006/relationships/slide" Target="../slides/slide210.xml" /><Relationship Id="rId34" Type="http://schemas.openxmlformats.org/officeDocument/2006/relationships/image" Target="../media/image1.tmp" /><Relationship Id="rId7" Type="http://schemas.openxmlformats.org/officeDocument/2006/relationships/slideLayout" Target="../slideLayouts/slideLayout427.xml" /><Relationship Id="rId12" Type="http://schemas.openxmlformats.org/officeDocument/2006/relationships/slideLayout" Target="../slideLayouts/slideLayout432.xml" /><Relationship Id="rId17" Type="http://schemas.openxmlformats.org/officeDocument/2006/relationships/slideLayout" Target="../slideLayouts/slideLayout437.xml" /><Relationship Id="rId25" Type="http://schemas.openxmlformats.org/officeDocument/2006/relationships/slide" Target="../slides/slide86.xml" /><Relationship Id="rId33" Type="http://schemas.openxmlformats.org/officeDocument/2006/relationships/hyperlink" Target="http://www.vegvesen.no/_attachment/61490/binary/1151272?fast_title=H%C3%A5ndbok+V851+L%C3%A6replan+f%C3%B8rerkortklasse+B,+B+kode+96+og+BE.pdf" TargetMode="External" /><Relationship Id="rId2" Type="http://schemas.openxmlformats.org/officeDocument/2006/relationships/slideLayout" Target="../slideLayouts/slideLayout422.xml" /><Relationship Id="rId16" Type="http://schemas.openxmlformats.org/officeDocument/2006/relationships/slideLayout" Target="../slideLayouts/slideLayout436.xml" /><Relationship Id="rId20" Type="http://schemas.openxmlformats.org/officeDocument/2006/relationships/slide" Target="../slides/slide64.xml" /><Relationship Id="rId29" Type="http://schemas.openxmlformats.org/officeDocument/2006/relationships/slide" Target="../slides/slide117.xml" /><Relationship Id="rId1" Type="http://schemas.openxmlformats.org/officeDocument/2006/relationships/slideLayout" Target="../slideLayouts/slideLayout421.xml" /><Relationship Id="rId6" Type="http://schemas.openxmlformats.org/officeDocument/2006/relationships/slideLayout" Target="../slideLayouts/slideLayout426.xml" /><Relationship Id="rId11" Type="http://schemas.openxmlformats.org/officeDocument/2006/relationships/slideLayout" Target="../slideLayouts/slideLayout431.xml" /><Relationship Id="rId24" Type="http://schemas.openxmlformats.org/officeDocument/2006/relationships/slide" Target="../slides/slide79.xml" /><Relationship Id="rId32" Type="http://schemas.openxmlformats.org/officeDocument/2006/relationships/slide" Target="../slides/slide131.xml" /><Relationship Id="rId5" Type="http://schemas.openxmlformats.org/officeDocument/2006/relationships/slideLayout" Target="../slideLayouts/slideLayout425.xml" /><Relationship Id="rId15" Type="http://schemas.openxmlformats.org/officeDocument/2006/relationships/slideLayout" Target="../slideLayouts/slideLayout435.xml" /><Relationship Id="rId23" Type="http://schemas.openxmlformats.org/officeDocument/2006/relationships/slide" Target="../slides/slide72.xml" /><Relationship Id="rId28" Type="http://schemas.openxmlformats.org/officeDocument/2006/relationships/slide" Target="../slides/slide107.xml" /><Relationship Id="rId36" Type="http://schemas.openxmlformats.org/officeDocument/2006/relationships/image" Target="../media/image2.png" /><Relationship Id="rId10" Type="http://schemas.openxmlformats.org/officeDocument/2006/relationships/slideLayout" Target="../slideLayouts/slideLayout430.xml" /><Relationship Id="rId19" Type="http://schemas.openxmlformats.org/officeDocument/2006/relationships/slide" Target="../slides/slide14.xml" /><Relationship Id="rId31" Type="http://schemas.openxmlformats.org/officeDocument/2006/relationships/slide" Target="../slides/slide138.xml" /><Relationship Id="rId4" Type="http://schemas.openxmlformats.org/officeDocument/2006/relationships/slideLayout" Target="../slideLayouts/slideLayout424.xml" /><Relationship Id="rId9" Type="http://schemas.openxmlformats.org/officeDocument/2006/relationships/slideLayout" Target="../slideLayouts/slideLayout429.xml" /><Relationship Id="rId14" Type="http://schemas.openxmlformats.org/officeDocument/2006/relationships/slideLayout" Target="../slideLayouts/slideLayout434.xml" /><Relationship Id="rId22" Type="http://schemas.openxmlformats.org/officeDocument/2006/relationships/slide" Target="../slides/slide65.xml" /><Relationship Id="rId27" Type="http://schemas.openxmlformats.org/officeDocument/2006/relationships/slide" Target="../slides/slide100.xml" /><Relationship Id="rId30" Type="http://schemas.openxmlformats.org/officeDocument/2006/relationships/slide" Target="../slides/slide124.xml" /><Relationship Id="rId35" Type="http://schemas.openxmlformats.org/officeDocument/2006/relationships/hyperlink" Target="https://lovdata.no/dokument/SF/forskrift/2004-10-01-1339/KAPITTEL_11#KAPITTEL_11" TargetMode="External" /></Relationships>
</file>

<file path=ppt/slideMasters/_rels/slideMaster36.xml.rels><?xml version="1.0" encoding="UTF-8" standalone="yes"?>
<Relationships xmlns="http://schemas.openxmlformats.org/package/2006/relationships"><Relationship Id="rId8" Type="http://schemas.openxmlformats.org/officeDocument/2006/relationships/slideLayout" Target="../slideLayouts/slideLayout445.xml" /><Relationship Id="rId13" Type="http://schemas.openxmlformats.org/officeDocument/2006/relationships/slideLayout" Target="../slideLayouts/slideLayout450.xml" /><Relationship Id="rId18" Type="http://schemas.openxmlformats.org/officeDocument/2006/relationships/theme" Target="../theme/theme36.xml" /><Relationship Id="rId26" Type="http://schemas.openxmlformats.org/officeDocument/2006/relationships/slide" Target="../slides/slide93.xml" /><Relationship Id="rId3" Type="http://schemas.openxmlformats.org/officeDocument/2006/relationships/slideLayout" Target="../slideLayouts/slideLayout440.xml" /><Relationship Id="rId21" Type="http://schemas.openxmlformats.org/officeDocument/2006/relationships/slide" Target="../slides/slide210.xml" /><Relationship Id="rId34" Type="http://schemas.openxmlformats.org/officeDocument/2006/relationships/image" Target="../media/image1.tmp" /><Relationship Id="rId7" Type="http://schemas.openxmlformats.org/officeDocument/2006/relationships/slideLayout" Target="../slideLayouts/slideLayout444.xml" /><Relationship Id="rId12" Type="http://schemas.openxmlformats.org/officeDocument/2006/relationships/slideLayout" Target="../slideLayouts/slideLayout449.xml" /><Relationship Id="rId17" Type="http://schemas.openxmlformats.org/officeDocument/2006/relationships/slideLayout" Target="../slideLayouts/slideLayout454.xml" /><Relationship Id="rId25" Type="http://schemas.openxmlformats.org/officeDocument/2006/relationships/slide" Target="../slides/slide86.xml" /><Relationship Id="rId33" Type="http://schemas.openxmlformats.org/officeDocument/2006/relationships/hyperlink" Target="http://www.vegvesen.no/_attachment/61490/binary/1151272?fast_title=H%C3%A5ndbok+V851+L%C3%A6replan+f%C3%B8rerkortklasse+B,+B+kode+96+og+BE.pdf" TargetMode="External" /><Relationship Id="rId2" Type="http://schemas.openxmlformats.org/officeDocument/2006/relationships/slideLayout" Target="../slideLayouts/slideLayout439.xml" /><Relationship Id="rId16" Type="http://schemas.openxmlformats.org/officeDocument/2006/relationships/slideLayout" Target="../slideLayouts/slideLayout453.xml" /><Relationship Id="rId20" Type="http://schemas.openxmlformats.org/officeDocument/2006/relationships/slide" Target="../slides/slide64.xml" /><Relationship Id="rId29" Type="http://schemas.openxmlformats.org/officeDocument/2006/relationships/slide" Target="../slides/slide117.xml" /><Relationship Id="rId1" Type="http://schemas.openxmlformats.org/officeDocument/2006/relationships/slideLayout" Target="../slideLayouts/slideLayout438.xml" /><Relationship Id="rId6" Type="http://schemas.openxmlformats.org/officeDocument/2006/relationships/slideLayout" Target="../slideLayouts/slideLayout443.xml" /><Relationship Id="rId11" Type="http://schemas.openxmlformats.org/officeDocument/2006/relationships/slideLayout" Target="../slideLayouts/slideLayout448.xml" /><Relationship Id="rId24" Type="http://schemas.openxmlformats.org/officeDocument/2006/relationships/slide" Target="../slides/slide79.xml" /><Relationship Id="rId32" Type="http://schemas.openxmlformats.org/officeDocument/2006/relationships/slide" Target="../slides/slide131.xml" /><Relationship Id="rId5" Type="http://schemas.openxmlformats.org/officeDocument/2006/relationships/slideLayout" Target="../slideLayouts/slideLayout442.xml" /><Relationship Id="rId15" Type="http://schemas.openxmlformats.org/officeDocument/2006/relationships/slideLayout" Target="../slideLayouts/slideLayout452.xml" /><Relationship Id="rId23" Type="http://schemas.openxmlformats.org/officeDocument/2006/relationships/slide" Target="../slides/slide72.xml" /><Relationship Id="rId28" Type="http://schemas.openxmlformats.org/officeDocument/2006/relationships/slide" Target="../slides/slide107.xml" /><Relationship Id="rId36" Type="http://schemas.openxmlformats.org/officeDocument/2006/relationships/image" Target="../media/image2.png" /><Relationship Id="rId10" Type="http://schemas.openxmlformats.org/officeDocument/2006/relationships/slideLayout" Target="../slideLayouts/slideLayout447.xml" /><Relationship Id="rId19" Type="http://schemas.openxmlformats.org/officeDocument/2006/relationships/slide" Target="../slides/slide14.xml" /><Relationship Id="rId31" Type="http://schemas.openxmlformats.org/officeDocument/2006/relationships/slide" Target="../slides/slide138.xml" /><Relationship Id="rId4" Type="http://schemas.openxmlformats.org/officeDocument/2006/relationships/slideLayout" Target="../slideLayouts/slideLayout441.xml" /><Relationship Id="rId9" Type="http://schemas.openxmlformats.org/officeDocument/2006/relationships/slideLayout" Target="../slideLayouts/slideLayout446.xml" /><Relationship Id="rId14" Type="http://schemas.openxmlformats.org/officeDocument/2006/relationships/slideLayout" Target="../slideLayouts/slideLayout451.xml" /><Relationship Id="rId22" Type="http://schemas.openxmlformats.org/officeDocument/2006/relationships/slide" Target="../slides/slide65.xml" /><Relationship Id="rId27" Type="http://schemas.openxmlformats.org/officeDocument/2006/relationships/slide" Target="../slides/slide100.xml" /><Relationship Id="rId30" Type="http://schemas.openxmlformats.org/officeDocument/2006/relationships/slide" Target="../slides/slide124.xml" /><Relationship Id="rId35" Type="http://schemas.openxmlformats.org/officeDocument/2006/relationships/hyperlink" Target="https://lovdata.no/dokument/SF/forskrift/2004-10-01-1339/KAPITTEL_11#KAPITTEL_11" TargetMode="External" /></Relationships>
</file>

<file path=ppt/slideMasters/_rels/slideMaster37.xml.rels><?xml version="1.0" encoding="UTF-8" standalone="yes"?>
<Relationships xmlns="http://schemas.openxmlformats.org/package/2006/relationships"><Relationship Id="rId8" Type="http://schemas.openxmlformats.org/officeDocument/2006/relationships/slideLayout" Target="../slideLayouts/slideLayout462.xml" /><Relationship Id="rId13" Type="http://schemas.openxmlformats.org/officeDocument/2006/relationships/slideLayout" Target="../slideLayouts/slideLayout467.xml" /><Relationship Id="rId18" Type="http://schemas.openxmlformats.org/officeDocument/2006/relationships/theme" Target="../theme/theme37.xml" /><Relationship Id="rId26" Type="http://schemas.openxmlformats.org/officeDocument/2006/relationships/slide" Target="../slides/slide93.xml" /><Relationship Id="rId3" Type="http://schemas.openxmlformats.org/officeDocument/2006/relationships/slideLayout" Target="../slideLayouts/slideLayout457.xml" /><Relationship Id="rId21" Type="http://schemas.openxmlformats.org/officeDocument/2006/relationships/slide" Target="../slides/slide210.xml" /><Relationship Id="rId34" Type="http://schemas.openxmlformats.org/officeDocument/2006/relationships/image" Target="../media/image1.tmp" /><Relationship Id="rId7" Type="http://schemas.openxmlformats.org/officeDocument/2006/relationships/slideLayout" Target="../slideLayouts/slideLayout461.xml" /><Relationship Id="rId12" Type="http://schemas.openxmlformats.org/officeDocument/2006/relationships/slideLayout" Target="../slideLayouts/slideLayout466.xml" /><Relationship Id="rId17" Type="http://schemas.openxmlformats.org/officeDocument/2006/relationships/slideLayout" Target="../slideLayouts/slideLayout471.xml" /><Relationship Id="rId25" Type="http://schemas.openxmlformats.org/officeDocument/2006/relationships/slide" Target="../slides/slide86.xml" /><Relationship Id="rId33" Type="http://schemas.openxmlformats.org/officeDocument/2006/relationships/hyperlink" Target="http://www.vegvesen.no/_attachment/61490/binary/1151272?fast_title=H%C3%A5ndbok+V851+L%C3%A6replan+f%C3%B8rerkortklasse+B,+B+kode+96+og+BE.pdf" TargetMode="External" /><Relationship Id="rId2" Type="http://schemas.openxmlformats.org/officeDocument/2006/relationships/slideLayout" Target="../slideLayouts/slideLayout456.xml" /><Relationship Id="rId16" Type="http://schemas.openxmlformats.org/officeDocument/2006/relationships/slideLayout" Target="../slideLayouts/slideLayout470.xml" /><Relationship Id="rId20" Type="http://schemas.openxmlformats.org/officeDocument/2006/relationships/slide" Target="../slides/slide64.xml" /><Relationship Id="rId29" Type="http://schemas.openxmlformats.org/officeDocument/2006/relationships/slide" Target="../slides/slide117.xml" /><Relationship Id="rId1" Type="http://schemas.openxmlformats.org/officeDocument/2006/relationships/slideLayout" Target="../slideLayouts/slideLayout455.xml" /><Relationship Id="rId6" Type="http://schemas.openxmlformats.org/officeDocument/2006/relationships/slideLayout" Target="../slideLayouts/slideLayout460.xml" /><Relationship Id="rId11" Type="http://schemas.openxmlformats.org/officeDocument/2006/relationships/slideLayout" Target="../slideLayouts/slideLayout465.xml" /><Relationship Id="rId24" Type="http://schemas.openxmlformats.org/officeDocument/2006/relationships/slide" Target="../slides/slide79.xml" /><Relationship Id="rId32" Type="http://schemas.openxmlformats.org/officeDocument/2006/relationships/slide" Target="../slides/slide131.xml" /><Relationship Id="rId5" Type="http://schemas.openxmlformats.org/officeDocument/2006/relationships/slideLayout" Target="../slideLayouts/slideLayout459.xml" /><Relationship Id="rId15" Type="http://schemas.openxmlformats.org/officeDocument/2006/relationships/slideLayout" Target="../slideLayouts/slideLayout469.xml" /><Relationship Id="rId23" Type="http://schemas.openxmlformats.org/officeDocument/2006/relationships/slide" Target="../slides/slide72.xml" /><Relationship Id="rId28" Type="http://schemas.openxmlformats.org/officeDocument/2006/relationships/slide" Target="../slides/slide107.xml" /><Relationship Id="rId36" Type="http://schemas.openxmlformats.org/officeDocument/2006/relationships/image" Target="../media/image2.png" /><Relationship Id="rId10" Type="http://schemas.openxmlformats.org/officeDocument/2006/relationships/slideLayout" Target="../slideLayouts/slideLayout464.xml" /><Relationship Id="rId19" Type="http://schemas.openxmlformats.org/officeDocument/2006/relationships/slide" Target="../slides/slide14.xml" /><Relationship Id="rId31" Type="http://schemas.openxmlformats.org/officeDocument/2006/relationships/slide" Target="../slides/slide138.xml" /><Relationship Id="rId4" Type="http://schemas.openxmlformats.org/officeDocument/2006/relationships/slideLayout" Target="../slideLayouts/slideLayout458.xml" /><Relationship Id="rId9" Type="http://schemas.openxmlformats.org/officeDocument/2006/relationships/slideLayout" Target="../slideLayouts/slideLayout463.xml" /><Relationship Id="rId14" Type="http://schemas.openxmlformats.org/officeDocument/2006/relationships/slideLayout" Target="../slideLayouts/slideLayout468.xml" /><Relationship Id="rId22" Type="http://schemas.openxmlformats.org/officeDocument/2006/relationships/slide" Target="../slides/slide65.xml" /><Relationship Id="rId27" Type="http://schemas.openxmlformats.org/officeDocument/2006/relationships/slide" Target="../slides/slide100.xml" /><Relationship Id="rId30" Type="http://schemas.openxmlformats.org/officeDocument/2006/relationships/slide" Target="../slides/slide124.xml" /><Relationship Id="rId35" Type="http://schemas.openxmlformats.org/officeDocument/2006/relationships/hyperlink" Target="https://lovdata.no/dokument/SF/forskrift/2004-10-01-1339/KAPITTEL_11#KAPITTEL_11" TargetMode="External" /></Relationships>
</file>

<file path=ppt/slideMasters/_rels/slideMaster38.xml.rels><?xml version="1.0" encoding="UTF-8" standalone="yes"?>
<Relationships xmlns="http://schemas.openxmlformats.org/package/2006/relationships"><Relationship Id="rId8" Type="http://schemas.openxmlformats.org/officeDocument/2006/relationships/slideLayout" Target="../slideLayouts/slideLayout479.xml" /><Relationship Id="rId13" Type="http://schemas.openxmlformats.org/officeDocument/2006/relationships/slideLayout" Target="../slideLayouts/slideLayout484.xml" /><Relationship Id="rId18" Type="http://schemas.openxmlformats.org/officeDocument/2006/relationships/theme" Target="../theme/theme38.xml" /><Relationship Id="rId26" Type="http://schemas.openxmlformats.org/officeDocument/2006/relationships/slide" Target="../slides/slide93.xml" /><Relationship Id="rId3" Type="http://schemas.openxmlformats.org/officeDocument/2006/relationships/slideLayout" Target="../slideLayouts/slideLayout474.xml" /><Relationship Id="rId21" Type="http://schemas.openxmlformats.org/officeDocument/2006/relationships/slide" Target="../slides/slide210.xml" /><Relationship Id="rId34" Type="http://schemas.openxmlformats.org/officeDocument/2006/relationships/image" Target="../media/image1.tmp" /><Relationship Id="rId7" Type="http://schemas.openxmlformats.org/officeDocument/2006/relationships/slideLayout" Target="../slideLayouts/slideLayout478.xml" /><Relationship Id="rId12" Type="http://schemas.openxmlformats.org/officeDocument/2006/relationships/slideLayout" Target="../slideLayouts/slideLayout483.xml" /><Relationship Id="rId17" Type="http://schemas.openxmlformats.org/officeDocument/2006/relationships/slideLayout" Target="../slideLayouts/slideLayout488.xml" /><Relationship Id="rId25" Type="http://schemas.openxmlformats.org/officeDocument/2006/relationships/slide" Target="../slides/slide86.xml" /><Relationship Id="rId33" Type="http://schemas.openxmlformats.org/officeDocument/2006/relationships/hyperlink" Target="http://www.vegvesen.no/_attachment/61490/binary/1151272?fast_title=H%C3%A5ndbok+V851+L%C3%A6replan+f%C3%B8rerkortklasse+B,+B+kode+96+og+BE.pdf" TargetMode="External" /><Relationship Id="rId2" Type="http://schemas.openxmlformats.org/officeDocument/2006/relationships/slideLayout" Target="../slideLayouts/slideLayout473.xml" /><Relationship Id="rId16" Type="http://schemas.openxmlformats.org/officeDocument/2006/relationships/slideLayout" Target="../slideLayouts/slideLayout487.xml" /><Relationship Id="rId20" Type="http://schemas.openxmlformats.org/officeDocument/2006/relationships/slide" Target="../slides/slide64.xml" /><Relationship Id="rId29" Type="http://schemas.openxmlformats.org/officeDocument/2006/relationships/slide" Target="../slides/slide117.xml" /><Relationship Id="rId1" Type="http://schemas.openxmlformats.org/officeDocument/2006/relationships/slideLayout" Target="../slideLayouts/slideLayout472.xml" /><Relationship Id="rId6" Type="http://schemas.openxmlformats.org/officeDocument/2006/relationships/slideLayout" Target="../slideLayouts/slideLayout477.xml" /><Relationship Id="rId11" Type="http://schemas.openxmlformats.org/officeDocument/2006/relationships/slideLayout" Target="../slideLayouts/slideLayout482.xml" /><Relationship Id="rId24" Type="http://schemas.openxmlformats.org/officeDocument/2006/relationships/slide" Target="../slides/slide79.xml" /><Relationship Id="rId32" Type="http://schemas.openxmlformats.org/officeDocument/2006/relationships/slide" Target="../slides/slide131.xml" /><Relationship Id="rId5" Type="http://schemas.openxmlformats.org/officeDocument/2006/relationships/slideLayout" Target="../slideLayouts/slideLayout476.xml" /><Relationship Id="rId15" Type="http://schemas.openxmlformats.org/officeDocument/2006/relationships/slideLayout" Target="../slideLayouts/slideLayout486.xml" /><Relationship Id="rId23" Type="http://schemas.openxmlformats.org/officeDocument/2006/relationships/slide" Target="../slides/slide72.xml" /><Relationship Id="rId28" Type="http://schemas.openxmlformats.org/officeDocument/2006/relationships/slide" Target="../slides/slide107.xml" /><Relationship Id="rId36" Type="http://schemas.openxmlformats.org/officeDocument/2006/relationships/image" Target="../media/image2.png" /><Relationship Id="rId10" Type="http://schemas.openxmlformats.org/officeDocument/2006/relationships/slideLayout" Target="../slideLayouts/slideLayout481.xml" /><Relationship Id="rId19" Type="http://schemas.openxmlformats.org/officeDocument/2006/relationships/slide" Target="../slides/slide14.xml" /><Relationship Id="rId31" Type="http://schemas.openxmlformats.org/officeDocument/2006/relationships/slide" Target="../slides/slide138.xml" /><Relationship Id="rId4" Type="http://schemas.openxmlformats.org/officeDocument/2006/relationships/slideLayout" Target="../slideLayouts/slideLayout475.xml" /><Relationship Id="rId9" Type="http://schemas.openxmlformats.org/officeDocument/2006/relationships/slideLayout" Target="../slideLayouts/slideLayout480.xml" /><Relationship Id="rId14" Type="http://schemas.openxmlformats.org/officeDocument/2006/relationships/slideLayout" Target="../slideLayouts/slideLayout485.xml" /><Relationship Id="rId22" Type="http://schemas.openxmlformats.org/officeDocument/2006/relationships/slide" Target="../slides/slide65.xml" /><Relationship Id="rId27" Type="http://schemas.openxmlformats.org/officeDocument/2006/relationships/slide" Target="../slides/slide100.xml" /><Relationship Id="rId30" Type="http://schemas.openxmlformats.org/officeDocument/2006/relationships/slide" Target="../slides/slide124.xml" /><Relationship Id="rId35" Type="http://schemas.openxmlformats.org/officeDocument/2006/relationships/hyperlink" Target="https://lovdata.no/dokument/SF/forskrift/2004-10-01-1339/KAPITTEL_11#KAPITTEL_11" TargetMode="External" /></Relationships>
</file>

<file path=ppt/slideMasters/_rels/slideMaster39.xml.rels><?xml version="1.0" encoding="UTF-8" standalone="yes"?>
<Relationships xmlns="http://schemas.openxmlformats.org/package/2006/relationships"><Relationship Id="rId8" Type="http://schemas.openxmlformats.org/officeDocument/2006/relationships/slideLayout" Target="../slideLayouts/slideLayout496.xml" /><Relationship Id="rId13" Type="http://schemas.openxmlformats.org/officeDocument/2006/relationships/slideLayout" Target="../slideLayouts/slideLayout501.xml" /><Relationship Id="rId18" Type="http://schemas.openxmlformats.org/officeDocument/2006/relationships/theme" Target="../theme/theme39.xml" /><Relationship Id="rId26" Type="http://schemas.openxmlformats.org/officeDocument/2006/relationships/slide" Target="../slides/slide93.xml" /><Relationship Id="rId3" Type="http://schemas.openxmlformats.org/officeDocument/2006/relationships/slideLayout" Target="../slideLayouts/slideLayout491.xml" /><Relationship Id="rId21" Type="http://schemas.openxmlformats.org/officeDocument/2006/relationships/slide" Target="../slides/slide210.xml" /><Relationship Id="rId34" Type="http://schemas.openxmlformats.org/officeDocument/2006/relationships/image" Target="../media/image1.tmp" /><Relationship Id="rId7" Type="http://schemas.openxmlformats.org/officeDocument/2006/relationships/slideLayout" Target="../slideLayouts/slideLayout495.xml" /><Relationship Id="rId12" Type="http://schemas.openxmlformats.org/officeDocument/2006/relationships/slideLayout" Target="../slideLayouts/slideLayout500.xml" /><Relationship Id="rId17" Type="http://schemas.openxmlformats.org/officeDocument/2006/relationships/slideLayout" Target="../slideLayouts/slideLayout505.xml" /><Relationship Id="rId25" Type="http://schemas.openxmlformats.org/officeDocument/2006/relationships/slide" Target="../slides/slide86.xml" /><Relationship Id="rId33" Type="http://schemas.openxmlformats.org/officeDocument/2006/relationships/hyperlink" Target="http://www.vegvesen.no/_attachment/61490/binary/1151272?fast_title=H%C3%A5ndbok+V851+L%C3%A6replan+f%C3%B8rerkortklasse+B,+B+kode+96+og+BE.pdf" TargetMode="External" /><Relationship Id="rId2" Type="http://schemas.openxmlformats.org/officeDocument/2006/relationships/slideLayout" Target="../slideLayouts/slideLayout490.xml" /><Relationship Id="rId16" Type="http://schemas.openxmlformats.org/officeDocument/2006/relationships/slideLayout" Target="../slideLayouts/slideLayout504.xml" /><Relationship Id="rId20" Type="http://schemas.openxmlformats.org/officeDocument/2006/relationships/slide" Target="../slides/slide64.xml" /><Relationship Id="rId29" Type="http://schemas.openxmlformats.org/officeDocument/2006/relationships/slide" Target="../slides/slide117.xml" /><Relationship Id="rId1" Type="http://schemas.openxmlformats.org/officeDocument/2006/relationships/slideLayout" Target="../slideLayouts/slideLayout489.xml" /><Relationship Id="rId6" Type="http://schemas.openxmlformats.org/officeDocument/2006/relationships/slideLayout" Target="../slideLayouts/slideLayout494.xml" /><Relationship Id="rId11" Type="http://schemas.openxmlformats.org/officeDocument/2006/relationships/slideLayout" Target="../slideLayouts/slideLayout499.xml" /><Relationship Id="rId24" Type="http://schemas.openxmlformats.org/officeDocument/2006/relationships/slide" Target="../slides/slide79.xml" /><Relationship Id="rId32" Type="http://schemas.openxmlformats.org/officeDocument/2006/relationships/slide" Target="../slides/slide131.xml" /><Relationship Id="rId5" Type="http://schemas.openxmlformats.org/officeDocument/2006/relationships/slideLayout" Target="../slideLayouts/slideLayout493.xml" /><Relationship Id="rId15" Type="http://schemas.openxmlformats.org/officeDocument/2006/relationships/slideLayout" Target="../slideLayouts/slideLayout503.xml" /><Relationship Id="rId23" Type="http://schemas.openxmlformats.org/officeDocument/2006/relationships/slide" Target="../slides/slide72.xml" /><Relationship Id="rId28" Type="http://schemas.openxmlformats.org/officeDocument/2006/relationships/slide" Target="../slides/slide107.xml" /><Relationship Id="rId36" Type="http://schemas.openxmlformats.org/officeDocument/2006/relationships/image" Target="../media/image2.png" /><Relationship Id="rId10" Type="http://schemas.openxmlformats.org/officeDocument/2006/relationships/slideLayout" Target="../slideLayouts/slideLayout498.xml" /><Relationship Id="rId19" Type="http://schemas.openxmlformats.org/officeDocument/2006/relationships/slide" Target="../slides/slide14.xml" /><Relationship Id="rId31" Type="http://schemas.openxmlformats.org/officeDocument/2006/relationships/slide" Target="../slides/slide138.xml" /><Relationship Id="rId4" Type="http://schemas.openxmlformats.org/officeDocument/2006/relationships/slideLayout" Target="../slideLayouts/slideLayout492.xml" /><Relationship Id="rId9" Type="http://schemas.openxmlformats.org/officeDocument/2006/relationships/slideLayout" Target="../slideLayouts/slideLayout497.xml" /><Relationship Id="rId14" Type="http://schemas.openxmlformats.org/officeDocument/2006/relationships/slideLayout" Target="../slideLayouts/slideLayout502.xml" /><Relationship Id="rId22" Type="http://schemas.openxmlformats.org/officeDocument/2006/relationships/slide" Target="../slides/slide65.xml" /><Relationship Id="rId27" Type="http://schemas.openxmlformats.org/officeDocument/2006/relationships/slide" Target="../slides/slide100.xml" /><Relationship Id="rId30" Type="http://schemas.openxmlformats.org/officeDocument/2006/relationships/slide" Target="../slides/slide124.xml" /><Relationship Id="rId35" Type="http://schemas.openxmlformats.org/officeDocument/2006/relationships/hyperlink" Target="https://lovdata.no/dokument/SF/forskrift/2004-10-01-1339/KAPITTEL_11#KAPITTEL_11" TargetMode="External" /></Relationships>
</file>

<file path=ppt/slideMasters/_rels/slideMaster40.xml.rels><?xml version="1.0" encoding="UTF-8" standalone="yes"?>
<Relationships xmlns="http://schemas.openxmlformats.org/package/2006/relationships"><Relationship Id="rId8" Type="http://schemas.openxmlformats.org/officeDocument/2006/relationships/slideLayout" Target="../slideLayouts/slideLayout513.xml" /><Relationship Id="rId13" Type="http://schemas.openxmlformats.org/officeDocument/2006/relationships/slide" Target="../slides/slide14.xml" /><Relationship Id="rId18" Type="http://schemas.openxmlformats.org/officeDocument/2006/relationships/slide" Target="../slides/slide146.xml" /><Relationship Id="rId26" Type="http://schemas.openxmlformats.org/officeDocument/2006/relationships/slide" Target="../slides/slide203.xml" /><Relationship Id="rId3" Type="http://schemas.openxmlformats.org/officeDocument/2006/relationships/slideLayout" Target="../slideLayouts/slideLayout508.xml" /><Relationship Id="rId21" Type="http://schemas.openxmlformats.org/officeDocument/2006/relationships/slide" Target="../slides/slide167.xml" /><Relationship Id="rId7" Type="http://schemas.openxmlformats.org/officeDocument/2006/relationships/slideLayout" Target="../slideLayouts/slideLayout512.xml" /><Relationship Id="rId12" Type="http://schemas.openxmlformats.org/officeDocument/2006/relationships/theme" Target="../theme/theme40.xml" /><Relationship Id="rId17" Type="http://schemas.openxmlformats.org/officeDocument/2006/relationships/slide" Target="../slides/slide139.xml" /><Relationship Id="rId25" Type="http://schemas.openxmlformats.org/officeDocument/2006/relationships/slide" Target="../slides/slide196.xml" /><Relationship Id="rId2" Type="http://schemas.openxmlformats.org/officeDocument/2006/relationships/slideLayout" Target="../slideLayouts/slideLayout507.xml" /><Relationship Id="rId16" Type="http://schemas.openxmlformats.org/officeDocument/2006/relationships/slide" Target="../slides/slide210.xml" /><Relationship Id="rId20" Type="http://schemas.openxmlformats.org/officeDocument/2006/relationships/slide" Target="../slides/slide160.xml" /><Relationship Id="rId29" Type="http://schemas.openxmlformats.org/officeDocument/2006/relationships/hyperlink" Target="https://lovdata.no/dokument/SF/forskrift/2004-10-01-1339/KAPITTEL_11#KAPITTEL_11" TargetMode="External" /><Relationship Id="rId1" Type="http://schemas.openxmlformats.org/officeDocument/2006/relationships/slideLayout" Target="../slideLayouts/slideLayout506.xml" /><Relationship Id="rId6" Type="http://schemas.openxmlformats.org/officeDocument/2006/relationships/slideLayout" Target="../slideLayouts/slideLayout511.xml" /><Relationship Id="rId11" Type="http://schemas.openxmlformats.org/officeDocument/2006/relationships/slideLayout" Target="../slideLayouts/slideLayout516.xml" /><Relationship Id="rId24" Type="http://schemas.openxmlformats.org/officeDocument/2006/relationships/slide" Target="../slides/slide189.xml" /><Relationship Id="rId5" Type="http://schemas.openxmlformats.org/officeDocument/2006/relationships/slideLayout" Target="../slideLayouts/slideLayout510.xml" /><Relationship Id="rId15" Type="http://schemas.openxmlformats.org/officeDocument/2006/relationships/slide" Target="../slides/slide138.xml" /><Relationship Id="rId23" Type="http://schemas.openxmlformats.org/officeDocument/2006/relationships/slide" Target="../slides/slide182.xml" /><Relationship Id="rId28" Type="http://schemas.openxmlformats.org/officeDocument/2006/relationships/image" Target="../media/image1.tmp" /><Relationship Id="rId10" Type="http://schemas.openxmlformats.org/officeDocument/2006/relationships/slideLayout" Target="../slideLayouts/slideLayout515.xml" /><Relationship Id="rId19" Type="http://schemas.openxmlformats.org/officeDocument/2006/relationships/slide" Target="../slides/slide153.xml" /><Relationship Id="rId4" Type="http://schemas.openxmlformats.org/officeDocument/2006/relationships/slideLayout" Target="../slideLayouts/slideLayout509.xml" /><Relationship Id="rId9" Type="http://schemas.openxmlformats.org/officeDocument/2006/relationships/slideLayout" Target="../slideLayouts/slideLayout514.xml" /><Relationship Id="rId14" Type="http://schemas.openxmlformats.org/officeDocument/2006/relationships/slide" Target="../slides/slide64.xml" /><Relationship Id="rId22" Type="http://schemas.openxmlformats.org/officeDocument/2006/relationships/slide" Target="../slides/slide174.xml" /><Relationship Id="rId27" Type="http://schemas.openxmlformats.org/officeDocument/2006/relationships/hyperlink" Target="http://www.vegvesen.no/_attachment/61490/binary/1151272?fast_title=H%C3%A5ndbok+V851+L%C3%A6replan+f%C3%B8rerkortklasse+B,+B+kode+96+og+BE.pdf" TargetMode="External" /><Relationship Id="rId30" Type="http://schemas.openxmlformats.org/officeDocument/2006/relationships/image" Target="../media/image2.png" /></Relationships>
</file>

<file path=ppt/slideMasters/_rels/slideMaster41.xml.rels><?xml version="1.0" encoding="UTF-8" standalone="yes"?>
<Relationships xmlns="http://schemas.openxmlformats.org/package/2006/relationships"><Relationship Id="rId8" Type="http://schemas.openxmlformats.org/officeDocument/2006/relationships/slideLayout" Target="../slideLayouts/slideLayout524.xml" /><Relationship Id="rId13" Type="http://schemas.openxmlformats.org/officeDocument/2006/relationships/slideLayout" Target="../slideLayouts/slideLayout529.xml" /><Relationship Id="rId18" Type="http://schemas.openxmlformats.org/officeDocument/2006/relationships/theme" Target="../theme/theme41.xml" /><Relationship Id="rId26" Type="http://schemas.openxmlformats.org/officeDocument/2006/relationships/slide" Target="../slides/slide160.xml" /><Relationship Id="rId3" Type="http://schemas.openxmlformats.org/officeDocument/2006/relationships/slideLayout" Target="../slideLayouts/slideLayout519.xml" /><Relationship Id="rId21" Type="http://schemas.openxmlformats.org/officeDocument/2006/relationships/slide" Target="../slides/slide138.xml" /><Relationship Id="rId34" Type="http://schemas.openxmlformats.org/officeDocument/2006/relationships/image" Target="../media/image1.tmp" /><Relationship Id="rId7" Type="http://schemas.openxmlformats.org/officeDocument/2006/relationships/slideLayout" Target="../slideLayouts/slideLayout523.xml" /><Relationship Id="rId12" Type="http://schemas.openxmlformats.org/officeDocument/2006/relationships/slideLayout" Target="../slideLayouts/slideLayout528.xml" /><Relationship Id="rId17" Type="http://schemas.openxmlformats.org/officeDocument/2006/relationships/slideLayout" Target="../slideLayouts/slideLayout533.xml" /><Relationship Id="rId25" Type="http://schemas.openxmlformats.org/officeDocument/2006/relationships/slide" Target="../slides/slide153.xml" /><Relationship Id="rId33" Type="http://schemas.openxmlformats.org/officeDocument/2006/relationships/hyperlink" Target="http://www.vegvesen.no/_attachment/61490/binary/1151272?fast_title=H%C3%A5ndbok+V851+L%C3%A6replan+f%C3%B8rerkortklasse+B,+B+kode+96+og+BE.pdf" TargetMode="External" /><Relationship Id="rId2" Type="http://schemas.openxmlformats.org/officeDocument/2006/relationships/slideLayout" Target="../slideLayouts/slideLayout518.xml" /><Relationship Id="rId16" Type="http://schemas.openxmlformats.org/officeDocument/2006/relationships/slideLayout" Target="../slideLayouts/slideLayout532.xml" /><Relationship Id="rId20" Type="http://schemas.openxmlformats.org/officeDocument/2006/relationships/slide" Target="../slides/slide64.xml" /><Relationship Id="rId29" Type="http://schemas.openxmlformats.org/officeDocument/2006/relationships/slide" Target="../slides/slide182.xml" /><Relationship Id="rId1" Type="http://schemas.openxmlformats.org/officeDocument/2006/relationships/slideLayout" Target="../slideLayouts/slideLayout517.xml" /><Relationship Id="rId6" Type="http://schemas.openxmlformats.org/officeDocument/2006/relationships/slideLayout" Target="../slideLayouts/slideLayout522.xml" /><Relationship Id="rId11" Type="http://schemas.openxmlformats.org/officeDocument/2006/relationships/slideLayout" Target="../slideLayouts/slideLayout527.xml" /><Relationship Id="rId24" Type="http://schemas.openxmlformats.org/officeDocument/2006/relationships/slide" Target="../slides/slide146.xml" /><Relationship Id="rId32" Type="http://schemas.openxmlformats.org/officeDocument/2006/relationships/slide" Target="../slides/slide203.xml" /><Relationship Id="rId5" Type="http://schemas.openxmlformats.org/officeDocument/2006/relationships/slideLayout" Target="../slideLayouts/slideLayout521.xml" /><Relationship Id="rId15" Type="http://schemas.openxmlformats.org/officeDocument/2006/relationships/slideLayout" Target="../slideLayouts/slideLayout531.xml" /><Relationship Id="rId23" Type="http://schemas.openxmlformats.org/officeDocument/2006/relationships/slide" Target="../slides/slide139.xml" /><Relationship Id="rId28" Type="http://schemas.openxmlformats.org/officeDocument/2006/relationships/slide" Target="../slides/slide174.xml" /><Relationship Id="rId36" Type="http://schemas.openxmlformats.org/officeDocument/2006/relationships/image" Target="../media/image2.png" /><Relationship Id="rId10" Type="http://schemas.openxmlformats.org/officeDocument/2006/relationships/slideLayout" Target="../slideLayouts/slideLayout526.xml" /><Relationship Id="rId19" Type="http://schemas.openxmlformats.org/officeDocument/2006/relationships/slide" Target="../slides/slide14.xml" /><Relationship Id="rId31" Type="http://schemas.openxmlformats.org/officeDocument/2006/relationships/slide" Target="../slides/slide196.xml" /><Relationship Id="rId4" Type="http://schemas.openxmlformats.org/officeDocument/2006/relationships/slideLayout" Target="../slideLayouts/slideLayout520.xml" /><Relationship Id="rId9" Type="http://schemas.openxmlformats.org/officeDocument/2006/relationships/slideLayout" Target="../slideLayouts/slideLayout525.xml" /><Relationship Id="rId14" Type="http://schemas.openxmlformats.org/officeDocument/2006/relationships/slideLayout" Target="../slideLayouts/slideLayout530.xml" /><Relationship Id="rId22" Type="http://schemas.openxmlformats.org/officeDocument/2006/relationships/slide" Target="../slides/slide210.xml" /><Relationship Id="rId27" Type="http://schemas.openxmlformats.org/officeDocument/2006/relationships/slide" Target="../slides/slide167.xml" /><Relationship Id="rId30" Type="http://schemas.openxmlformats.org/officeDocument/2006/relationships/slide" Target="../slides/slide189.xml" /><Relationship Id="rId35" Type="http://schemas.openxmlformats.org/officeDocument/2006/relationships/hyperlink" Target="https://lovdata.no/dokument/SF/forskrift/2004-10-01-1339/KAPITTEL_11#KAPITTEL_11" TargetMode="External" /></Relationships>
</file>

<file path=ppt/slideMasters/_rels/slideMaster42.xml.rels><?xml version="1.0" encoding="UTF-8" standalone="yes"?>
<Relationships xmlns="http://schemas.openxmlformats.org/package/2006/relationships"><Relationship Id="rId8" Type="http://schemas.openxmlformats.org/officeDocument/2006/relationships/slideLayout" Target="../slideLayouts/slideLayout541.xml" /><Relationship Id="rId13" Type="http://schemas.openxmlformats.org/officeDocument/2006/relationships/slideLayout" Target="../slideLayouts/slideLayout546.xml" /><Relationship Id="rId18" Type="http://schemas.openxmlformats.org/officeDocument/2006/relationships/theme" Target="../theme/theme42.xml" /><Relationship Id="rId26" Type="http://schemas.openxmlformats.org/officeDocument/2006/relationships/slide" Target="../slides/slide160.xml" /><Relationship Id="rId3" Type="http://schemas.openxmlformats.org/officeDocument/2006/relationships/slideLayout" Target="../slideLayouts/slideLayout536.xml" /><Relationship Id="rId21" Type="http://schemas.openxmlformats.org/officeDocument/2006/relationships/slide" Target="../slides/slide138.xml" /><Relationship Id="rId7" Type="http://schemas.openxmlformats.org/officeDocument/2006/relationships/slideLayout" Target="../slideLayouts/slideLayout540.xml" /><Relationship Id="rId12" Type="http://schemas.openxmlformats.org/officeDocument/2006/relationships/slideLayout" Target="../slideLayouts/slideLayout545.xml" /><Relationship Id="rId17" Type="http://schemas.openxmlformats.org/officeDocument/2006/relationships/slideLayout" Target="../slideLayouts/slideLayout550.xml" /><Relationship Id="rId25" Type="http://schemas.openxmlformats.org/officeDocument/2006/relationships/slide" Target="../slides/slide153.xml" /><Relationship Id="rId2" Type="http://schemas.openxmlformats.org/officeDocument/2006/relationships/slideLayout" Target="../slideLayouts/slideLayout535.xml" /><Relationship Id="rId16" Type="http://schemas.openxmlformats.org/officeDocument/2006/relationships/slideLayout" Target="../slideLayouts/slideLayout549.xml" /><Relationship Id="rId20" Type="http://schemas.openxmlformats.org/officeDocument/2006/relationships/slide" Target="../slides/slide64.xml" /><Relationship Id="rId29" Type="http://schemas.openxmlformats.org/officeDocument/2006/relationships/slide" Target="../slides/slide182.xml" /><Relationship Id="rId1" Type="http://schemas.openxmlformats.org/officeDocument/2006/relationships/slideLayout" Target="../slideLayouts/slideLayout534.xml" /><Relationship Id="rId6" Type="http://schemas.openxmlformats.org/officeDocument/2006/relationships/slideLayout" Target="../slideLayouts/slideLayout539.xml" /><Relationship Id="rId11" Type="http://schemas.openxmlformats.org/officeDocument/2006/relationships/slideLayout" Target="../slideLayouts/slideLayout544.xml" /><Relationship Id="rId24" Type="http://schemas.openxmlformats.org/officeDocument/2006/relationships/slide" Target="../slides/slide146.xml" /><Relationship Id="rId32" Type="http://schemas.openxmlformats.org/officeDocument/2006/relationships/slide" Target="../slides/slide203.xml" /><Relationship Id="rId5" Type="http://schemas.openxmlformats.org/officeDocument/2006/relationships/slideLayout" Target="../slideLayouts/slideLayout538.xml" /><Relationship Id="rId15" Type="http://schemas.openxmlformats.org/officeDocument/2006/relationships/slideLayout" Target="../slideLayouts/slideLayout548.xml" /><Relationship Id="rId23" Type="http://schemas.openxmlformats.org/officeDocument/2006/relationships/slide" Target="../slides/slide139.xml" /><Relationship Id="rId28" Type="http://schemas.openxmlformats.org/officeDocument/2006/relationships/slide" Target="../slides/slide174.xml" /><Relationship Id="rId10" Type="http://schemas.openxmlformats.org/officeDocument/2006/relationships/slideLayout" Target="../slideLayouts/slideLayout543.xml" /><Relationship Id="rId19" Type="http://schemas.openxmlformats.org/officeDocument/2006/relationships/slide" Target="../slides/slide14.xml" /><Relationship Id="rId31" Type="http://schemas.openxmlformats.org/officeDocument/2006/relationships/slide" Target="../slides/slide196.xml" /><Relationship Id="rId4" Type="http://schemas.openxmlformats.org/officeDocument/2006/relationships/slideLayout" Target="../slideLayouts/slideLayout537.xml" /><Relationship Id="rId9" Type="http://schemas.openxmlformats.org/officeDocument/2006/relationships/slideLayout" Target="../slideLayouts/slideLayout542.xml" /><Relationship Id="rId14" Type="http://schemas.openxmlformats.org/officeDocument/2006/relationships/slideLayout" Target="../slideLayouts/slideLayout547.xml" /><Relationship Id="rId22" Type="http://schemas.openxmlformats.org/officeDocument/2006/relationships/slide" Target="../slides/slide210.xml" /><Relationship Id="rId27" Type="http://schemas.openxmlformats.org/officeDocument/2006/relationships/slide" Target="../slides/slide167.xml" /><Relationship Id="rId30" Type="http://schemas.openxmlformats.org/officeDocument/2006/relationships/slide" Target="../slides/slide189.xml" /></Relationships>
</file>

<file path=ppt/slideMasters/_rels/slideMaster43.xml.rels><?xml version="1.0" encoding="UTF-8" standalone="yes"?>
<Relationships xmlns="http://schemas.openxmlformats.org/package/2006/relationships"><Relationship Id="rId8" Type="http://schemas.openxmlformats.org/officeDocument/2006/relationships/slideLayout" Target="../slideLayouts/slideLayout558.xml" /><Relationship Id="rId13" Type="http://schemas.openxmlformats.org/officeDocument/2006/relationships/slideLayout" Target="../slideLayouts/slideLayout563.xml" /><Relationship Id="rId18" Type="http://schemas.openxmlformats.org/officeDocument/2006/relationships/theme" Target="../theme/theme43.xml" /><Relationship Id="rId26" Type="http://schemas.openxmlformats.org/officeDocument/2006/relationships/slide" Target="../slides/slide160.xml" /><Relationship Id="rId3" Type="http://schemas.openxmlformats.org/officeDocument/2006/relationships/slideLayout" Target="../slideLayouts/slideLayout553.xml" /><Relationship Id="rId21" Type="http://schemas.openxmlformats.org/officeDocument/2006/relationships/slide" Target="../slides/slide138.xml" /><Relationship Id="rId34" Type="http://schemas.openxmlformats.org/officeDocument/2006/relationships/image" Target="../media/image1.tmp" /><Relationship Id="rId7" Type="http://schemas.openxmlformats.org/officeDocument/2006/relationships/slideLayout" Target="../slideLayouts/slideLayout557.xml" /><Relationship Id="rId12" Type="http://schemas.openxmlformats.org/officeDocument/2006/relationships/slideLayout" Target="../slideLayouts/slideLayout562.xml" /><Relationship Id="rId17" Type="http://schemas.openxmlformats.org/officeDocument/2006/relationships/slideLayout" Target="../slideLayouts/slideLayout567.xml" /><Relationship Id="rId25" Type="http://schemas.openxmlformats.org/officeDocument/2006/relationships/slide" Target="../slides/slide153.xml" /><Relationship Id="rId33" Type="http://schemas.openxmlformats.org/officeDocument/2006/relationships/hyperlink" Target="http://www.vegvesen.no/_attachment/61490/binary/1151272?fast_title=H%C3%A5ndbok+V851+L%C3%A6replan+f%C3%B8rerkortklasse+B,+B+kode+96+og+BE.pdf" TargetMode="External" /><Relationship Id="rId2" Type="http://schemas.openxmlformats.org/officeDocument/2006/relationships/slideLayout" Target="../slideLayouts/slideLayout552.xml" /><Relationship Id="rId16" Type="http://schemas.openxmlformats.org/officeDocument/2006/relationships/slideLayout" Target="../slideLayouts/slideLayout566.xml" /><Relationship Id="rId20" Type="http://schemas.openxmlformats.org/officeDocument/2006/relationships/slide" Target="../slides/slide64.xml" /><Relationship Id="rId29" Type="http://schemas.openxmlformats.org/officeDocument/2006/relationships/slide" Target="../slides/slide182.xml" /><Relationship Id="rId1" Type="http://schemas.openxmlformats.org/officeDocument/2006/relationships/slideLayout" Target="../slideLayouts/slideLayout551.xml" /><Relationship Id="rId6" Type="http://schemas.openxmlformats.org/officeDocument/2006/relationships/slideLayout" Target="../slideLayouts/slideLayout556.xml" /><Relationship Id="rId11" Type="http://schemas.openxmlformats.org/officeDocument/2006/relationships/slideLayout" Target="../slideLayouts/slideLayout561.xml" /><Relationship Id="rId24" Type="http://schemas.openxmlformats.org/officeDocument/2006/relationships/slide" Target="../slides/slide146.xml" /><Relationship Id="rId32" Type="http://schemas.openxmlformats.org/officeDocument/2006/relationships/slide" Target="../slides/slide203.xml" /><Relationship Id="rId5" Type="http://schemas.openxmlformats.org/officeDocument/2006/relationships/slideLayout" Target="../slideLayouts/slideLayout555.xml" /><Relationship Id="rId15" Type="http://schemas.openxmlformats.org/officeDocument/2006/relationships/slideLayout" Target="../slideLayouts/slideLayout565.xml" /><Relationship Id="rId23" Type="http://schemas.openxmlformats.org/officeDocument/2006/relationships/slide" Target="../slides/slide139.xml" /><Relationship Id="rId28" Type="http://schemas.openxmlformats.org/officeDocument/2006/relationships/slide" Target="../slides/slide174.xml" /><Relationship Id="rId36" Type="http://schemas.openxmlformats.org/officeDocument/2006/relationships/image" Target="../media/image2.png" /><Relationship Id="rId10" Type="http://schemas.openxmlformats.org/officeDocument/2006/relationships/slideLayout" Target="../slideLayouts/slideLayout560.xml" /><Relationship Id="rId19" Type="http://schemas.openxmlformats.org/officeDocument/2006/relationships/slide" Target="../slides/slide14.xml" /><Relationship Id="rId31" Type="http://schemas.openxmlformats.org/officeDocument/2006/relationships/slide" Target="../slides/slide196.xml" /><Relationship Id="rId4" Type="http://schemas.openxmlformats.org/officeDocument/2006/relationships/slideLayout" Target="../slideLayouts/slideLayout554.xml" /><Relationship Id="rId9" Type="http://schemas.openxmlformats.org/officeDocument/2006/relationships/slideLayout" Target="../slideLayouts/slideLayout559.xml" /><Relationship Id="rId14" Type="http://schemas.openxmlformats.org/officeDocument/2006/relationships/slideLayout" Target="../slideLayouts/slideLayout564.xml" /><Relationship Id="rId22" Type="http://schemas.openxmlformats.org/officeDocument/2006/relationships/slide" Target="../slides/slide210.xml" /><Relationship Id="rId27" Type="http://schemas.openxmlformats.org/officeDocument/2006/relationships/slide" Target="../slides/slide167.xml" /><Relationship Id="rId30" Type="http://schemas.openxmlformats.org/officeDocument/2006/relationships/slide" Target="../slides/slide189.xml" /><Relationship Id="rId35" Type="http://schemas.openxmlformats.org/officeDocument/2006/relationships/hyperlink" Target="https://lovdata.no/dokument/SF/forskrift/2004-10-01-1339/KAPITTEL_11#KAPITTEL_11" TargetMode="External" /></Relationships>
</file>

<file path=ppt/slideMasters/_rels/slideMaster44.xml.rels><?xml version="1.0" encoding="UTF-8" standalone="yes"?>
<Relationships xmlns="http://schemas.openxmlformats.org/package/2006/relationships"><Relationship Id="rId8" Type="http://schemas.openxmlformats.org/officeDocument/2006/relationships/slideLayout" Target="../slideLayouts/slideLayout575.xml" /><Relationship Id="rId13" Type="http://schemas.openxmlformats.org/officeDocument/2006/relationships/slideLayout" Target="../slideLayouts/slideLayout580.xml" /><Relationship Id="rId18" Type="http://schemas.openxmlformats.org/officeDocument/2006/relationships/theme" Target="../theme/theme44.xml" /><Relationship Id="rId26" Type="http://schemas.openxmlformats.org/officeDocument/2006/relationships/slide" Target="../slides/slide160.xml" /><Relationship Id="rId3" Type="http://schemas.openxmlformats.org/officeDocument/2006/relationships/slideLayout" Target="../slideLayouts/slideLayout570.xml" /><Relationship Id="rId21" Type="http://schemas.openxmlformats.org/officeDocument/2006/relationships/slide" Target="../slides/slide138.xml" /><Relationship Id="rId34" Type="http://schemas.openxmlformats.org/officeDocument/2006/relationships/image" Target="../media/image1.tmp" /><Relationship Id="rId7" Type="http://schemas.openxmlformats.org/officeDocument/2006/relationships/slideLayout" Target="../slideLayouts/slideLayout574.xml" /><Relationship Id="rId12" Type="http://schemas.openxmlformats.org/officeDocument/2006/relationships/slideLayout" Target="../slideLayouts/slideLayout579.xml" /><Relationship Id="rId17" Type="http://schemas.openxmlformats.org/officeDocument/2006/relationships/slideLayout" Target="../slideLayouts/slideLayout584.xml" /><Relationship Id="rId25" Type="http://schemas.openxmlformats.org/officeDocument/2006/relationships/slide" Target="../slides/slide153.xml" /><Relationship Id="rId33" Type="http://schemas.openxmlformats.org/officeDocument/2006/relationships/hyperlink" Target="http://www.vegvesen.no/_attachment/61490/binary/1151272?fast_title=H%C3%A5ndbok+V851+L%C3%A6replan+f%C3%B8rerkortklasse+B,+B+kode+96+og+BE.pdf" TargetMode="External" /><Relationship Id="rId2" Type="http://schemas.openxmlformats.org/officeDocument/2006/relationships/slideLayout" Target="../slideLayouts/slideLayout569.xml" /><Relationship Id="rId16" Type="http://schemas.openxmlformats.org/officeDocument/2006/relationships/slideLayout" Target="../slideLayouts/slideLayout583.xml" /><Relationship Id="rId20" Type="http://schemas.openxmlformats.org/officeDocument/2006/relationships/slide" Target="../slides/slide64.xml" /><Relationship Id="rId29" Type="http://schemas.openxmlformats.org/officeDocument/2006/relationships/slide" Target="../slides/slide182.xml" /><Relationship Id="rId1" Type="http://schemas.openxmlformats.org/officeDocument/2006/relationships/slideLayout" Target="../slideLayouts/slideLayout568.xml" /><Relationship Id="rId6" Type="http://schemas.openxmlformats.org/officeDocument/2006/relationships/slideLayout" Target="../slideLayouts/slideLayout573.xml" /><Relationship Id="rId11" Type="http://schemas.openxmlformats.org/officeDocument/2006/relationships/slideLayout" Target="../slideLayouts/slideLayout578.xml" /><Relationship Id="rId24" Type="http://schemas.openxmlformats.org/officeDocument/2006/relationships/slide" Target="../slides/slide146.xml" /><Relationship Id="rId32" Type="http://schemas.openxmlformats.org/officeDocument/2006/relationships/slide" Target="../slides/slide203.xml" /><Relationship Id="rId5" Type="http://schemas.openxmlformats.org/officeDocument/2006/relationships/slideLayout" Target="../slideLayouts/slideLayout572.xml" /><Relationship Id="rId15" Type="http://schemas.openxmlformats.org/officeDocument/2006/relationships/slideLayout" Target="../slideLayouts/slideLayout582.xml" /><Relationship Id="rId23" Type="http://schemas.openxmlformats.org/officeDocument/2006/relationships/slide" Target="../slides/slide139.xml" /><Relationship Id="rId28" Type="http://schemas.openxmlformats.org/officeDocument/2006/relationships/slide" Target="../slides/slide174.xml" /><Relationship Id="rId36" Type="http://schemas.openxmlformats.org/officeDocument/2006/relationships/image" Target="../media/image2.png" /><Relationship Id="rId10" Type="http://schemas.openxmlformats.org/officeDocument/2006/relationships/slideLayout" Target="../slideLayouts/slideLayout577.xml" /><Relationship Id="rId19" Type="http://schemas.openxmlformats.org/officeDocument/2006/relationships/slide" Target="../slides/slide14.xml" /><Relationship Id="rId31" Type="http://schemas.openxmlformats.org/officeDocument/2006/relationships/slide" Target="../slides/slide196.xml" /><Relationship Id="rId4" Type="http://schemas.openxmlformats.org/officeDocument/2006/relationships/slideLayout" Target="../slideLayouts/slideLayout571.xml" /><Relationship Id="rId9" Type="http://schemas.openxmlformats.org/officeDocument/2006/relationships/slideLayout" Target="../slideLayouts/slideLayout576.xml" /><Relationship Id="rId14" Type="http://schemas.openxmlformats.org/officeDocument/2006/relationships/slideLayout" Target="../slideLayouts/slideLayout581.xml" /><Relationship Id="rId22" Type="http://schemas.openxmlformats.org/officeDocument/2006/relationships/slide" Target="../slides/slide210.xml" /><Relationship Id="rId27" Type="http://schemas.openxmlformats.org/officeDocument/2006/relationships/slide" Target="../slides/slide167.xml" /><Relationship Id="rId30" Type="http://schemas.openxmlformats.org/officeDocument/2006/relationships/slide" Target="../slides/slide189.xml" /><Relationship Id="rId35" Type="http://schemas.openxmlformats.org/officeDocument/2006/relationships/hyperlink" Target="https://lovdata.no/dokument/SF/forskrift/2004-10-01-1339/KAPITTEL_11#KAPITTEL_11" TargetMode="External" /></Relationships>
</file>

<file path=ppt/slideMasters/_rels/slideMaster45.xml.rels><?xml version="1.0" encoding="UTF-8" standalone="yes"?>
<Relationships xmlns="http://schemas.openxmlformats.org/package/2006/relationships"><Relationship Id="rId8" Type="http://schemas.openxmlformats.org/officeDocument/2006/relationships/slideLayout" Target="../slideLayouts/slideLayout592.xml" /><Relationship Id="rId13" Type="http://schemas.openxmlformats.org/officeDocument/2006/relationships/slideLayout" Target="../slideLayouts/slideLayout597.xml" /><Relationship Id="rId18" Type="http://schemas.openxmlformats.org/officeDocument/2006/relationships/theme" Target="../theme/theme45.xml" /><Relationship Id="rId26" Type="http://schemas.openxmlformats.org/officeDocument/2006/relationships/slide" Target="../slides/slide160.xml" /><Relationship Id="rId3" Type="http://schemas.openxmlformats.org/officeDocument/2006/relationships/slideLayout" Target="../slideLayouts/slideLayout587.xml" /><Relationship Id="rId21" Type="http://schemas.openxmlformats.org/officeDocument/2006/relationships/slide" Target="../slides/slide138.xml" /><Relationship Id="rId34" Type="http://schemas.openxmlformats.org/officeDocument/2006/relationships/image" Target="../media/image1.tmp" /><Relationship Id="rId7" Type="http://schemas.openxmlformats.org/officeDocument/2006/relationships/slideLayout" Target="../slideLayouts/slideLayout591.xml" /><Relationship Id="rId12" Type="http://schemas.openxmlformats.org/officeDocument/2006/relationships/slideLayout" Target="../slideLayouts/slideLayout596.xml" /><Relationship Id="rId17" Type="http://schemas.openxmlformats.org/officeDocument/2006/relationships/slideLayout" Target="../slideLayouts/slideLayout601.xml" /><Relationship Id="rId25" Type="http://schemas.openxmlformats.org/officeDocument/2006/relationships/slide" Target="../slides/slide153.xml" /><Relationship Id="rId33" Type="http://schemas.openxmlformats.org/officeDocument/2006/relationships/hyperlink" Target="http://www.vegvesen.no/_attachment/61490/binary/1151272?fast_title=H%C3%A5ndbok+V851+L%C3%A6replan+f%C3%B8rerkortklasse+B,+B+kode+96+og+BE.pdf" TargetMode="External" /><Relationship Id="rId2" Type="http://schemas.openxmlformats.org/officeDocument/2006/relationships/slideLayout" Target="../slideLayouts/slideLayout586.xml" /><Relationship Id="rId16" Type="http://schemas.openxmlformats.org/officeDocument/2006/relationships/slideLayout" Target="../slideLayouts/slideLayout600.xml" /><Relationship Id="rId20" Type="http://schemas.openxmlformats.org/officeDocument/2006/relationships/slide" Target="../slides/slide64.xml" /><Relationship Id="rId29" Type="http://schemas.openxmlformats.org/officeDocument/2006/relationships/slide" Target="../slides/slide182.xml" /><Relationship Id="rId1" Type="http://schemas.openxmlformats.org/officeDocument/2006/relationships/slideLayout" Target="../slideLayouts/slideLayout585.xml" /><Relationship Id="rId6" Type="http://schemas.openxmlformats.org/officeDocument/2006/relationships/slideLayout" Target="../slideLayouts/slideLayout590.xml" /><Relationship Id="rId11" Type="http://schemas.openxmlformats.org/officeDocument/2006/relationships/slideLayout" Target="../slideLayouts/slideLayout595.xml" /><Relationship Id="rId24" Type="http://schemas.openxmlformats.org/officeDocument/2006/relationships/slide" Target="../slides/slide146.xml" /><Relationship Id="rId32" Type="http://schemas.openxmlformats.org/officeDocument/2006/relationships/slide" Target="../slides/slide203.xml" /><Relationship Id="rId5" Type="http://schemas.openxmlformats.org/officeDocument/2006/relationships/slideLayout" Target="../slideLayouts/slideLayout589.xml" /><Relationship Id="rId15" Type="http://schemas.openxmlformats.org/officeDocument/2006/relationships/slideLayout" Target="../slideLayouts/slideLayout599.xml" /><Relationship Id="rId23" Type="http://schemas.openxmlformats.org/officeDocument/2006/relationships/slide" Target="../slides/slide139.xml" /><Relationship Id="rId28" Type="http://schemas.openxmlformats.org/officeDocument/2006/relationships/slide" Target="../slides/slide174.xml" /><Relationship Id="rId36" Type="http://schemas.openxmlformats.org/officeDocument/2006/relationships/image" Target="../media/image2.png" /><Relationship Id="rId10" Type="http://schemas.openxmlformats.org/officeDocument/2006/relationships/slideLayout" Target="../slideLayouts/slideLayout594.xml" /><Relationship Id="rId19" Type="http://schemas.openxmlformats.org/officeDocument/2006/relationships/slide" Target="../slides/slide14.xml" /><Relationship Id="rId31" Type="http://schemas.openxmlformats.org/officeDocument/2006/relationships/slide" Target="../slides/slide196.xml" /><Relationship Id="rId4" Type="http://schemas.openxmlformats.org/officeDocument/2006/relationships/slideLayout" Target="../slideLayouts/slideLayout588.xml" /><Relationship Id="rId9" Type="http://schemas.openxmlformats.org/officeDocument/2006/relationships/slideLayout" Target="../slideLayouts/slideLayout593.xml" /><Relationship Id="rId14" Type="http://schemas.openxmlformats.org/officeDocument/2006/relationships/slideLayout" Target="../slideLayouts/slideLayout598.xml" /><Relationship Id="rId22" Type="http://schemas.openxmlformats.org/officeDocument/2006/relationships/slide" Target="../slides/slide210.xml" /><Relationship Id="rId27" Type="http://schemas.openxmlformats.org/officeDocument/2006/relationships/slide" Target="../slides/slide167.xml" /><Relationship Id="rId30" Type="http://schemas.openxmlformats.org/officeDocument/2006/relationships/slide" Target="../slides/slide189.xml" /><Relationship Id="rId35" Type="http://schemas.openxmlformats.org/officeDocument/2006/relationships/hyperlink" Target="https://lovdata.no/dokument/SF/forskrift/2004-10-01-1339/KAPITTEL_11#KAPITTEL_11" TargetMode="External" /></Relationships>
</file>

<file path=ppt/slideMasters/_rels/slideMaster46.xml.rels><?xml version="1.0" encoding="UTF-8" standalone="yes"?>
<Relationships xmlns="http://schemas.openxmlformats.org/package/2006/relationships"><Relationship Id="rId8" Type="http://schemas.openxmlformats.org/officeDocument/2006/relationships/slideLayout" Target="../slideLayouts/slideLayout609.xml" /><Relationship Id="rId13" Type="http://schemas.openxmlformats.org/officeDocument/2006/relationships/slideLayout" Target="../slideLayouts/slideLayout614.xml" /><Relationship Id="rId18" Type="http://schemas.openxmlformats.org/officeDocument/2006/relationships/theme" Target="../theme/theme46.xml" /><Relationship Id="rId26" Type="http://schemas.openxmlformats.org/officeDocument/2006/relationships/slide" Target="../slides/slide160.xml" /><Relationship Id="rId3" Type="http://schemas.openxmlformats.org/officeDocument/2006/relationships/slideLayout" Target="../slideLayouts/slideLayout604.xml" /><Relationship Id="rId21" Type="http://schemas.openxmlformats.org/officeDocument/2006/relationships/slide" Target="../slides/slide138.xml" /><Relationship Id="rId34" Type="http://schemas.openxmlformats.org/officeDocument/2006/relationships/image" Target="../media/image1.tmp" /><Relationship Id="rId7" Type="http://schemas.openxmlformats.org/officeDocument/2006/relationships/slideLayout" Target="../slideLayouts/slideLayout608.xml" /><Relationship Id="rId12" Type="http://schemas.openxmlformats.org/officeDocument/2006/relationships/slideLayout" Target="../slideLayouts/slideLayout613.xml" /><Relationship Id="rId17" Type="http://schemas.openxmlformats.org/officeDocument/2006/relationships/slideLayout" Target="../slideLayouts/slideLayout618.xml" /><Relationship Id="rId25" Type="http://schemas.openxmlformats.org/officeDocument/2006/relationships/slide" Target="../slides/slide153.xml" /><Relationship Id="rId33" Type="http://schemas.openxmlformats.org/officeDocument/2006/relationships/hyperlink" Target="http://www.vegvesen.no/_attachment/61490/binary/1151272?fast_title=H%C3%A5ndbok+V851+L%C3%A6replan+f%C3%B8rerkortklasse+B,+B+kode+96+og+BE.pdf" TargetMode="External" /><Relationship Id="rId2" Type="http://schemas.openxmlformats.org/officeDocument/2006/relationships/slideLayout" Target="../slideLayouts/slideLayout603.xml" /><Relationship Id="rId16" Type="http://schemas.openxmlformats.org/officeDocument/2006/relationships/slideLayout" Target="../slideLayouts/slideLayout617.xml" /><Relationship Id="rId20" Type="http://schemas.openxmlformats.org/officeDocument/2006/relationships/slide" Target="../slides/slide64.xml" /><Relationship Id="rId29" Type="http://schemas.openxmlformats.org/officeDocument/2006/relationships/slide" Target="../slides/slide182.xml" /><Relationship Id="rId1" Type="http://schemas.openxmlformats.org/officeDocument/2006/relationships/slideLayout" Target="../slideLayouts/slideLayout602.xml" /><Relationship Id="rId6" Type="http://schemas.openxmlformats.org/officeDocument/2006/relationships/slideLayout" Target="../slideLayouts/slideLayout607.xml" /><Relationship Id="rId11" Type="http://schemas.openxmlformats.org/officeDocument/2006/relationships/slideLayout" Target="../slideLayouts/slideLayout612.xml" /><Relationship Id="rId24" Type="http://schemas.openxmlformats.org/officeDocument/2006/relationships/slide" Target="../slides/slide146.xml" /><Relationship Id="rId32" Type="http://schemas.openxmlformats.org/officeDocument/2006/relationships/slide" Target="../slides/slide203.xml" /><Relationship Id="rId5" Type="http://schemas.openxmlformats.org/officeDocument/2006/relationships/slideLayout" Target="../slideLayouts/slideLayout606.xml" /><Relationship Id="rId15" Type="http://schemas.openxmlformats.org/officeDocument/2006/relationships/slideLayout" Target="../slideLayouts/slideLayout616.xml" /><Relationship Id="rId23" Type="http://schemas.openxmlformats.org/officeDocument/2006/relationships/slide" Target="../slides/slide139.xml" /><Relationship Id="rId28" Type="http://schemas.openxmlformats.org/officeDocument/2006/relationships/slide" Target="../slides/slide174.xml" /><Relationship Id="rId36" Type="http://schemas.openxmlformats.org/officeDocument/2006/relationships/image" Target="../media/image2.png" /><Relationship Id="rId10" Type="http://schemas.openxmlformats.org/officeDocument/2006/relationships/slideLayout" Target="../slideLayouts/slideLayout611.xml" /><Relationship Id="rId19" Type="http://schemas.openxmlformats.org/officeDocument/2006/relationships/slide" Target="../slides/slide14.xml" /><Relationship Id="rId31" Type="http://schemas.openxmlformats.org/officeDocument/2006/relationships/slide" Target="../slides/slide196.xml" /><Relationship Id="rId4" Type="http://schemas.openxmlformats.org/officeDocument/2006/relationships/slideLayout" Target="../slideLayouts/slideLayout605.xml" /><Relationship Id="rId9" Type="http://schemas.openxmlformats.org/officeDocument/2006/relationships/slideLayout" Target="../slideLayouts/slideLayout610.xml" /><Relationship Id="rId14" Type="http://schemas.openxmlformats.org/officeDocument/2006/relationships/slideLayout" Target="../slideLayouts/slideLayout615.xml" /><Relationship Id="rId22" Type="http://schemas.openxmlformats.org/officeDocument/2006/relationships/slide" Target="../slides/slide210.xml" /><Relationship Id="rId27" Type="http://schemas.openxmlformats.org/officeDocument/2006/relationships/slide" Target="../slides/slide167.xml" /><Relationship Id="rId30" Type="http://schemas.openxmlformats.org/officeDocument/2006/relationships/slide" Target="../slides/slide189.xml" /><Relationship Id="rId35" Type="http://schemas.openxmlformats.org/officeDocument/2006/relationships/hyperlink" Target="https://lovdata.no/dokument/SF/forskrift/2004-10-01-1339/KAPITTEL_11#KAPITTEL_11" TargetMode="External" /></Relationships>
</file>

<file path=ppt/slideMasters/_rels/slideMaster47.xml.rels><?xml version="1.0" encoding="UTF-8" standalone="yes"?>
<Relationships xmlns="http://schemas.openxmlformats.org/package/2006/relationships"><Relationship Id="rId8" Type="http://schemas.openxmlformats.org/officeDocument/2006/relationships/slideLayout" Target="../slideLayouts/slideLayout626.xml" /><Relationship Id="rId13" Type="http://schemas.openxmlformats.org/officeDocument/2006/relationships/slideLayout" Target="../slideLayouts/slideLayout631.xml" /><Relationship Id="rId18" Type="http://schemas.openxmlformats.org/officeDocument/2006/relationships/theme" Target="../theme/theme47.xml" /><Relationship Id="rId26" Type="http://schemas.openxmlformats.org/officeDocument/2006/relationships/slide" Target="../slides/slide160.xml" /><Relationship Id="rId3" Type="http://schemas.openxmlformats.org/officeDocument/2006/relationships/slideLayout" Target="../slideLayouts/slideLayout621.xml" /><Relationship Id="rId21" Type="http://schemas.openxmlformats.org/officeDocument/2006/relationships/slide" Target="../slides/slide138.xml" /><Relationship Id="rId34" Type="http://schemas.openxmlformats.org/officeDocument/2006/relationships/image" Target="../media/image1.tmp" /><Relationship Id="rId7" Type="http://schemas.openxmlformats.org/officeDocument/2006/relationships/slideLayout" Target="../slideLayouts/slideLayout625.xml" /><Relationship Id="rId12" Type="http://schemas.openxmlformats.org/officeDocument/2006/relationships/slideLayout" Target="../slideLayouts/slideLayout630.xml" /><Relationship Id="rId17" Type="http://schemas.openxmlformats.org/officeDocument/2006/relationships/slideLayout" Target="../slideLayouts/slideLayout635.xml" /><Relationship Id="rId25" Type="http://schemas.openxmlformats.org/officeDocument/2006/relationships/slide" Target="../slides/slide153.xml" /><Relationship Id="rId33" Type="http://schemas.openxmlformats.org/officeDocument/2006/relationships/hyperlink" Target="http://www.vegvesen.no/_attachment/61490/binary/1151272?fast_title=H%C3%A5ndbok+V851+L%C3%A6replan+f%C3%B8rerkortklasse+B,+B+kode+96+og+BE.pdf" TargetMode="External" /><Relationship Id="rId2" Type="http://schemas.openxmlformats.org/officeDocument/2006/relationships/slideLayout" Target="../slideLayouts/slideLayout620.xml" /><Relationship Id="rId16" Type="http://schemas.openxmlformats.org/officeDocument/2006/relationships/slideLayout" Target="../slideLayouts/slideLayout634.xml" /><Relationship Id="rId20" Type="http://schemas.openxmlformats.org/officeDocument/2006/relationships/slide" Target="../slides/slide64.xml" /><Relationship Id="rId29" Type="http://schemas.openxmlformats.org/officeDocument/2006/relationships/slide" Target="../slides/slide182.xml" /><Relationship Id="rId1" Type="http://schemas.openxmlformats.org/officeDocument/2006/relationships/slideLayout" Target="../slideLayouts/slideLayout619.xml" /><Relationship Id="rId6" Type="http://schemas.openxmlformats.org/officeDocument/2006/relationships/slideLayout" Target="../slideLayouts/slideLayout624.xml" /><Relationship Id="rId11" Type="http://schemas.openxmlformats.org/officeDocument/2006/relationships/slideLayout" Target="../slideLayouts/slideLayout629.xml" /><Relationship Id="rId24" Type="http://schemas.openxmlformats.org/officeDocument/2006/relationships/slide" Target="../slides/slide146.xml" /><Relationship Id="rId32" Type="http://schemas.openxmlformats.org/officeDocument/2006/relationships/slide" Target="../slides/slide203.xml" /><Relationship Id="rId5" Type="http://schemas.openxmlformats.org/officeDocument/2006/relationships/slideLayout" Target="../slideLayouts/slideLayout623.xml" /><Relationship Id="rId15" Type="http://schemas.openxmlformats.org/officeDocument/2006/relationships/slideLayout" Target="../slideLayouts/slideLayout633.xml" /><Relationship Id="rId23" Type="http://schemas.openxmlformats.org/officeDocument/2006/relationships/slide" Target="../slides/slide139.xml" /><Relationship Id="rId28" Type="http://schemas.openxmlformats.org/officeDocument/2006/relationships/slide" Target="../slides/slide174.xml" /><Relationship Id="rId36" Type="http://schemas.openxmlformats.org/officeDocument/2006/relationships/image" Target="../media/image2.png" /><Relationship Id="rId10" Type="http://schemas.openxmlformats.org/officeDocument/2006/relationships/slideLayout" Target="../slideLayouts/slideLayout628.xml" /><Relationship Id="rId19" Type="http://schemas.openxmlformats.org/officeDocument/2006/relationships/slide" Target="../slides/slide14.xml" /><Relationship Id="rId31" Type="http://schemas.openxmlformats.org/officeDocument/2006/relationships/slide" Target="../slides/slide196.xml" /><Relationship Id="rId4" Type="http://schemas.openxmlformats.org/officeDocument/2006/relationships/slideLayout" Target="../slideLayouts/slideLayout622.xml" /><Relationship Id="rId9" Type="http://schemas.openxmlformats.org/officeDocument/2006/relationships/slideLayout" Target="../slideLayouts/slideLayout627.xml" /><Relationship Id="rId14" Type="http://schemas.openxmlformats.org/officeDocument/2006/relationships/slideLayout" Target="../slideLayouts/slideLayout632.xml" /><Relationship Id="rId22" Type="http://schemas.openxmlformats.org/officeDocument/2006/relationships/slide" Target="../slides/slide210.xml" /><Relationship Id="rId27" Type="http://schemas.openxmlformats.org/officeDocument/2006/relationships/slide" Target="../slides/slide167.xml" /><Relationship Id="rId30" Type="http://schemas.openxmlformats.org/officeDocument/2006/relationships/slide" Target="../slides/slide189.xml" /><Relationship Id="rId35" Type="http://schemas.openxmlformats.org/officeDocument/2006/relationships/hyperlink" Target="https://lovdata.no/dokument/SF/forskrift/2004-10-01-1339/KAPITTEL_11#KAPITTEL_11" TargetMode="External" /></Relationships>
</file>

<file path=ppt/slideMasters/_rels/slideMaster48.xml.rels><?xml version="1.0" encoding="UTF-8" standalone="yes"?>
<Relationships xmlns="http://schemas.openxmlformats.org/package/2006/relationships"><Relationship Id="rId8" Type="http://schemas.openxmlformats.org/officeDocument/2006/relationships/slideLayout" Target="../slideLayouts/slideLayout643.xml" /><Relationship Id="rId13" Type="http://schemas.openxmlformats.org/officeDocument/2006/relationships/slideLayout" Target="../slideLayouts/slideLayout648.xml" /><Relationship Id="rId18" Type="http://schemas.openxmlformats.org/officeDocument/2006/relationships/theme" Target="../theme/theme48.xml" /><Relationship Id="rId26" Type="http://schemas.openxmlformats.org/officeDocument/2006/relationships/slide" Target="../slides/slide160.xml" /><Relationship Id="rId3" Type="http://schemas.openxmlformats.org/officeDocument/2006/relationships/slideLayout" Target="../slideLayouts/slideLayout638.xml" /><Relationship Id="rId21" Type="http://schemas.openxmlformats.org/officeDocument/2006/relationships/slide" Target="../slides/slide138.xml" /><Relationship Id="rId34" Type="http://schemas.openxmlformats.org/officeDocument/2006/relationships/image" Target="../media/image1.tmp" /><Relationship Id="rId7" Type="http://schemas.openxmlformats.org/officeDocument/2006/relationships/slideLayout" Target="../slideLayouts/slideLayout642.xml" /><Relationship Id="rId12" Type="http://schemas.openxmlformats.org/officeDocument/2006/relationships/slideLayout" Target="../slideLayouts/slideLayout647.xml" /><Relationship Id="rId17" Type="http://schemas.openxmlformats.org/officeDocument/2006/relationships/slideLayout" Target="../slideLayouts/slideLayout652.xml" /><Relationship Id="rId25" Type="http://schemas.openxmlformats.org/officeDocument/2006/relationships/slide" Target="../slides/slide153.xml" /><Relationship Id="rId33" Type="http://schemas.openxmlformats.org/officeDocument/2006/relationships/hyperlink" Target="http://www.vegvesen.no/_attachment/61490/binary/1151272?fast_title=H%C3%A5ndbok+V851+L%C3%A6replan+f%C3%B8rerkortklasse+B,+B+kode+96+og+BE.pdf" TargetMode="External" /><Relationship Id="rId2" Type="http://schemas.openxmlformats.org/officeDocument/2006/relationships/slideLayout" Target="../slideLayouts/slideLayout637.xml" /><Relationship Id="rId16" Type="http://schemas.openxmlformats.org/officeDocument/2006/relationships/slideLayout" Target="../slideLayouts/slideLayout651.xml" /><Relationship Id="rId20" Type="http://schemas.openxmlformats.org/officeDocument/2006/relationships/slide" Target="../slides/slide64.xml" /><Relationship Id="rId29" Type="http://schemas.openxmlformats.org/officeDocument/2006/relationships/slide" Target="../slides/slide182.xml" /><Relationship Id="rId1" Type="http://schemas.openxmlformats.org/officeDocument/2006/relationships/slideLayout" Target="../slideLayouts/slideLayout636.xml" /><Relationship Id="rId6" Type="http://schemas.openxmlformats.org/officeDocument/2006/relationships/slideLayout" Target="../slideLayouts/slideLayout641.xml" /><Relationship Id="rId11" Type="http://schemas.openxmlformats.org/officeDocument/2006/relationships/slideLayout" Target="../slideLayouts/slideLayout646.xml" /><Relationship Id="rId24" Type="http://schemas.openxmlformats.org/officeDocument/2006/relationships/slide" Target="../slides/slide146.xml" /><Relationship Id="rId32" Type="http://schemas.openxmlformats.org/officeDocument/2006/relationships/slide" Target="../slides/slide203.xml" /><Relationship Id="rId5" Type="http://schemas.openxmlformats.org/officeDocument/2006/relationships/slideLayout" Target="../slideLayouts/slideLayout640.xml" /><Relationship Id="rId15" Type="http://schemas.openxmlformats.org/officeDocument/2006/relationships/slideLayout" Target="../slideLayouts/slideLayout650.xml" /><Relationship Id="rId23" Type="http://schemas.openxmlformats.org/officeDocument/2006/relationships/slide" Target="../slides/slide139.xml" /><Relationship Id="rId28" Type="http://schemas.openxmlformats.org/officeDocument/2006/relationships/slide" Target="../slides/slide174.xml" /><Relationship Id="rId36" Type="http://schemas.openxmlformats.org/officeDocument/2006/relationships/image" Target="../media/image2.png" /><Relationship Id="rId10" Type="http://schemas.openxmlformats.org/officeDocument/2006/relationships/slideLayout" Target="../slideLayouts/slideLayout645.xml" /><Relationship Id="rId19" Type="http://schemas.openxmlformats.org/officeDocument/2006/relationships/slide" Target="../slides/slide14.xml" /><Relationship Id="rId31" Type="http://schemas.openxmlformats.org/officeDocument/2006/relationships/slide" Target="../slides/slide196.xml" /><Relationship Id="rId4" Type="http://schemas.openxmlformats.org/officeDocument/2006/relationships/slideLayout" Target="../slideLayouts/slideLayout639.xml" /><Relationship Id="rId9" Type="http://schemas.openxmlformats.org/officeDocument/2006/relationships/slideLayout" Target="../slideLayouts/slideLayout644.xml" /><Relationship Id="rId14" Type="http://schemas.openxmlformats.org/officeDocument/2006/relationships/slideLayout" Target="../slideLayouts/slideLayout649.xml" /><Relationship Id="rId22" Type="http://schemas.openxmlformats.org/officeDocument/2006/relationships/slide" Target="../slides/slide210.xml" /><Relationship Id="rId27" Type="http://schemas.openxmlformats.org/officeDocument/2006/relationships/slide" Target="../slides/slide167.xml" /><Relationship Id="rId30" Type="http://schemas.openxmlformats.org/officeDocument/2006/relationships/slide" Target="../slides/slide189.xml" /><Relationship Id="rId35" Type="http://schemas.openxmlformats.org/officeDocument/2006/relationships/hyperlink" Target="https://lovdata.no/dokument/SF/forskrift/2004-10-01-1339/KAPITTEL_11#KAPITTEL_11" TargetMode="External" /></Relationships>
</file>

<file path=ppt/slideMasters/_rels/slideMaster49.xml.rels><?xml version="1.0" encoding="UTF-8" standalone="yes"?>
<Relationships xmlns="http://schemas.openxmlformats.org/package/2006/relationships"><Relationship Id="rId8" Type="http://schemas.openxmlformats.org/officeDocument/2006/relationships/slideLayout" Target="../slideLayouts/slideLayout660.xml" /><Relationship Id="rId13" Type="http://schemas.openxmlformats.org/officeDocument/2006/relationships/slideLayout" Target="../slideLayouts/slideLayout665.xml" /><Relationship Id="rId18" Type="http://schemas.openxmlformats.org/officeDocument/2006/relationships/theme" Target="../theme/theme49.xml" /><Relationship Id="rId26" Type="http://schemas.openxmlformats.org/officeDocument/2006/relationships/slide" Target="../slides/slide160.xml" /><Relationship Id="rId3" Type="http://schemas.openxmlformats.org/officeDocument/2006/relationships/slideLayout" Target="../slideLayouts/slideLayout655.xml" /><Relationship Id="rId21" Type="http://schemas.openxmlformats.org/officeDocument/2006/relationships/slide" Target="../slides/slide138.xml" /><Relationship Id="rId34" Type="http://schemas.openxmlformats.org/officeDocument/2006/relationships/image" Target="../media/image1.tmp" /><Relationship Id="rId7" Type="http://schemas.openxmlformats.org/officeDocument/2006/relationships/slideLayout" Target="../slideLayouts/slideLayout659.xml" /><Relationship Id="rId12" Type="http://schemas.openxmlformats.org/officeDocument/2006/relationships/slideLayout" Target="../slideLayouts/slideLayout664.xml" /><Relationship Id="rId17" Type="http://schemas.openxmlformats.org/officeDocument/2006/relationships/slideLayout" Target="../slideLayouts/slideLayout669.xml" /><Relationship Id="rId25" Type="http://schemas.openxmlformats.org/officeDocument/2006/relationships/slide" Target="../slides/slide153.xml" /><Relationship Id="rId33" Type="http://schemas.openxmlformats.org/officeDocument/2006/relationships/hyperlink" Target="http://www.vegvesen.no/_attachment/61490/binary/1151272?fast_title=H%C3%A5ndbok+V851+L%C3%A6replan+f%C3%B8rerkortklasse+B,+B+kode+96+og+BE.pdf" TargetMode="External" /><Relationship Id="rId2" Type="http://schemas.openxmlformats.org/officeDocument/2006/relationships/slideLayout" Target="../slideLayouts/slideLayout654.xml" /><Relationship Id="rId16" Type="http://schemas.openxmlformats.org/officeDocument/2006/relationships/slideLayout" Target="../slideLayouts/slideLayout668.xml" /><Relationship Id="rId20" Type="http://schemas.openxmlformats.org/officeDocument/2006/relationships/slide" Target="../slides/slide64.xml" /><Relationship Id="rId29" Type="http://schemas.openxmlformats.org/officeDocument/2006/relationships/slide" Target="../slides/slide182.xml" /><Relationship Id="rId1" Type="http://schemas.openxmlformats.org/officeDocument/2006/relationships/slideLayout" Target="../slideLayouts/slideLayout653.xml" /><Relationship Id="rId6" Type="http://schemas.openxmlformats.org/officeDocument/2006/relationships/slideLayout" Target="../slideLayouts/slideLayout658.xml" /><Relationship Id="rId11" Type="http://schemas.openxmlformats.org/officeDocument/2006/relationships/slideLayout" Target="../slideLayouts/slideLayout663.xml" /><Relationship Id="rId24" Type="http://schemas.openxmlformats.org/officeDocument/2006/relationships/slide" Target="../slides/slide146.xml" /><Relationship Id="rId32" Type="http://schemas.openxmlformats.org/officeDocument/2006/relationships/slide" Target="../slides/slide203.xml" /><Relationship Id="rId5" Type="http://schemas.openxmlformats.org/officeDocument/2006/relationships/slideLayout" Target="../slideLayouts/slideLayout657.xml" /><Relationship Id="rId15" Type="http://schemas.openxmlformats.org/officeDocument/2006/relationships/slideLayout" Target="../slideLayouts/slideLayout667.xml" /><Relationship Id="rId23" Type="http://schemas.openxmlformats.org/officeDocument/2006/relationships/slide" Target="../slides/slide139.xml" /><Relationship Id="rId28" Type="http://schemas.openxmlformats.org/officeDocument/2006/relationships/slide" Target="../slides/slide174.xml" /><Relationship Id="rId36" Type="http://schemas.openxmlformats.org/officeDocument/2006/relationships/image" Target="../media/image2.png" /><Relationship Id="rId10" Type="http://schemas.openxmlformats.org/officeDocument/2006/relationships/slideLayout" Target="../slideLayouts/slideLayout662.xml" /><Relationship Id="rId19" Type="http://schemas.openxmlformats.org/officeDocument/2006/relationships/slide" Target="../slides/slide14.xml" /><Relationship Id="rId31" Type="http://schemas.openxmlformats.org/officeDocument/2006/relationships/slide" Target="../slides/slide196.xml" /><Relationship Id="rId4" Type="http://schemas.openxmlformats.org/officeDocument/2006/relationships/slideLayout" Target="../slideLayouts/slideLayout656.xml" /><Relationship Id="rId9" Type="http://schemas.openxmlformats.org/officeDocument/2006/relationships/slideLayout" Target="../slideLayouts/slideLayout661.xml" /><Relationship Id="rId14" Type="http://schemas.openxmlformats.org/officeDocument/2006/relationships/slideLayout" Target="../slideLayouts/slideLayout666.xml" /><Relationship Id="rId22" Type="http://schemas.openxmlformats.org/officeDocument/2006/relationships/slide" Target="../slides/slide210.xml" /><Relationship Id="rId27" Type="http://schemas.openxmlformats.org/officeDocument/2006/relationships/slide" Target="../slides/slide167.xml" /><Relationship Id="rId30" Type="http://schemas.openxmlformats.org/officeDocument/2006/relationships/slide" Target="../slides/slide189.xml" /><Relationship Id="rId35" Type="http://schemas.openxmlformats.org/officeDocument/2006/relationships/hyperlink" Target="https://lovdata.no/dokument/SF/forskrift/2004-10-01-1339/KAPITTEL_11#KAPITTEL_11" TargetMode="External" /></Relationships>
</file>

<file path=ppt/slideMasters/_rels/slideMaster50.xml.rels><?xml version="1.0" encoding="UTF-8" standalone="yes"?>
<Relationships xmlns="http://schemas.openxmlformats.org/package/2006/relationships"><Relationship Id="rId8" Type="http://schemas.openxmlformats.org/officeDocument/2006/relationships/slideLayout" Target="../slideLayouts/slideLayout677.xml" /><Relationship Id="rId13" Type="http://schemas.openxmlformats.org/officeDocument/2006/relationships/slideLayout" Target="../slideLayouts/slideLayout682.xml" /><Relationship Id="rId18" Type="http://schemas.openxmlformats.org/officeDocument/2006/relationships/theme" Target="../theme/theme50.xml" /><Relationship Id="rId26" Type="http://schemas.openxmlformats.org/officeDocument/2006/relationships/slide" Target="../slides/slide160.xml" /><Relationship Id="rId3" Type="http://schemas.openxmlformats.org/officeDocument/2006/relationships/slideLayout" Target="../slideLayouts/slideLayout672.xml" /><Relationship Id="rId21" Type="http://schemas.openxmlformats.org/officeDocument/2006/relationships/slide" Target="../slides/slide138.xml" /><Relationship Id="rId34" Type="http://schemas.openxmlformats.org/officeDocument/2006/relationships/image" Target="../media/image1.tmp" /><Relationship Id="rId7" Type="http://schemas.openxmlformats.org/officeDocument/2006/relationships/slideLayout" Target="../slideLayouts/slideLayout676.xml" /><Relationship Id="rId12" Type="http://schemas.openxmlformats.org/officeDocument/2006/relationships/slideLayout" Target="../slideLayouts/slideLayout681.xml" /><Relationship Id="rId17" Type="http://schemas.openxmlformats.org/officeDocument/2006/relationships/slideLayout" Target="../slideLayouts/slideLayout686.xml" /><Relationship Id="rId25" Type="http://schemas.openxmlformats.org/officeDocument/2006/relationships/slide" Target="../slides/slide153.xml" /><Relationship Id="rId33" Type="http://schemas.openxmlformats.org/officeDocument/2006/relationships/hyperlink" Target="http://www.vegvesen.no/_attachment/61490/binary/1151272?fast_title=H%C3%A5ndbok+V851+L%C3%A6replan+f%C3%B8rerkortklasse+B,+B+kode+96+og+BE.pdf" TargetMode="External" /><Relationship Id="rId2" Type="http://schemas.openxmlformats.org/officeDocument/2006/relationships/slideLayout" Target="../slideLayouts/slideLayout671.xml" /><Relationship Id="rId16" Type="http://schemas.openxmlformats.org/officeDocument/2006/relationships/slideLayout" Target="../slideLayouts/slideLayout685.xml" /><Relationship Id="rId20" Type="http://schemas.openxmlformats.org/officeDocument/2006/relationships/slide" Target="../slides/slide64.xml" /><Relationship Id="rId29" Type="http://schemas.openxmlformats.org/officeDocument/2006/relationships/slide" Target="../slides/slide182.xml" /><Relationship Id="rId1" Type="http://schemas.openxmlformats.org/officeDocument/2006/relationships/slideLayout" Target="../slideLayouts/slideLayout670.xml" /><Relationship Id="rId6" Type="http://schemas.openxmlformats.org/officeDocument/2006/relationships/slideLayout" Target="../slideLayouts/slideLayout675.xml" /><Relationship Id="rId11" Type="http://schemas.openxmlformats.org/officeDocument/2006/relationships/slideLayout" Target="../slideLayouts/slideLayout680.xml" /><Relationship Id="rId24" Type="http://schemas.openxmlformats.org/officeDocument/2006/relationships/slide" Target="../slides/slide146.xml" /><Relationship Id="rId32" Type="http://schemas.openxmlformats.org/officeDocument/2006/relationships/slide" Target="../slides/slide203.xml" /><Relationship Id="rId5" Type="http://schemas.openxmlformats.org/officeDocument/2006/relationships/slideLayout" Target="../slideLayouts/slideLayout674.xml" /><Relationship Id="rId15" Type="http://schemas.openxmlformats.org/officeDocument/2006/relationships/slideLayout" Target="../slideLayouts/slideLayout684.xml" /><Relationship Id="rId23" Type="http://schemas.openxmlformats.org/officeDocument/2006/relationships/slide" Target="../slides/slide139.xml" /><Relationship Id="rId28" Type="http://schemas.openxmlformats.org/officeDocument/2006/relationships/slide" Target="../slides/slide174.xml" /><Relationship Id="rId36" Type="http://schemas.openxmlformats.org/officeDocument/2006/relationships/image" Target="../media/image2.png" /><Relationship Id="rId10" Type="http://schemas.openxmlformats.org/officeDocument/2006/relationships/slideLayout" Target="../slideLayouts/slideLayout679.xml" /><Relationship Id="rId19" Type="http://schemas.openxmlformats.org/officeDocument/2006/relationships/slide" Target="../slides/slide14.xml" /><Relationship Id="rId31" Type="http://schemas.openxmlformats.org/officeDocument/2006/relationships/slide" Target="../slides/slide196.xml" /><Relationship Id="rId4" Type="http://schemas.openxmlformats.org/officeDocument/2006/relationships/slideLayout" Target="../slideLayouts/slideLayout673.xml" /><Relationship Id="rId9" Type="http://schemas.openxmlformats.org/officeDocument/2006/relationships/slideLayout" Target="../slideLayouts/slideLayout678.xml" /><Relationship Id="rId14" Type="http://schemas.openxmlformats.org/officeDocument/2006/relationships/slideLayout" Target="../slideLayouts/slideLayout683.xml" /><Relationship Id="rId22" Type="http://schemas.openxmlformats.org/officeDocument/2006/relationships/slide" Target="../slides/slide210.xml" /><Relationship Id="rId27" Type="http://schemas.openxmlformats.org/officeDocument/2006/relationships/slide" Target="../slides/slide167.xml" /><Relationship Id="rId30" Type="http://schemas.openxmlformats.org/officeDocument/2006/relationships/slide" Target="../slides/slide189.xml" /><Relationship Id="rId35" Type="http://schemas.openxmlformats.org/officeDocument/2006/relationships/hyperlink" Target="https://lovdata.no/dokument/SF/forskrift/2004-10-01-1339/KAPITTEL_11#KAPITTEL_11" TargetMode="External" /></Relationships>
</file>

<file path=ppt/slideMasters/_rels/slideMaster51.xml.rels><?xml version="1.0" encoding="UTF-8" standalone="yes"?>
<Relationships xmlns="http://schemas.openxmlformats.org/package/2006/relationships"><Relationship Id="rId8" Type="http://schemas.openxmlformats.org/officeDocument/2006/relationships/slideLayout" Target="../slideLayouts/slideLayout694.xml" /><Relationship Id="rId13" Type="http://schemas.openxmlformats.org/officeDocument/2006/relationships/slide" Target="../slides/slide14.xml" /><Relationship Id="rId18" Type="http://schemas.openxmlformats.org/officeDocument/2006/relationships/slide" Target="../slides/slide218.xml" /><Relationship Id="rId3" Type="http://schemas.openxmlformats.org/officeDocument/2006/relationships/slideLayout" Target="../slideLayouts/slideLayout689.xml" /><Relationship Id="rId21" Type="http://schemas.openxmlformats.org/officeDocument/2006/relationships/slide" Target="../slides/slide247.xml" /><Relationship Id="rId7" Type="http://schemas.openxmlformats.org/officeDocument/2006/relationships/slideLayout" Target="../slideLayouts/slideLayout693.xml" /><Relationship Id="rId12" Type="http://schemas.openxmlformats.org/officeDocument/2006/relationships/theme" Target="../theme/theme51.xml" /><Relationship Id="rId17" Type="http://schemas.openxmlformats.org/officeDocument/2006/relationships/slide" Target="../slides/slide211.xml" /><Relationship Id="rId25" Type="http://schemas.openxmlformats.org/officeDocument/2006/relationships/image" Target="../media/image2.png" /><Relationship Id="rId2" Type="http://schemas.openxmlformats.org/officeDocument/2006/relationships/slideLayout" Target="../slideLayouts/slideLayout688.xml" /><Relationship Id="rId16" Type="http://schemas.openxmlformats.org/officeDocument/2006/relationships/slide" Target="../slides/slide210.xml" /><Relationship Id="rId20" Type="http://schemas.openxmlformats.org/officeDocument/2006/relationships/slide" Target="../slides/slide240.xml" /><Relationship Id="rId1" Type="http://schemas.openxmlformats.org/officeDocument/2006/relationships/slideLayout" Target="../slideLayouts/slideLayout687.xml" /><Relationship Id="rId6" Type="http://schemas.openxmlformats.org/officeDocument/2006/relationships/slideLayout" Target="../slideLayouts/slideLayout692.xml" /><Relationship Id="rId11" Type="http://schemas.openxmlformats.org/officeDocument/2006/relationships/slideLayout" Target="../slideLayouts/slideLayout697.xml" /><Relationship Id="rId24" Type="http://schemas.openxmlformats.org/officeDocument/2006/relationships/hyperlink" Target="https://lovdata.no/dokument/SF/forskrift/2004-10-01-1339/KAPITTEL_11#KAPITTEL_11" TargetMode="External" /><Relationship Id="rId5" Type="http://schemas.openxmlformats.org/officeDocument/2006/relationships/slideLayout" Target="../slideLayouts/slideLayout691.xml" /><Relationship Id="rId15" Type="http://schemas.openxmlformats.org/officeDocument/2006/relationships/slide" Target="../slides/slide138.xml" /><Relationship Id="rId23" Type="http://schemas.openxmlformats.org/officeDocument/2006/relationships/image" Target="../media/image1.tmp" /><Relationship Id="rId10" Type="http://schemas.openxmlformats.org/officeDocument/2006/relationships/slideLayout" Target="../slideLayouts/slideLayout696.xml" /><Relationship Id="rId19" Type="http://schemas.openxmlformats.org/officeDocument/2006/relationships/slide" Target="../slides/slide232.xml" /><Relationship Id="rId4" Type="http://schemas.openxmlformats.org/officeDocument/2006/relationships/slideLayout" Target="../slideLayouts/slideLayout690.xml" /><Relationship Id="rId9" Type="http://schemas.openxmlformats.org/officeDocument/2006/relationships/slideLayout" Target="../slideLayouts/slideLayout695.xml" /><Relationship Id="rId14" Type="http://schemas.openxmlformats.org/officeDocument/2006/relationships/slide" Target="../slides/slide64.xml" /><Relationship Id="rId22" Type="http://schemas.openxmlformats.org/officeDocument/2006/relationships/hyperlink" Target="http://www.vegvesen.no/_attachment/61490/binary/1151272?fast_title=H%C3%A5ndbok+V851+L%C3%A6replan+f%C3%B8rerkortklasse+B,+B+kode+96+og+BE.pdf" TargetMode="External" /></Relationships>
</file>

<file path=ppt/slideMasters/_rels/slideMaster52.xml.rels><?xml version="1.0" encoding="UTF-8" standalone="yes"?>
<Relationships xmlns="http://schemas.openxmlformats.org/package/2006/relationships"><Relationship Id="rId8" Type="http://schemas.openxmlformats.org/officeDocument/2006/relationships/slideLayout" Target="../slideLayouts/slideLayout705.xml" /><Relationship Id="rId13" Type="http://schemas.openxmlformats.org/officeDocument/2006/relationships/slideLayout" Target="../slideLayouts/slideLayout710.xml" /><Relationship Id="rId18" Type="http://schemas.openxmlformats.org/officeDocument/2006/relationships/theme" Target="../theme/theme52.xml" /><Relationship Id="rId26" Type="http://schemas.openxmlformats.org/officeDocument/2006/relationships/slide" Target="../slides/slide240.xml" /><Relationship Id="rId3" Type="http://schemas.openxmlformats.org/officeDocument/2006/relationships/slideLayout" Target="../slideLayouts/slideLayout700.xml" /><Relationship Id="rId21" Type="http://schemas.openxmlformats.org/officeDocument/2006/relationships/slide" Target="../slides/slide138.xml" /><Relationship Id="rId7" Type="http://schemas.openxmlformats.org/officeDocument/2006/relationships/slideLayout" Target="../slideLayouts/slideLayout704.xml" /><Relationship Id="rId12" Type="http://schemas.openxmlformats.org/officeDocument/2006/relationships/slideLayout" Target="../slideLayouts/slideLayout709.xml" /><Relationship Id="rId17" Type="http://schemas.openxmlformats.org/officeDocument/2006/relationships/slideLayout" Target="../slideLayouts/slideLayout714.xml" /><Relationship Id="rId25" Type="http://schemas.openxmlformats.org/officeDocument/2006/relationships/slide" Target="../slides/slide232.xml" /><Relationship Id="rId2" Type="http://schemas.openxmlformats.org/officeDocument/2006/relationships/slideLayout" Target="../slideLayouts/slideLayout699.xml" /><Relationship Id="rId16" Type="http://schemas.openxmlformats.org/officeDocument/2006/relationships/slideLayout" Target="../slideLayouts/slideLayout713.xml" /><Relationship Id="rId20" Type="http://schemas.openxmlformats.org/officeDocument/2006/relationships/slide" Target="../slides/slide64.xml" /><Relationship Id="rId29" Type="http://schemas.openxmlformats.org/officeDocument/2006/relationships/image" Target="../media/image1.tmp" /><Relationship Id="rId1" Type="http://schemas.openxmlformats.org/officeDocument/2006/relationships/slideLayout" Target="../slideLayouts/slideLayout698.xml" /><Relationship Id="rId6" Type="http://schemas.openxmlformats.org/officeDocument/2006/relationships/slideLayout" Target="../slideLayouts/slideLayout703.xml" /><Relationship Id="rId11" Type="http://schemas.openxmlformats.org/officeDocument/2006/relationships/slideLayout" Target="../slideLayouts/slideLayout708.xml" /><Relationship Id="rId24" Type="http://schemas.openxmlformats.org/officeDocument/2006/relationships/slide" Target="../slides/slide218.xml" /><Relationship Id="rId5" Type="http://schemas.openxmlformats.org/officeDocument/2006/relationships/slideLayout" Target="../slideLayouts/slideLayout702.xml" /><Relationship Id="rId15" Type="http://schemas.openxmlformats.org/officeDocument/2006/relationships/slideLayout" Target="../slideLayouts/slideLayout712.xml" /><Relationship Id="rId23" Type="http://schemas.openxmlformats.org/officeDocument/2006/relationships/slide" Target="../slides/slide211.xml" /><Relationship Id="rId28" Type="http://schemas.openxmlformats.org/officeDocument/2006/relationships/hyperlink" Target="http://www.vegvesen.no/_attachment/61490/binary/1151272?fast_title=H%C3%A5ndbok+V851+L%C3%A6replan+f%C3%B8rerkortklasse+B,+B+kode+96+og+BE.pdf" TargetMode="External" /><Relationship Id="rId10" Type="http://schemas.openxmlformats.org/officeDocument/2006/relationships/slideLayout" Target="../slideLayouts/slideLayout707.xml" /><Relationship Id="rId19" Type="http://schemas.openxmlformats.org/officeDocument/2006/relationships/slide" Target="../slides/slide14.xml" /><Relationship Id="rId31" Type="http://schemas.openxmlformats.org/officeDocument/2006/relationships/image" Target="../media/image2.png" /><Relationship Id="rId4" Type="http://schemas.openxmlformats.org/officeDocument/2006/relationships/slideLayout" Target="../slideLayouts/slideLayout701.xml" /><Relationship Id="rId9" Type="http://schemas.openxmlformats.org/officeDocument/2006/relationships/slideLayout" Target="../slideLayouts/slideLayout706.xml" /><Relationship Id="rId14" Type="http://schemas.openxmlformats.org/officeDocument/2006/relationships/slideLayout" Target="../slideLayouts/slideLayout711.xml" /><Relationship Id="rId22" Type="http://schemas.openxmlformats.org/officeDocument/2006/relationships/slide" Target="../slides/slide210.xml" /><Relationship Id="rId27" Type="http://schemas.openxmlformats.org/officeDocument/2006/relationships/slide" Target="../slides/slide247.xml" /><Relationship Id="rId30" Type="http://schemas.openxmlformats.org/officeDocument/2006/relationships/hyperlink" Target="https://lovdata.no/dokument/SF/forskrift/2004-10-01-1339/KAPITTEL_11#KAPITTEL_11" TargetMode="External" /></Relationships>
</file>

<file path=ppt/slideMasters/_rels/slideMaster53.xml.rels><?xml version="1.0" encoding="UTF-8" standalone="yes"?>
<Relationships xmlns="http://schemas.openxmlformats.org/package/2006/relationships"><Relationship Id="rId8" Type="http://schemas.openxmlformats.org/officeDocument/2006/relationships/slideLayout" Target="../slideLayouts/slideLayout722.xml" /><Relationship Id="rId13" Type="http://schemas.openxmlformats.org/officeDocument/2006/relationships/slideLayout" Target="../slideLayouts/slideLayout727.xml" /><Relationship Id="rId18" Type="http://schemas.openxmlformats.org/officeDocument/2006/relationships/theme" Target="../theme/theme53.xml" /><Relationship Id="rId26" Type="http://schemas.openxmlformats.org/officeDocument/2006/relationships/slide" Target="../slides/slide240.xml" /><Relationship Id="rId3" Type="http://schemas.openxmlformats.org/officeDocument/2006/relationships/slideLayout" Target="../slideLayouts/slideLayout717.xml" /><Relationship Id="rId21" Type="http://schemas.openxmlformats.org/officeDocument/2006/relationships/slide" Target="../slides/slide138.xml" /><Relationship Id="rId7" Type="http://schemas.openxmlformats.org/officeDocument/2006/relationships/slideLayout" Target="../slideLayouts/slideLayout721.xml" /><Relationship Id="rId12" Type="http://schemas.openxmlformats.org/officeDocument/2006/relationships/slideLayout" Target="../slideLayouts/slideLayout726.xml" /><Relationship Id="rId17" Type="http://schemas.openxmlformats.org/officeDocument/2006/relationships/slideLayout" Target="../slideLayouts/slideLayout731.xml" /><Relationship Id="rId25" Type="http://schemas.openxmlformats.org/officeDocument/2006/relationships/slide" Target="../slides/slide232.xml" /><Relationship Id="rId2" Type="http://schemas.openxmlformats.org/officeDocument/2006/relationships/slideLayout" Target="../slideLayouts/slideLayout716.xml" /><Relationship Id="rId16" Type="http://schemas.openxmlformats.org/officeDocument/2006/relationships/slideLayout" Target="../slideLayouts/slideLayout730.xml" /><Relationship Id="rId20" Type="http://schemas.openxmlformats.org/officeDocument/2006/relationships/slide" Target="../slides/slide64.xml" /><Relationship Id="rId29" Type="http://schemas.openxmlformats.org/officeDocument/2006/relationships/image" Target="../media/image1.tmp" /><Relationship Id="rId1" Type="http://schemas.openxmlformats.org/officeDocument/2006/relationships/slideLayout" Target="../slideLayouts/slideLayout715.xml" /><Relationship Id="rId6" Type="http://schemas.openxmlformats.org/officeDocument/2006/relationships/slideLayout" Target="../slideLayouts/slideLayout720.xml" /><Relationship Id="rId11" Type="http://schemas.openxmlformats.org/officeDocument/2006/relationships/slideLayout" Target="../slideLayouts/slideLayout725.xml" /><Relationship Id="rId24" Type="http://schemas.openxmlformats.org/officeDocument/2006/relationships/slide" Target="../slides/slide218.xml" /><Relationship Id="rId5" Type="http://schemas.openxmlformats.org/officeDocument/2006/relationships/slideLayout" Target="../slideLayouts/slideLayout719.xml" /><Relationship Id="rId15" Type="http://schemas.openxmlformats.org/officeDocument/2006/relationships/slideLayout" Target="../slideLayouts/slideLayout729.xml" /><Relationship Id="rId23" Type="http://schemas.openxmlformats.org/officeDocument/2006/relationships/slide" Target="../slides/slide211.xml" /><Relationship Id="rId28" Type="http://schemas.openxmlformats.org/officeDocument/2006/relationships/hyperlink" Target="http://www.vegvesen.no/_attachment/61490/binary/1151272?fast_title=H%C3%A5ndbok+V851+L%C3%A6replan+f%C3%B8rerkortklasse+B,+B+kode+96+og+BE.pdf" TargetMode="External" /><Relationship Id="rId10" Type="http://schemas.openxmlformats.org/officeDocument/2006/relationships/slideLayout" Target="../slideLayouts/slideLayout724.xml" /><Relationship Id="rId19" Type="http://schemas.openxmlformats.org/officeDocument/2006/relationships/slide" Target="../slides/slide14.xml" /><Relationship Id="rId31" Type="http://schemas.openxmlformats.org/officeDocument/2006/relationships/image" Target="../media/image2.png" /><Relationship Id="rId4" Type="http://schemas.openxmlformats.org/officeDocument/2006/relationships/slideLayout" Target="../slideLayouts/slideLayout718.xml" /><Relationship Id="rId9" Type="http://schemas.openxmlformats.org/officeDocument/2006/relationships/slideLayout" Target="../slideLayouts/slideLayout723.xml" /><Relationship Id="rId14" Type="http://schemas.openxmlformats.org/officeDocument/2006/relationships/slideLayout" Target="../slideLayouts/slideLayout728.xml" /><Relationship Id="rId22" Type="http://schemas.openxmlformats.org/officeDocument/2006/relationships/slide" Target="../slides/slide210.xml" /><Relationship Id="rId27" Type="http://schemas.openxmlformats.org/officeDocument/2006/relationships/slide" Target="../slides/slide247.xml" /><Relationship Id="rId30" Type="http://schemas.openxmlformats.org/officeDocument/2006/relationships/hyperlink" Target="https://lovdata.no/dokument/SF/forskrift/2004-10-01-1339/KAPITTEL_11#KAPITTEL_11" TargetMode="External" /></Relationships>
</file>

<file path=ppt/slideMasters/_rels/slideMaster54.xml.rels><?xml version="1.0" encoding="UTF-8" standalone="yes"?>
<Relationships xmlns="http://schemas.openxmlformats.org/package/2006/relationships"><Relationship Id="rId8" Type="http://schemas.openxmlformats.org/officeDocument/2006/relationships/slideLayout" Target="../slideLayouts/slideLayout739.xml" /><Relationship Id="rId13" Type="http://schemas.openxmlformats.org/officeDocument/2006/relationships/slideLayout" Target="../slideLayouts/slideLayout744.xml" /><Relationship Id="rId18" Type="http://schemas.openxmlformats.org/officeDocument/2006/relationships/theme" Target="../theme/theme54.xml" /><Relationship Id="rId26" Type="http://schemas.openxmlformats.org/officeDocument/2006/relationships/slide" Target="../slides/slide240.xml" /><Relationship Id="rId3" Type="http://schemas.openxmlformats.org/officeDocument/2006/relationships/slideLayout" Target="../slideLayouts/slideLayout734.xml" /><Relationship Id="rId21" Type="http://schemas.openxmlformats.org/officeDocument/2006/relationships/slide" Target="../slides/slide138.xml" /><Relationship Id="rId7" Type="http://schemas.openxmlformats.org/officeDocument/2006/relationships/slideLayout" Target="../slideLayouts/slideLayout738.xml" /><Relationship Id="rId12" Type="http://schemas.openxmlformats.org/officeDocument/2006/relationships/slideLayout" Target="../slideLayouts/slideLayout743.xml" /><Relationship Id="rId17" Type="http://schemas.openxmlformats.org/officeDocument/2006/relationships/slideLayout" Target="../slideLayouts/slideLayout748.xml" /><Relationship Id="rId25" Type="http://schemas.openxmlformats.org/officeDocument/2006/relationships/slide" Target="../slides/slide232.xml" /><Relationship Id="rId2" Type="http://schemas.openxmlformats.org/officeDocument/2006/relationships/slideLayout" Target="../slideLayouts/slideLayout733.xml" /><Relationship Id="rId16" Type="http://schemas.openxmlformats.org/officeDocument/2006/relationships/slideLayout" Target="../slideLayouts/slideLayout747.xml" /><Relationship Id="rId20" Type="http://schemas.openxmlformats.org/officeDocument/2006/relationships/slide" Target="../slides/slide64.xml" /><Relationship Id="rId29" Type="http://schemas.openxmlformats.org/officeDocument/2006/relationships/image" Target="../media/image1.tmp" /><Relationship Id="rId1" Type="http://schemas.openxmlformats.org/officeDocument/2006/relationships/slideLayout" Target="../slideLayouts/slideLayout732.xml" /><Relationship Id="rId6" Type="http://schemas.openxmlformats.org/officeDocument/2006/relationships/slideLayout" Target="../slideLayouts/slideLayout737.xml" /><Relationship Id="rId11" Type="http://schemas.openxmlformats.org/officeDocument/2006/relationships/slideLayout" Target="../slideLayouts/slideLayout742.xml" /><Relationship Id="rId24" Type="http://schemas.openxmlformats.org/officeDocument/2006/relationships/slide" Target="../slides/slide218.xml" /><Relationship Id="rId5" Type="http://schemas.openxmlformats.org/officeDocument/2006/relationships/slideLayout" Target="../slideLayouts/slideLayout736.xml" /><Relationship Id="rId15" Type="http://schemas.openxmlformats.org/officeDocument/2006/relationships/slideLayout" Target="../slideLayouts/slideLayout746.xml" /><Relationship Id="rId23" Type="http://schemas.openxmlformats.org/officeDocument/2006/relationships/slide" Target="../slides/slide211.xml" /><Relationship Id="rId28" Type="http://schemas.openxmlformats.org/officeDocument/2006/relationships/hyperlink" Target="http://www.vegvesen.no/_attachment/61490/binary/1151272?fast_title=H%C3%A5ndbok+V851+L%C3%A6replan+f%C3%B8rerkortklasse+B,+B+kode+96+og+BE.pdf" TargetMode="External" /><Relationship Id="rId10" Type="http://schemas.openxmlformats.org/officeDocument/2006/relationships/slideLayout" Target="../slideLayouts/slideLayout741.xml" /><Relationship Id="rId19" Type="http://schemas.openxmlformats.org/officeDocument/2006/relationships/slide" Target="../slides/slide14.xml" /><Relationship Id="rId31" Type="http://schemas.openxmlformats.org/officeDocument/2006/relationships/image" Target="../media/image2.png" /><Relationship Id="rId4" Type="http://schemas.openxmlformats.org/officeDocument/2006/relationships/slideLayout" Target="../slideLayouts/slideLayout735.xml" /><Relationship Id="rId9" Type="http://schemas.openxmlformats.org/officeDocument/2006/relationships/slideLayout" Target="../slideLayouts/slideLayout740.xml" /><Relationship Id="rId14" Type="http://schemas.openxmlformats.org/officeDocument/2006/relationships/slideLayout" Target="../slideLayouts/slideLayout745.xml" /><Relationship Id="rId22" Type="http://schemas.openxmlformats.org/officeDocument/2006/relationships/slide" Target="../slides/slide210.xml" /><Relationship Id="rId27" Type="http://schemas.openxmlformats.org/officeDocument/2006/relationships/slide" Target="../slides/slide247.xml" /><Relationship Id="rId30" Type="http://schemas.openxmlformats.org/officeDocument/2006/relationships/hyperlink" Target="https://lovdata.no/dokument/SF/forskrift/2004-10-01-1339/KAPITTEL_11#KAPITTEL_11" TargetMode="External" /></Relationships>
</file>

<file path=ppt/slideMasters/_rels/slideMaster55.xml.rels><?xml version="1.0" encoding="UTF-8" standalone="yes"?>
<Relationships xmlns="http://schemas.openxmlformats.org/package/2006/relationships"><Relationship Id="rId8" Type="http://schemas.openxmlformats.org/officeDocument/2006/relationships/slideLayout" Target="../slideLayouts/slideLayout756.xml" /><Relationship Id="rId13" Type="http://schemas.openxmlformats.org/officeDocument/2006/relationships/slideLayout" Target="../slideLayouts/slideLayout761.xml" /><Relationship Id="rId18" Type="http://schemas.openxmlformats.org/officeDocument/2006/relationships/theme" Target="../theme/theme55.xml" /><Relationship Id="rId26" Type="http://schemas.openxmlformats.org/officeDocument/2006/relationships/slide" Target="../slides/slide240.xml" /><Relationship Id="rId3" Type="http://schemas.openxmlformats.org/officeDocument/2006/relationships/slideLayout" Target="../slideLayouts/slideLayout751.xml" /><Relationship Id="rId21" Type="http://schemas.openxmlformats.org/officeDocument/2006/relationships/slide" Target="../slides/slide138.xml" /><Relationship Id="rId7" Type="http://schemas.openxmlformats.org/officeDocument/2006/relationships/slideLayout" Target="../slideLayouts/slideLayout755.xml" /><Relationship Id="rId12" Type="http://schemas.openxmlformats.org/officeDocument/2006/relationships/slideLayout" Target="../slideLayouts/slideLayout760.xml" /><Relationship Id="rId17" Type="http://schemas.openxmlformats.org/officeDocument/2006/relationships/slideLayout" Target="../slideLayouts/slideLayout765.xml" /><Relationship Id="rId25" Type="http://schemas.openxmlformats.org/officeDocument/2006/relationships/slide" Target="../slides/slide232.xml" /><Relationship Id="rId2" Type="http://schemas.openxmlformats.org/officeDocument/2006/relationships/slideLayout" Target="../slideLayouts/slideLayout750.xml" /><Relationship Id="rId16" Type="http://schemas.openxmlformats.org/officeDocument/2006/relationships/slideLayout" Target="../slideLayouts/slideLayout764.xml" /><Relationship Id="rId20" Type="http://schemas.openxmlformats.org/officeDocument/2006/relationships/slide" Target="../slides/slide64.xml" /><Relationship Id="rId29" Type="http://schemas.openxmlformats.org/officeDocument/2006/relationships/image" Target="../media/image1.tmp" /><Relationship Id="rId1" Type="http://schemas.openxmlformats.org/officeDocument/2006/relationships/slideLayout" Target="../slideLayouts/slideLayout749.xml" /><Relationship Id="rId6" Type="http://schemas.openxmlformats.org/officeDocument/2006/relationships/slideLayout" Target="../slideLayouts/slideLayout754.xml" /><Relationship Id="rId11" Type="http://schemas.openxmlformats.org/officeDocument/2006/relationships/slideLayout" Target="../slideLayouts/slideLayout759.xml" /><Relationship Id="rId24" Type="http://schemas.openxmlformats.org/officeDocument/2006/relationships/slide" Target="../slides/slide218.xml" /><Relationship Id="rId5" Type="http://schemas.openxmlformats.org/officeDocument/2006/relationships/slideLayout" Target="../slideLayouts/slideLayout753.xml" /><Relationship Id="rId15" Type="http://schemas.openxmlformats.org/officeDocument/2006/relationships/slideLayout" Target="../slideLayouts/slideLayout763.xml" /><Relationship Id="rId23" Type="http://schemas.openxmlformats.org/officeDocument/2006/relationships/slide" Target="../slides/slide211.xml" /><Relationship Id="rId28" Type="http://schemas.openxmlformats.org/officeDocument/2006/relationships/hyperlink" Target="http://www.vegvesen.no/_attachment/61490/binary/1151272?fast_title=H%C3%A5ndbok+V851+L%C3%A6replan+f%C3%B8rerkortklasse+B,+B+kode+96+og+BE.pdf" TargetMode="External" /><Relationship Id="rId10" Type="http://schemas.openxmlformats.org/officeDocument/2006/relationships/slideLayout" Target="../slideLayouts/slideLayout758.xml" /><Relationship Id="rId19" Type="http://schemas.openxmlformats.org/officeDocument/2006/relationships/slide" Target="../slides/slide14.xml" /><Relationship Id="rId31" Type="http://schemas.openxmlformats.org/officeDocument/2006/relationships/image" Target="../media/image2.png" /><Relationship Id="rId4" Type="http://schemas.openxmlformats.org/officeDocument/2006/relationships/slideLayout" Target="../slideLayouts/slideLayout752.xml" /><Relationship Id="rId9" Type="http://schemas.openxmlformats.org/officeDocument/2006/relationships/slideLayout" Target="../slideLayouts/slideLayout757.xml" /><Relationship Id="rId14" Type="http://schemas.openxmlformats.org/officeDocument/2006/relationships/slideLayout" Target="../slideLayouts/slideLayout762.xml" /><Relationship Id="rId22" Type="http://schemas.openxmlformats.org/officeDocument/2006/relationships/slide" Target="../slides/slide210.xml" /><Relationship Id="rId27" Type="http://schemas.openxmlformats.org/officeDocument/2006/relationships/slide" Target="../slides/slide247.xml" /><Relationship Id="rId30" Type="http://schemas.openxmlformats.org/officeDocument/2006/relationships/hyperlink" Target="https://lovdata.no/dokument/SF/forskrift/2004-10-01-1339/KAPITTEL_11#KAPITTEL_11" TargetMode="External" /></Relationships>
</file>

<file path=ppt/slideMasters/_rels/slideMaster56.xml.rels><?xml version="1.0" encoding="UTF-8" standalone="yes"?>
<Relationships xmlns="http://schemas.openxmlformats.org/package/2006/relationships"><Relationship Id="rId8" Type="http://schemas.openxmlformats.org/officeDocument/2006/relationships/slideLayout" Target="../slideLayouts/slideLayout773.xml" /><Relationship Id="rId13" Type="http://schemas.openxmlformats.org/officeDocument/2006/relationships/slideLayout" Target="../slideLayouts/slideLayout778.xml" /><Relationship Id="rId18" Type="http://schemas.openxmlformats.org/officeDocument/2006/relationships/slideLayout" Target="../slideLayouts/slideLayout783.xml" /><Relationship Id="rId26" Type="http://schemas.openxmlformats.org/officeDocument/2006/relationships/slide" Target="../slides/slide232.xml" /><Relationship Id="rId3" Type="http://schemas.openxmlformats.org/officeDocument/2006/relationships/slideLayout" Target="../slideLayouts/slideLayout768.xml" /><Relationship Id="rId21" Type="http://schemas.openxmlformats.org/officeDocument/2006/relationships/slide" Target="../slides/slide64.xml" /><Relationship Id="rId7" Type="http://schemas.openxmlformats.org/officeDocument/2006/relationships/slideLayout" Target="../slideLayouts/slideLayout772.xml" /><Relationship Id="rId12" Type="http://schemas.openxmlformats.org/officeDocument/2006/relationships/slideLayout" Target="../slideLayouts/slideLayout777.xml" /><Relationship Id="rId17" Type="http://schemas.openxmlformats.org/officeDocument/2006/relationships/slideLayout" Target="../slideLayouts/slideLayout782.xml" /><Relationship Id="rId25" Type="http://schemas.openxmlformats.org/officeDocument/2006/relationships/slide" Target="../slides/slide218.xml" /><Relationship Id="rId2" Type="http://schemas.openxmlformats.org/officeDocument/2006/relationships/slideLayout" Target="../slideLayouts/slideLayout767.xml" /><Relationship Id="rId16" Type="http://schemas.openxmlformats.org/officeDocument/2006/relationships/slideLayout" Target="../slideLayouts/slideLayout781.xml" /><Relationship Id="rId20" Type="http://schemas.openxmlformats.org/officeDocument/2006/relationships/slide" Target="../slides/slide14.xml" /><Relationship Id="rId29" Type="http://schemas.openxmlformats.org/officeDocument/2006/relationships/hyperlink" Target="http://www.vegvesen.no/_attachment/61490/binary/1151272?fast_title=H%C3%A5ndbok+V851+L%C3%A6replan+f%C3%B8rerkortklasse+B,+B+kode+96+og+BE.pdf" TargetMode="External" /><Relationship Id="rId1" Type="http://schemas.openxmlformats.org/officeDocument/2006/relationships/slideLayout" Target="../slideLayouts/slideLayout766.xml" /><Relationship Id="rId6" Type="http://schemas.openxmlformats.org/officeDocument/2006/relationships/slideLayout" Target="../slideLayouts/slideLayout771.xml" /><Relationship Id="rId11" Type="http://schemas.openxmlformats.org/officeDocument/2006/relationships/slideLayout" Target="../slideLayouts/slideLayout776.xml" /><Relationship Id="rId24" Type="http://schemas.openxmlformats.org/officeDocument/2006/relationships/slide" Target="../slides/slide211.xml" /><Relationship Id="rId32" Type="http://schemas.openxmlformats.org/officeDocument/2006/relationships/image" Target="../media/image2.png" /><Relationship Id="rId5" Type="http://schemas.openxmlformats.org/officeDocument/2006/relationships/slideLayout" Target="../slideLayouts/slideLayout770.xml" /><Relationship Id="rId15" Type="http://schemas.openxmlformats.org/officeDocument/2006/relationships/slideLayout" Target="../slideLayouts/slideLayout780.xml" /><Relationship Id="rId23" Type="http://schemas.openxmlformats.org/officeDocument/2006/relationships/slide" Target="../slides/slide210.xml" /><Relationship Id="rId28" Type="http://schemas.openxmlformats.org/officeDocument/2006/relationships/slide" Target="../slides/slide247.xml" /><Relationship Id="rId10" Type="http://schemas.openxmlformats.org/officeDocument/2006/relationships/slideLayout" Target="../slideLayouts/slideLayout775.xml" /><Relationship Id="rId19" Type="http://schemas.openxmlformats.org/officeDocument/2006/relationships/theme" Target="../theme/theme56.xml" /><Relationship Id="rId31" Type="http://schemas.openxmlformats.org/officeDocument/2006/relationships/hyperlink" Target="https://lovdata.no/dokument/SF/forskrift/2004-10-01-1339/KAPITTEL_11#KAPITTEL_11" TargetMode="External" /><Relationship Id="rId4" Type="http://schemas.openxmlformats.org/officeDocument/2006/relationships/slideLayout" Target="../slideLayouts/slideLayout769.xml" /><Relationship Id="rId9" Type="http://schemas.openxmlformats.org/officeDocument/2006/relationships/slideLayout" Target="../slideLayouts/slideLayout774.xml" /><Relationship Id="rId14" Type="http://schemas.openxmlformats.org/officeDocument/2006/relationships/slideLayout" Target="../slideLayouts/slideLayout779.xml" /><Relationship Id="rId22" Type="http://schemas.openxmlformats.org/officeDocument/2006/relationships/slide" Target="../slides/slide138.xml" /><Relationship Id="rId27" Type="http://schemas.openxmlformats.org/officeDocument/2006/relationships/slide" Target="../slides/slide240.xml" /><Relationship Id="rId30" Type="http://schemas.openxmlformats.org/officeDocument/2006/relationships/image" Target="../media/image1.tmp"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ittel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b-NO"/>
              <a:t>Klikk for å redigere tittelstil</a:t>
            </a:r>
          </a:p>
        </p:txBody>
      </p:sp>
      <p:sp>
        <p:nvSpPr>
          <p:cNvPr id="3" name="Plassholder for teks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721BE81-A29F-44C7-9588-29A7405DD83C}" type="datetime1">
              <a:rPr lang="nb-NO" smtClean="0"/>
              <a:t>27.08.2024</a:t>
            </a:fld>
            <a:endParaRPr lang="nb-NO"/>
          </a:p>
        </p:txBody>
      </p:sp>
      <p:sp>
        <p:nvSpPr>
          <p:cNvPr id="5" name="Plassholder for bunntekst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nb-NO"/>
              <a:t>Control Trafikkskole</a:t>
            </a:r>
          </a:p>
        </p:txBody>
      </p:sp>
      <p:sp>
        <p:nvSpPr>
          <p:cNvPr id="6" name="Plassholder for lysbildenumm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EBBCFE-599B-47F9-B84D-4259C5E2055D}" type="slidenum">
              <a:rPr lang="nb-NO" smtClean="0"/>
              <a:t>‹#›</a:t>
            </a:fld>
            <a:endParaRPr lang="nb-NO"/>
          </a:p>
        </p:txBody>
      </p:sp>
      <p:sp>
        <p:nvSpPr>
          <p:cNvPr id="7" name="Parallellogram 6">
            <a:hlinkClick r:id="" action="ppaction://noaction"/>
          </p:cNvPr>
          <p:cNvSpPr/>
          <p:nvPr userDrawn="1"/>
        </p:nvSpPr>
        <p:spPr>
          <a:xfrm>
            <a:off x="5367340" y="6148372"/>
            <a:ext cx="1511308" cy="518400"/>
          </a:xfrm>
          <a:prstGeom prst="parallelogram">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a:solidFill>
                  <a:schemeClr val="tx1"/>
                </a:solidFill>
              </a:rPr>
              <a:t>Trinn 1</a:t>
            </a:r>
          </a:p>
        </p:txBody>
      </p:sp>
      <p:sp>
        <p:nvSpPr>
          <p:cNvPr id="8" name="Parallellogram 7">
            <a:hlinkClick r:id="" action="ppaction://noaction"/>
          </p:cNvPr>
          <p:cNvSpPr/>
          <p:nvPr userDrawn="1"/>
        </p:nvSpPr>
        <p:spPr>
          <a:xfrm>
            <a:off x="6877153" y="6148372"/>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a:solidFill>
                  <a:schemeClr val="tx1"/>
                </a:solidFill>
              </a:rPr>
              <a:t>Trinn 2</a:t>
            </a:r>
          </a:p>
        </p:txBody>
      </p:sp>
      <p:sp>
        <p:nvSpPr>
          <p:cNvPr id="9" name="Parallellogram 8">
            <a:hlinkClick r:id="" action="ppaction://noaction"/>
          </p:cNvPr>
          <p:cNvSpPr/>
          <p:nvPr userDrawn="1"/>
        </p:nvSpPr>
        <p:spPr>
          <a:xfrm>
            <a:off x="9898274" y="6148372"/>
            <a:ext cx="1511308" cy="518400"/>
          </a:xfrm>
          <a:prstGeom prst="parallelogram">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a:solidFill>
                  <a:schemeClr val="tx1"/>
                </a:solidFill>
              </a:rPr>
              <a:t>Trinn 4</a:t>
            </a:r>
          </a:p>
        </p:txBody>
      </p:sp>
      <p:sp>
        <p:nvSpPr>
          <p:cNvPr id="10" name="Handlingsknapp: gå til Hjem 9">
            <a:hlinkClick r:id="" action="ppaction://hlinkshowjump?jump=firstslide" highlightClick="1"/>
          </p:cNvPr>
          <p:cNvSpPr/>
          <p:nvPr userDrawn="1"/>
        </p:nvSpPr>
        <p:spPr>
          <a:xfrm>
            <a:off x="2792571" y="6148372"/>
            <a:ext cx="504000" cy="517667"/>
          </a:xfrm>
          <a:prstGeom prst="actionButtonHom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1" name="Handlingsknapp: gå tilbake eller til forrige 10">
            <a:hlinkClick r:id="" action="ppaction://hlinkshowjump?jump=previousslide" highlightClick="1"/>
          </p:cNvPr>
          <p:cNvSpPr/>
          <p:nvPr userDrawn="1"/>
        </p:nvSpPr>
        <p:spPr>
          <a:xfrm>
            <a:off x="3366413" y="6148372"/>
            <a:ext cx="504000" cy="517667"/>
          </a:xfrm>
          <a:prstGeom prst="actionButtonBackPrevious">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2" name="Handlingsknapp: gå framover eller til neste 11">
            <a:hlinkClick r:id="" action="ppaction://hlinkshowjump?jump=nextslide" highlightClick="1"/>
          </p:cNvPr>
          <p:cNvSpPr/>
          <p:nvPr userDrawn="1"/>
        </p:nvSpPr>
        <p:spPr>
          <a:xfrm>
            <a:off x="3940255" y="6148372"/>
            <a:ext cx="504000" cy="517667"/>
          </a:xfrm>
          <a:prstGeom prst="actionButtonForwardNex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4" name="Parallellogram 13">
            <a:hlinkClick r:id="" action="ppaction://noaction"/>
          </p:cNvPr>
          <p:cNvSpPr/>
          <p:nvPr userDrawn="1"/>
        </p:nvSpPr>
        <p:spPr>
          <a:xfrm>
            <a:off x="8387714" y="6148372"/>
            <a:ext cx="1511308" cy="518400"/>
          </a:xfrm>
          <a:prstGeom prst="parallelogram">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a:solidFill>
                  <a:schemeClr val="tx1"/>
                </a:solidFill>
              </a:rPr>
              <a:t>Trinn 3</a:t>
            </a:r>
          </a:p>
        </p:txBody>
      </p:sp>
      <p:sp>
        <p:nvSpPr>
          <p:cNvPr id="15" name="Rektangel 14"/>
          <p:cNvSpPr/>
          <p:nvPr userDrawn="1"/>
        </p:nvSpPr>
        <p:spPr>
          <a:xfrm>
            <a:off x="353025" y="2230305"/>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a:ln w="10160">
                  <a:solidFill>
                    <a:schemeClr val="tx1"/>
                  </a:solidFill>
                  <a:prstDash val="solid"/>
                </a:ln>
                <a:solidFill>
                  <a:schemeClr val="bg1"/>
                </a:solidFill>
                <a:effectLst>
                  <a:outerShdw blurRad="38100" dist="22860" dir="5400000" algn="tl" rotWithShape="0">
                    <a:srgbClr val="000000">
                      <a:alpha val="30000"/>
                    </a:srgbClr>
                  </a:outerShdw>
                </a:effectLst>
              </a:rPr>
              <a:t>S</a:t>
            </a:r>
          </a:p>
        </p:txBody>
      </p:sp>
      <p:sp>
        <p:nvSpPr>
          <p:cNvPr id="16" name="Rektangel 15"/>
          <p:cNvSpPr/>
          <p:nvPr userDrawn="1"/>
        </p:nvSpPr>
        <p:spPr>
          <a:xfrm>
            <a:off x="262178" y="283839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a:ln w="10160">
                  <a:solidFill>
                    <a:schemeClr val="tx1"/>
                  </a:solidFill>
                  <a:prstDash val="solid"/>
                </a:ln>
                <a:solidFill>
                  <a:schemeClr val="bg1"/>
                </a:solidFill>
                <a:effectLst>
                  <a:outerShdw blurRad="38100" dist="22860" dir="5400000" algn="tl" rotWithShape="0">
                    <a:srgbClr val="000000">
                      <a:alpha val="30000"/>
                    </a:srgbClr>
                  </a:outerShdw>
                </a:effectLst>
              </a:rPr>
              <a:t>O</a:t>
            </a:r>
          </a:p>
        </p:txBody>
      </p:sp>
      <p:sp>
        <p:nvSpPr>
          <p:cNvPr id="17" name="Rektangel 16"/>
          <p:cNvSpPr/>
          <p:nvPr userDrawn="1"/>
        </p:nvSpPr>
        <p:spPr>
          <a:xfrm>
            <a:off x="170143" y="3446489"/>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a:ln w="10160">
                  <a:solidFill>
                    <a:schemeClr val="tx1"/>
                  </a:solidFill>
                  <a:prstDash val="solid"/>
                </a:ln>
                <a:solidFill>
                  <a:schemeClr val="bg1"/>
                </a:solidFill>
                <a:effectLst>
                  <a:outerShdw blurRad="38100" dist="22860" dir="5400000" algn="tl" rotWithShape="0">
                    <a:srgbClr val="000000">
                      <a:alpha val="30000"/>
                    </a:srgbClr>
                  </a:outerShdw>
                </a:effectLst>
              </a:rPr>
              <a:t>A</a:t>
            </a:r>
          </a:p>
        </p:txBody>
      </p:sp>
      <p:sp>
        <p:nvSpPr>
          <p:cNvPr id="18" name="Rektangel 17"/>
          <p:cNvSpPr/>
          <p:nvPr userDrawn="1"/>
        </p:nvSpPr>
        <p:spPr>
          <a:xfrm>
            <a:off x="48893" y="406347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a:ln w="10160">
                  <a:solidFill>
                    <a:schemeClr val="tx1"/>
                  </a:solidFill>
                  <a:prstDash val="solid"/>
                </a:ln>
                <a:solidFill>
                  <a:schemeClr val="bg1"/>
                </a:solidFill>
                <a:effectLst>
                  <a:outerShdw blurRad="38100" dist="22860" dir="5400000" algn="tl" rotWithShape="0">
                    <a:srgbClr val="000000">
                      <a:alpha val="30000"/>
                    </a:srgbClr>
                  </a:outerShdw>
                </a:effectLst>
              </a:rPr>
              <a:t>H</a:t>
            </a:r>
          </a:p>
        </p:txBody>
      </p:sp>
      <p:pic>
        <p:nvPicPr>
          <p:cNvPr id="20" name="Bilde 19" descr="Skjermutklipp">
            <a:hlinkClick r:id="rId3"/>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584245" y="6148372"/>
            <a:ext cx="398655" cy="504000"/>
          </a:xfrm>
          <a:prstGeom prst="rect">
            <a:avLst/>
          </a:prstGeom>
        </p:spPr>
      </p:pic>
      <p:pic>
        <p:nvPicPr>
          <p:cNvPr id="22" name="Bilde 21">
            <a:hlinkClick r:id="rId5"/>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2135560" y="6147796"/>
            <a:ext cx="528384" cy="528384"/>
          </a:xfrm>
          <a:prstGeom prst="rect">
            <a:avLst/>
          </a:prstGeom>
        </p:spPr>
      </p:pic>
    </p:spTree>
    <p:extLst>
      <p:ext uri="{BB962C8B-B14F-4D97-AF65-F5344CB8AC3E}">
        <p14:creationId xmlns:p14="http://schemas.microsoft.com/office/powerpoint/2010/main" val="2893767871"/>
      </p:ext>
    </p:extLst>
  </p:cSld>
  <p:clrMap bg1="lt1" tx1="dk1" bg2="lt2" tx2="dk2" accent1="accent1" accent2="accent2" accent3="accent3" accent4="accent4" accent5="accent5" accent6="accent6" hlink="hlink" folHlink="folHlink"/>
  <p:sldLayoutIdLst>
    <p:sldLayoutId id="2147486479" r:id="rId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9" name="Handlingsknapp: gå til Hjem 18">
            <a:hlinkClick r:id="" action="ppaction://hlinkshowjump?jump=firstslide" highlightClick="1"/>
            <a:extLst>
              <a:ext uri="{FF2B5EF4-FFF2-40B4-BE49-F238E27FC236}">
                <a16:creationId xmlns:a16="http://schemas.microsoft.com/office/drawing/2014/main" id="{9778F39C-B552-4F90-AA1B-4237B81A5CFA}"/>
              </a:ext>
            </a:extLst>
          </p:cNvPr>
          <p:cNvSpPr/>
          <p:nvPr userDrawn="1"/>
        </p:nvSpPr>
        <p:spPr>
          <a:xfrm>
            <a:off x="2792570" y="6176963"/>
            <a:ext cx="504000" cy="489076"/>
          </a:xfrm>
          <a:prstGeom prst="actionButtonHom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2" name="Plassholder for tittel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b-NO"/>
              <a:t>Klikk for å redigere tittelstil</a:t>
            </a:r>
          </a:p>
        </p:txBody>
      </p:sp>
      <p:sp>
        <p:nvSpPr>
          <p:cNvPr id="3" name="Plassholder for teks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b-NO" dirty="0"/>
              <a:t>Rediger tekststiler i malen</a:t>
            </a:r>
          </a:p>
          <a:p>
            <a:pPr lvl="1"/>
            <a:r>
              <a:rPr lang="nb-NO" dirty="0"/>
              <a:t>Andre nivå</a:t>
            </a:r>
          </a:p>
          <a:p>
            <a:pPr lvl="2"/>
            <a:r>
              <a:rPr lang="nb-NO" dirty="0"/>
              <a:t>Tredje nivå</a:t>
            </a:r>
          </a:p>
          <a:p>
            <a:pPr lvl="3"/>
            <a:r>
              <a:rPr lang="nb-NO" dirty="0"/>
              <a:t>Fjerde nivå</a:t>
            </a:r>
          </a:p>
          <a:p>
            <a:pPr lvl="4"/>
            <a:r>
              <a:rPr lang="nb-NO" dirty="0"/>
              <a:t>Femte nivå</a:t>
            </a:r>
          </a:p>
        </p:txBody>
      </p:sp>
      <p:sp>
        <p:nvSpPr>
          <p:cNvPr id="4" name="Plassholder for dato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721BE81-A29F-44C7-9588-29A7405DD83C}" type="datetime1">
              <a:rPr lang="nb-NO" smtClean="0"/>
              <a:t>27.08.2024</a:t>
            </a:fld>
            <a:endParaRPr lang="nb-NO"/>
          </a:p>
        </p:txBody>
      </p:sp>
      <p:sp>
        <p:nvSpPr>
          <p:cNvPr id="5" name="Plassholder for bunntekst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nb-NO"/>
              <a:t>Control Trafikkskole</a:t>
            </a:r>
          </a:p>
        </p:txBody>
      </p:sp>
      <p:sp>
        <p:nvSpPr>
          <p:cNvPr id="8" name="Plassholder for lysbildenummer 5">
            <a:extLst>
              <a:ext uri="{FF2B5EF4-FFF2-40B4-BE49-F238E27FC236}">
                <a16:creationId xmlns:a16="http://schemas.microsoft.com/office/drawing/2014/main" id="{42A43FA3-6011-4581-A5E1-1B3F6743D194}"/>
              </a:ext>
            </a:extLst>
          </p:cNvPr>
          <p:cNvSpPr txBox="1">
            <a:spLocks/>
          </p:cNvSpPr>
          <p:nvPr userDrawn="1"/>
        </p:nvSpPr>
        <p:spPr>
          <a:xfrm>
            <a:off x="8610600" y="6356350"/>
            <a:ext cx="2743200" cy="365125"/>
          </a:xfrm>
          <a:prstGeom prst="rect">
            <a:avLst/>
          </a:prstGeom>
          <a:noFill/>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EEBBCFE-599B-47F9-B84D-4259C5E2055D}" type="slidenum">
              <a:rPr lang="nb-NO" smtClean="0"/>
              <a:pPr/>
              <a:t>‹#›</a:t>
            </a:fld>
            <a:endParaRPr lang="nb-NO"/>
          </a:p>
        </p:txBody>
      </p:sp>
      <p:sp>
        <p:nvSpPr>
          <p:cNvPr id="9" name="Parallellogram 8">
            <a:hlinkClick r:id="rId14" action="ppaction://hlinksldjump"/>
            <a:extLst>
              <a:ext uri="{FF2B5EF4-FFF2-40B4-BE49-F238E27FC236}">
                <a16:creationId xmlns:a16="http://schemas.microsoft.com/office/drawing/2014/main" id="{97CA13DE-69F9-48DA-86B2-C73EB162D1B5}"/>
              </a:ext>
            </a:extLst>
          </p:cNvPr>
          <p:cNvSpPr/>
          <p:nvPr userDrawn="1"/>
        </p:nvSpPr>
        <p:spPr>
          <a:xfrm>
            <a:off x="5367340" y="6148372"/>
            <a:ext cx="1511308" cy="518400"/>
          </a:xfrm>
          <a:prstGeom prst="parallelogram">
            <a:avLst/>
          </a:prstGeom>
          <a:solidFill>
            <a:srgbClr val="3D4C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1</a:t>
            </a:r>
          </a:p>
        </p:txBody>
      </p:sp>
      <p:sp>
        <p:nvSpPr>
          <p:cNvPr id="10" name="Parallellogram 9">
            <a:hlinkClick r:id="rId15" action="ppaction://hlinksldjump"/>
            <a:extLst>
              <a:ext uri="{FF2B5EF4-FFF2-40B4-BE49-F238E27FC236}">
                <a16:creationId xmlns:a16="http://schemas.microsoft.com/office/drawing/2014/main" id="{DF7C3BF1-340A-4F08-9089-00AC7CD8CF2B}"/>
              </a:ext>
            </a:extLst>
          </p:cNvPr>
          <p:cNvSpPr/>
          <p:nvPr userDrawn="1"/>
        </p:nvSpPr>
        <p:spPr>
          <a:xfrm>
            <a:off x="6877153" y="6148372"/>
            <a:ext cx="1511308" cy="518400"/>
          </a:xfrm>
          <a:prstGeom prst="parallelogram">
            <a:avLst/>
          </a:prstGeom>
          <a:solidFill>
            <a:srgbClr val="3D4C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2</a:t>
            </a:r>
          </a:p>
        </p:txBody>
      </p:sp>
      <p:sp>
        <p:nvSpPr>
          <p:cNvPr id="11" name="Parallellogram 10">
            <a:hlinkClick r:id="rId16" action="ppaction://hlinksldjump"/>
            <a:extLst>
              <a:ext uri="{FF2B5EF4-FFF2-40B4-BE49-F238E27FC236}">
                <a16:creationId xmlns:a16="http://schemas.microsoft.com/office/drawing/2014/main" id="{9BE6BA3D-E72E-4DC4-BD34-6525033007B6}"/>
              </a:ext>
            </a:extLst>
          </p:cNvPr>
          <p:cNvSpPr/>
          <p:nvPr userDrawn="1"/>
        </p:nvSpPr>
        <p:spPr>
          <a:xfrm>
            <a:off x="9898274" y="6148372"/>
            <a:ext cx="1511308" cy="518400"/>
          </a:xfrm>
          <a:prstGeom prst="parallelogram">
            <a:avLst/>
          </a:prstGeom>
          <a:solidFill>
            <a:srgbClr val="3D4C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4</a:t>
            </a:r>
          </a:p>
        </p:txBody>
      </p:sp>
      <p:sp>
        <p:nvSpPr>
          <p:cNvPr id="12" name="Parallellogram 11">
            <a:hlinkClick r:id="rId17" action="ppaction://hlinksldjump"/>
            <a:extLst>
              <a:ext uri="{FF2B5EF4-FFF2-40B4-BE49-F238E27FC236}">
                <a16:creationId xmlns:a16="http://schemas.microsoft.com/office/drawing/2014/main" id="{E510CB9A-CBD4-4BB0-A1A2-521060D7C534}"/>
              </a:ext>
            </a:extLst>
          </p:cNvPr>
          <p:cNvSpPr/>
          <p:nvPr userDrawn="1"/>
        </p:nvSpPr>
        <p:spPr>
          <a:xfrm>
            <a:off x="8387714" y="6148372"/>
            <a:ext cx="1511308" cy="518400"/>
          </a:xfrm>
          <a:prstGeom prst="parallelogram">
            <a:avLst/>
          </a:prstGeom>
          <a:solidFill>
            <a:srgbClr val="3D4C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3</a:t>
            </a:r>
          </a:p>
        </p:txBody>
      </p:sp>
      <p:sp>
        <p:nvSpPr>
          <p:cNvPr id="14" name="Handlingsknapp: gå til Hjem 13">
            <a:hlinkClick r:id="" action="ppaction://hlinkshowjump?jump=firstslide" highlightClick="1"/>
            <a:extLst>
              <a:ext uri="{FF2B5EF4-FFF2-40B4-BE49-F238E27FC236}">
                <a16:creationId xmlns:a16="http://schemas.microsoft.com/office/drawing/2014/main" id="{3720081D-FA28-4DD9-B3E2-F4C231270821}"/>
              </a:ext>
            </a:extLst>
          </p:cNvPr>
          <p:cNvSpPr/>
          <p:nvPr userDrawn="1"/>
        </p:nvSpPr>
        <p:spPr>
          <a:xfrm>
            <a:off x="2792571" y="6148372"/>
            <a:ext cx="504000" cy="517667"/>
          </a:xfrm>
          <a:prstGeom prst="actionButtonHome">
            <a:avLst/>
          </a:prstGeom>
          <a:solidFill>
            <a:srgbClr val="3D4C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5" name="Handlingsknapp: gå tilbake eller til forrige 14">
            <a:hlinkClick r:id="" action="ppaction://hlinkshowjump?jump=previousslide" highlightClick="1"/>
            <a:extLst>
              <a:ext uri="{FF2B5EF4-FFF2-40B4-BE49-F238E27FC236}">
                <a16:creationId xmlns:a16="http://schemas.microsoft.com/office/drawing/2014/main" id="{303A623E-F3C1-4368-9AEB-F8370C5A17F7}"/>
              </a:ext>
            </a:extLst>
          </p:cNvPr>
          <p:cNvSpPr/>
          <p:nvPr userDrawn="1"/>
        </p:nvSpPr>
        <p:spPr>
          <a:xfrm>
            <a:off x="3366413" y="6148372"/>
            <a:ext cx="504000" cy="517667"/>
          </a:xfrm>
          <a:prstGeom prst="actionButtonBackPrevious">
            <a:avLst/>
          </a:prstGeom>
          <a:solidFill>
            <a:srgbClr val="3D4C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6" name="Handlingsknapp: gå framover eller til neste 15">
            <a:hlinkClick r:id="" action="ppaction://hlinkshowjump?jump=nextslide" highlightClick="1"/>
            <a:extLst>
              <a:ext uri="{FF2B5EF4-FFF2-40B4-BE49-F238E27FC236}">
                <a16:creationId xmlns:a16="http://schemas.microsoft.com/office/drawing/2014/main" id="{135BE5BC-9DF0-48C6-8A79-2F5B423377A6}"/>
              </a:ext>
            </a:extLst>
          </p:cNvPr>
          <p:cNvSpPr/>
          <p:nvPr userDrawn="1"/>
        </p:nvSpPr>
        <p:spPr>
          <a:xfrm>
            <a:off x="3940255" y="6148372"/>
            <a:ext cx="504000" cy="517667"/>
          </a:xfrm>
          <a:prstGeom prst="actionButtonForwardNext">
            <a:avLst/>
          </a:prstGeom>
          <a:solidFill>
            <a:srgbClr val="3D4C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17" name="Bilde 16" descr="Skjermutklipp">
            <a:hlinkClick r:id="rId18"/>
            <a:extLst>
              <a:ext uri="{FF2B5EF4-FFF2-40B4-BE49-F238E27FC236}">
                <a16:creationId xmlns:a16="http://schemas.microsoft.com/office/drawing/2014/main" id="{E23CF58D-1C49-418A-9375-9A3BDD9B860D}"/>
              </a:ext>
            </a:extLst>
          </p:cNvPr>
          <p:cNvPicPr>
            <a:picLocks noChangeAspect="1"/>
          </p:cNvPicPr>
          <p:nvPr userDrawn="1"/>
        </p:nvPicPr>
        <p:blipFill>
          <a:blip r:embed="rId19">
            <a:extLst>
              <a:ext uri="{28A0092B-C50C-407E-A947-70E740481C1C}">
                <a14:useLocalDpi xmlns:a14="http://schemas.microsoft.com/office/drawing/2010/main" val="0"/>
              </a:ext>
            </a:extLst>
          </a:blip>
          <a:stretch>
            <a:fillRect/>
          </a:stretch>
        </p:blipFill>
        <p:spPr>
          <a:xfrm>
            <a:off x="4584245" y="6148372"/>
            <a:ext cx="398655" cy="504000"/>
          </a:xfrm>
          <a:prstGeom prst="rect">
            <a:avLst/>
          </a:prstGeom>
        </p:spPr>
      </p:pic>
      <p:pic>
        <p:nvPicPr>
          <p:cNvPr id="20" name="Bilde 19">
            <a:hlinkClick r:id="rId20"/>
            <a:extLst>
              <a:ext uri="{FF2B5EF4-FFF2-40B4-BE49-F238E27FC236}">
                <a16:creationId xmlns:a16="http://schemas.microsoft.com/office/drawing/2014/main" id="{7BB45995-C0D9-4DD9-9670-CB2EE3AF7700}"/>
              </a:ext>
            </a:extLst>
          </p:cNvPr>
          <p:cNvPicPr>
            <a:picLocks noChangeAspect="1"/>
          </p:cNvPicPr>
          <p:nvPr userDrawn="1"/>
        </p:nvPicPr>
        <p:blipFill>
          <a:blip r:embed="rId21">
            <a:extLst>
              <a:ext uri="{28A0092B-C50C-407E-A947-70E740481C1C}">
                <a14:useLocalDpi xmlns:a14="http://schemas.microsoft.com/office/drawing/2010/main" val="0"/>
              </a:ext>
            </a:extLst>
          </a:blip>
          <a:stretch>
            <a:fillRect/>
          </a:stretch>
        </p:blipFill>
        <p:spPr>
          <a:xfrm>
            <a:off x="2135560" y="6147796"/>
            <a:ext cx="528384" cy="528384"/>
          </a:xfrm>
          <a:prstGeom prst="rect">
            <a:avLst/>
          </a:prstGeom>
        </p:spPr>
      </p:pic>
    </p:spTree>
    <p:extLst>
      <p:ext uri="{BB962C8B-B14F-4D97-AF65-F5344CB8AC3E}">
        <p14:creationId xmlns:p14="http://schemas.microsoft.com/office/powerpoint/2010/main" val="1811117789"/>
      </p:ext>
    </p:extLst>
  </p:cSld>
  <p:clrMap bg1="lt1" tx1="dk1" bg2="lt2" tx2="dk2" accent1="accent1" accent2="accent2" accent3="accent3" accent4="accent4" accent5="accent5" accent6="accent6" hlink="hlink" folHlink="folHlink"/>
  <p:sldLayoutIdLst>
    <p:sldLayoutId id="2147486466" r:id="rId1"/>
    <p:sldLayoutId id="2147486467" r:id="rId2"/>
    <p:sldLayoutId id="2147486468" r:id="rId3"/>
    <p:sldLayoutId id="2147486469" r:id="rId4"/>
    <p:sldLayoutId id="2147486470" r:id="rId5"/>
    <p:sldLayoutId id="2147486471" r:id="rId6"/>
    <p:sldLayoutId id="2147486472" r:id="rId7"/>
    <p:sldLayoutId id="2147486473" r:id="rId8"/>
    <p:sldLayoutId id="2147486474" r:id="rId9"/>
    <p:sldLayoutId id="2147486475" r:id="rId10"/>
    <p:sldLayoutId id="2147486476" r:id="rId11"/>
    <p:sldLayoutId id="2147486477"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ittel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b-NO"/>
              <a:t>Klikk for å redigere tittelstil</a:t>
            </a:r>
          </a:p>
        </p:txBody>
      </p:sp>
      <p:sp>
        <p:nvSpPr>
          <p:cNvPr id="3" name="Plassholder for teks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C0B34D6-B0BB-42B6-8138-BA6A483E8F48}" type="datetime1">
              <a:rPr lang="nb-NO" smtClean="0"/>
              <a:t>27.08.2024</a:t>
            </a:fld>
            <a:endParaRPr lang="nb-NO"/>
          </a:p>
        </p:txBody>
      </p:sp>
      <p:sp>
        <p:nvSpPr>
          <p:cNvPr id="5" name="Plassholder for bunntekst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nb-NO"/>
              <a:t>Control Trafikkskole</a:t>
            </a:r>
          </a:p>
        </p:txBody>
      </p:sp>
      <p:sp>
        <p:nvSpPr>
          <p:cNvPr id="6" name="Plassholder for lysbildenumm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EBBCFE-599B-47F9-B84D-4259C5E2055D}" type="slidenum">
              <a:rPr lang="nb-NO" smtClean="0"/>
              <a:t>‹#›</a:t>
            </a:fld>
            <a:endParaRPr lang="nb-NO"/>
          </a:p>
        </p:txBody>
      </p:sp>
      <p:sp>
        <p:nvSpPr>
          <p:cNvPr id="7" name="Rektangel 6"/>
          <p:cNvSpPr/>
          <p:nvPr userDrawn="1"/>
        </p:nvSpPr>
        <p:spPr>
          <a:xfrm>
            <a:off x="353025" y="2230305"/>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S</a:t>
            </a:r>
          </a:p>
        </p:txBody>
      </p:sp>
      <p:sp>
        <p:nvSpPr>
          <p:cNvPr id="8" name="Rektangel 7"/>
          <p:cNvSpPr/>
          <p:nvPr userDrawn="1"/>
        </p:nvSpPr>
        <p:spPr>
          <a:xfrm>
            <a:off x="262178" y="283839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O</a:t>
            </a:r>
          </a:p>
        </p:txBody>
      </p:sp>
      <p:sp>
        <p:nvSpPr>
          <p:cNvPr id="9" name="Rektangel 8"/>
          <p:cNvSpPr/>
          <p:nvPr userDrawn="1"/>
        </p:nvSpPr>
        <p:spPr>
          <a:xfrm>
            <a:off x="170143" y="3446489"/>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A</a:t>
            </a:r>
          </a:p>
        </p:txBody>
      </p:sp>
      <p:sp>
        <p:nvSpPr>
          <p:cNvPr id="10" name="Parallellogram 9">
            <a:hlinkClick r:id="rId13" action="ppaction://hlinksldjump"/>
          </p:cNvPr>
          <p:cNvSpPr/>
          <p:nvPr userDrawn="1"/>
        </p:nvSpPr>
        <p:spPr>
          <a:xfrm>
            <a:off x="5367340" y="6148372"/>
            <a:ext cx="1511308" cy="518400"/>
          </a:xfrm>
          <a:prstGeom prst="parallelogram">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1</a:t>
            </a:r>
          </a:p>
        </p:txBody>
      </p:sp>
      <p:sp>
        <p:nvSpPr>
          <p:cNvPr id="11" name="Parallellogram 10">
            <a:hlinkClick r:id="rId14" action="ppaction://hlinksldjump"/>
          </p:cNvPr>
          <p:cNvSpPr/>
          <p:nvPr userDrawn="1"/>
        </p:nvSpPr>
        <p:spPr>
          <a:xfrm>
            <a:off x="6877153"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2</a:t>
            </a:r>
          </a:p>
        </p:txBody>
      </p:sp>
      <p:sp>
        <p:nvSpPr>
          <p:cNvPr id="12" name="Parallellogram 11">
            <a:hlinkClick r:id="rId15" action="ppaction://hlinksldjump"/>
          </p:cNvPr>
          <p:cNvSpPr/>
          <p:nvPr userDrawn="1"/>
        </p:nvSpPr>
        <p:spPr>
          <a:xfrm>
            <a:off x="989827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4</a:t>
            </a:r>
          </a:p>
        </p:txBody>
      </p:sp>
      <p:sp>
        <p:nvSpPr>
          <p:cNvPr id="13" name="Parallellogram 12">
            <a:hlinkClick r:id="rId16" action="ppaction://hlinksldjump"/>
          </p:cNvPr>
          <p:cNvSpPr/>
          <p:nvPr userDrawn="1"/>
        </p:nvSpPr>
        <p:spPr>
          <a:xfrm>
            <a:off x="300038"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Trafikk-opplæringen</a:t>
            </a:r>
            <a:endParaRPr lang="nb-NO" sz="900" i="1" dirty="0">
              <a:solidFill>
                <a:schemeClr val="tx1"/>
              </a:solidFill>
            </a:endParaRPr>
          </a:p>
        </p:txBody>
      </p:sp>
      <p:sp>
        <p:nvSpPr>
          <p:cNvPr id="14" name="Parallellogram 13">
            <a:hlinkClick r:id="rId17" action="ppaction://hlinksldjump"/>
          </p:cNvPr>
          <p:cNvSpPr/>
          <p:nvPr userDrawn="1"/>
        </p:nvSpPr>
        <p:spPr>
          <a:xfrm>
            <a:off x="1542565"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Trafikk og førerrollen</a:t>
            </a:r>
            <a:endParaRPr lang="nb-NO" sz="900" i="1" dirty="0">
              <a:solidFill>
                <a:schemeClr val="tx1"/>
              </a:solidFill>
            </a:endParaRPr>
          </a:p>
        </p:txBody>
      </p:sp>
      <p:sp>
        <p:nvSpPr>
          <p:cNvPr id="15" name="Parallellogram 14">
            <a:hlinkClick r:id="rId18" action="ppaction://hlinksldjump"/>
          </p:cNvPr>
          <p:cNvSpPr/>
          <p:nvPr userDrawn="1"/>
        </p:nvSpPr>
        <p:spPr>
          <a:xfrm>
            <a:off x="2795685"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Mennesket i trafikken</a:t>
            </a:r>
            <a:endParaRPr lang="nb-NO" sz="900" i="1" dirty="0">
              <a:solidFill>
                <a:schemeClr val="tx1"/>
              </a:solidFill>
            </a:endParaRPr>
          </a:p>
        </p:txBody>
      </p:sp>
      <p:sp>
        <p:nvSpPr>
          <p:cNvPr id="16" name="Parallellogram 15">
            <a:hlinkClick r:id="rId19" action="ppaction://hlinksldjump"/>
          </p:cNvPr>
          <p:cNvSpPr/>
          <p:nvPr userDrawn="1"/>
        </p:nvSpPr>
        <p:spPr>
          <a:xfrm>
            <a:off x="4038212"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Øvingskjøring og kjøreerfaring</a:t>
            </a:r>
            <a:endParaRPr lang="nb-NO" sz="900" i="1" dirty="0">
              <a:solidFill>
                <a:schemeClr val="tx1"/>
              </a:solidFill>
            </a:endParaRPr>
          </a:p>
        </p:txBody>
      </p:sp>
      <p:sp>
        <p:nvSpPr>
          <p:cNvPr id="17" name="Parallellogram 16">
            <a:hlinkClick r:id="rId20" action="ppaction://hlinksldjump"/>
          </p:cNvPr>
          <p:cNvSpPr/>
          <p:nvPr userDrawn="1"/>
        </p:nvSpPr>
        <p:spPr>
          <a:xfrm>
            <a:off x="5291332"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Plikter ved trafikkuhell </a:t>
            </a:r>
            <a:endParaRPr lang="nb-NO" sz="900" i="1" dirty="0">
              <a:solidFill>
                <a:schemeClr val="tx1"/>
              </a:solidFill>
            </a:endParaRPr>
          </a:p>
        </p:txBody>
      </p:sp>
      <p:sp>
        <p:nvSpPr>
          <p:cNvPr id="18" name="Parallellogram 17">
            <a:hlinkClick r:id="rId21" action="ppaction://hlinksldjump"/>
          </p:cNvPr>
          <p:cNvSpPr/>
          <p:nvPr userDrawn="1"/>
        </p:nvSpPr>
        <p:spPr>
          <a:xfrm>
            <a:off x="6533859"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Tiltak ved trafikkulykke</a:t>
            </a:r>
            <a:endParaRPr lang="nb-NO" sz="900" i="1" dirty="0">
              <a:solidFill>
                <a:schemeClr val="tx1"/>
              </a:solidFill>
            </a:endParaRPr>
          </a:p>
        </p:txBody>
      </p:sp>
      <p:sp>
        <p:nvSpPr>
          <p:cNvPr id="19" name="Parallellogram 18">
            <a:hlinkClick r:id="rId22" action="ppaction://hlinksldjump"/>
          </p:cNvPr>
          <p:cNvSpPr/>
          <p:nvPr userDrawn="1"/>
        </p:nvSpPr>
        <p:spPr>
          <a:xfrm>
            <a:off x="7786979"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Trafikant i mørket</a:t>
            </a:r>
            <a:endParaRPr lang="nb-NO" sz="900" i="1" dirty="0">
              <a:solidFill>
                <a:schemeClr val="tx1"/>
              </a:solidFill>
            </a:endParaRPr>
          </a:p>
        </p:txBody>
      </p:sp>
      <p:sp>
        <p:nvSpPr>
          <p:cNvPr id="20" name="Rektangel 19"/>
          <p:cNvSpPr/>
          <p:nvPr userDrawn="1"/>
        </p:nvSpPr>
        <p:spPr>
          <a:xfrm>
            <a:off x="48893" y="406347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H</a:t>
            </a:r>
          </a:p>
        </p:txBody>
      </p:sp>
      <p:sp>
        <p:nvSpPr>
          <p:cNvPr id="25" name="Parallellogram 24">
            <a:hlinkClick r:id="rId23" action="ppaction://hlinksldjump"/>
          </p:cNvPr>
          <p:cNvSpPr/>
          <p:nvPr userDrawn="1"/>
        </p:nvSpPr>
        <p:spPr>
          <a:xfrm>
            <a:off x="838771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3</a:t>
            </a:r>
          </a:p>
        </p:txBody>
      </p:sp>
      <p:sp>
        <p:nvSpPr>
          <p:cNvPr id="26" name="Handlingsknapp: gå til Hjem 25">
            <a:hlinkClick r:id="" action="ppaction://hlinkshowjump?jump=firstslide" highlightClick="1"/>
          </p:cNvPr>
          <p:cNvSpPr/>
          <p:nvPr userDrawn="1"/>
        </p:nvSpPr>
        <p:spPr>
          <a:xfrm>
            <a:off x="2792571" y="6148372"/>
            <a:ext cx="504000" cy="517667"/>
          </a:xfrm>
          <a:prstGeom prst="actionButtonHom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27" name="Handlingsknapp: gå tilbake eller til forrige 26">
            <a:hlinkClick r:id="" action="ppaction://hlinkshowjump?jump=previousslide" highlightClick="1"/>
          </p:cNvPr>
          <p:cNvSpPr/>
          <p:nvPr userDrawn="1"/>
        </p:nvSpPr>
        <p:spPr>
          <a:xfrm>
            <a:off x="3366413" y="6148372"/>
            <a:ext cx="504000" cy="517667"/>
          </a:xfrm>
          <a:prstGeom prst="actionButtonBackPrevious">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28" name="Handlingsknapp: gå framover eller til neste 27">
            <a:hlinkClick r:id="" action="ppaction://hlinkshowjump?jump=nextslide" highlightClick="1"/>
          </p:cNvPr>
          <p:cNvSpPr/>
          <p:nvPr userDrawn="1"/>
        </p:nvSpPr>
        <p:spPr>
          <a:xfrm>
            <a:off x="3940255" y="6148372"/>
            <a:ext cx="504000" cy="517667"/>
          </a:xfrm>
          <a:prstGeom prst="actionButtonForwardNex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29" name="Bilde 28" descr="Skjermutklipp">
            <a:hlinkClick r:id="rId24"/>
          </p:cNvPr>
          <p:cNvPicPr>
            <a:picLocks noChangeAspect="1"/>
          </p:cNvPicPr>
          <p:nvPr userDrawn="1"/>
        </p:nvPicPr>
        <p:blipFill>
          <a:blip r:embed="rId25">
            <a:extLst>
              <a:ext uri="{28A0092B-C50C-407E-A947-70E740481C1C}">
                <a14:useLocalDpi xmlns:a14="http://schemas.microsoft.com/office/drawing/2010/main" val="0"/>
              </a:ext>
            </a:extLst>
          </a:blip>
          <a:stretch>
            <a:fillRect/>
          </a:stretch>
        </p:blipFill>
        <p:spPr>
          <a:xfrm>
            <a:off x="4584245" y="6148372"/>
            <a:ext cx="398655" cy="504000"/>
          </a:xfrm>
          <a:prstGeom prst="rect">
            <a:avLst/>
          </a:prstGeom>
        </p:spPr>
      </p:pic>
      <p:pic>
        <p:nvPicPr>
          <p:cNvPr id="30" name="Bilde 29">
            <a:hlinkClick r:id="rId26"/>
          </p:cNvPr>
          <p:cNvPicPr>
            <a:picLocks noChangeAspect="1"/>
          </p:cNvPicPr>
          <p:nvPr userDrawn="1"/>
        </p:nvPicPr>
        <p:blipFill>
          <a:blip r:embed="rId27">
            <a:extLst>
              <a:ext uri="{28A0092B-C50C-407E-A947-70E740481C1C}">
                <a14:useLocalDpi xmlns:a14="http://schemas.microsoft.com/office/drawing/2010/main" val="0"/>
              </a:ext>
            </a:extLst>
          </a:blip>
          <a:stretch>
            <a:fillRect/>
          </a:stretch>
        </p:blipFill>
        <p:spPr>
          <a:xfrm>
            <a:off x="2135560" y="6147796"/>
            <a:ext cx="528384" cy="528384"/>
          </a:xfrm>
          <a:prstGeom prst="rect">
            <a:avLst/>
          </a:prstGeom>
        </p:spPr>
      </p:pic>
    </p:spTree>
    <p:extLst>
      <p:ext uri="{BB962C8B-B14F-4D97-AF65-F5344CB8AC3E}">
        <p14:creationId xmlns:p14="http://schemas.microsoft.com/office/powerpoint/2010/main" val="3712260088"/>
      </p:ext>
    </p:extLst>
  </p:cSld>
  <p:clrMap bg1="lt1" tx1="dk1" bg2="lt2" tx2="dk2" accent1="accent1" accent2="accent2" accent3="accent3" accent4="accent4" accent5="accent5" accent6="accent6" hlink="hlink" folHlink="folHlink"/>
  <p:sldLayoutIdLst>
    <p:sldLayoutId id="2147485594" r:id="rId1"/>
    <p:sldLayoutId id="2147485595" r:id="rId2"/>
    <p:sldLayoutId id="2147485596" r:id="rId3"/>
    <p:sldLayoutId id="2147485597" r:id="rId4"/>
    <p:sldLayoutId id="2147485598" r:id="rId5"/>
    <p:sldLayoutId id="2147485599" r:id="rId6"/>
    <p:sldLayoutId id="2147485600" r:id="rId7"/>
    <p:sldLayoutId id="2147485601" r:id="rId8"/>
    <p:sldLayoutId id="2147485602" r:id="rId9"/>
    <p:sldLayoutId id="2147485603" r:id="rId10"/>
    <p:sldLayoutId id="2147485604"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ittel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b-NO"/>
              <a:t>Klikk for å redigere tittelstil</a:t>
            </a:r>
          </a:p>
        </p:txBody>
      </p:sp>
      <p:sp>
        <p:nvSpPr>
          <p:cNvPr id="3" name="Plassholder for teks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A35CE8D-7311-493A-B557-C031A7D16114}" type="datetime1">
              <a:rPr lang="nb-NO" smtClean="0"/>
              <a:t>27.08.2024</a:t>
            </a:fld>
            <a:endParaRPr lang="nb-NO"/>
          </a:p>
        </p:txBody>
      </p:sp>
      <p:sp>
        <p:nvSpPr>
          <p:cNvPr id="5" name="Plassholder for bunntekst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nb-NO"/>
              <a:t>Control Trafikkskole</a:t>
            </a:r>
          </a:p>
        </p:txBody>
      </p:sp>
      <p:sp>
        <p:nvSpPr>
          <p:cNvPr id="6" name="Plassholder for lysbildenumm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EBBCFE-599B-47F9-B84D-4259C5E2055D}" type="slidenum">
              <a:rPr lang="nb-NO" smtClean="0"/>
              <a:t>‹#›</a:t>
            </a:fld>
            <a:endParaRPr lang="nb-NO"/>
          </a:p>
        </p:txBody>
      </p:sp>
      <p:sp>
        <p:nvSpPr>
          <p:cNvPr id="7" name="Rektangel 6"/>
          <p:cNvSpPr/>
          <p:nvPr userDrawn="1"/>
        </p:nvSpPr>
        <p:spPr>
          <a:xfrm>
            <a:off x="353025" y="2230305"/>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S</a:t>
            </a:r>
          </a:p>
        </p:txBody>
      </p:sp>
      <p:sp>
        <p:nvSpPr>
          <p:cNvPr id="8" name="Rektangel 7"/>
          <p:cNvSpPr/>
          <p:nvPr userDrawn="1"/>
        </p:nvSpPr>
        <p:spPr>
          <a:xfrm>
            <a:off x="262178" y="283839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O</a:t>
            </a:r>
          </a:p>
        </p:txBody>
      </p:sp>
      <p:sp>
        <p:nvSpPr>
          <p:cNvPr id="9" name="Rektangel 8"/>
          <p:cNvSpPr/>
          <p:nvPr userDrawn="1"/>
        </p:nvSpPr>
        <p:spPr>
          <a:xfrm>
            <a:off x="170143" y="3446489"/>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A</a:t>
            </a:r>
          </a:p>
        </p:txBody>
      </p:sp>
      <p:sp>
        <p:nvSpPr>
          <p:cNvPr id="10" name="Parallellogram 9">
            <a:hlinkClick r:id="rId19" action="ppaction://hlinksldjump"/>
          </p:cNvPr>
          <p:cNvSpPr/>
          <p:nvPr userDrawn="1"/>
        </p:nvSpPr>
        <p:spPr>
          <a:xfrm>
            <a:off x="5367340" y="6148372"/>
            <a:ext cx="1511308" cy="518400"/>
          </a:xfrm>
          <a:prstGeom prst="parallelogram">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1</a:t>
            </a:r>
          </a:p>
        </p:txBody>
      </p:sp>
      <p:sp>
        <p:nvSpPr>
          <p:cNvPr id="11" name="Parallellogram 10">
            <a:hlinkClick r:id="rId20" action="ppaction://hlinksldjump"/>
          </p:cNvPr>
          <p:cNvSpPr/>
          <p:nvPr userDrawn="1"/>
        </p:nvSpPr>
        <p:spPr>
          <a:xfrm>
            <a:off x="6877153"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2</a:t>
            </a:r>
          </a:p>
        </p:txBody>
      </p:sp>
      <p:sp>
        <p:nvSpPr>
          <p:cNvPr id="12" name="Parallellogram 11">
            <a:hlinkClick r:id="rId21" action="ppaction://hlinksldjump"/>
          </p:cNvPr>
          <p:cNvSpPr/>
          <p:nvPr userDrawn="1"/>
        </p:nvSpPr>
        <p:spPr>
          <a:xfrm>
            <a:off x="989827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4</a:t>
            </a:r>
          </a:p>
        </p:txBody>
      </p:sp>
      <p:sp>
        <p:nvSpPr>
          <p:cNvPr id="13" name="Parallellogram 12">
            <a:hlinkClick r:id="rId22" action="ppaction://hlinksldjump"/>
          </p:cNvPr>
          <p:cNvSpPr/>
          <p:nvPr userDrawn="1"/>
        </p:nvSpPr>
        <p:spPr>
          <a:xfrm>
            <a:off x="300038" y="152613"/>
            <a:ext cx="1368000" cy="6840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Trafikk-opplæringen</a:t>
            </a:r>
            <a:endParaRPr lang="nb-NO" sz="900" i="1" dirty="0">
              <a:solidFill>
                <a:schemeClr val="tx1"/>
              </a:solidFill>
            </a:endParaRPr>
          </a:p>
        </p:txBody>
      </p:sp>
      <p:sp>
        <p:nvSpPr>
          <p:cNvPr id="14" name="Parallellogram 13">
            <a:hlinkClick r:id="rId23" action="ppaction://hlinksldjump"/>
          </p:cNvPr>
          <p:cNvSpPr/>
          <p:nvPr userDrawn="1"/>
        </p:nvSpPr>
        <p:spPr>
          <a:xfrm>
            <a:off x="1542565"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Trafikk og førerrollen</a:t>
            </a:r>
            <a:endParaRPr lang="nb-NO" sz="900" i="1" dirty="0">
              <a:solidFill>
                <a:schemeClr val="tx1"/>
              </a:solidFill>
            </a:endParaRPr>
          </a:p>
        </p:txBody>
      </p:sp>
      <p:sp>
        <p:nvSpPr>
          <p:cNvPr id="15" name="Parallellogram 14">
            <a:hlinkClick r:id="rId24" action="ppaction://hlinksldjump"/>
          </p:cNvPr>
          <p:cNvSpPr/>
          <p:nvPr userDrawn="1"/>
        </p:nvSpPr>
        <p:spPr>
          <a:xfrm>
            <a:off x="2795685"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Mennesket i trafikken</a:t>
            </a:r>
            <a:endParaRPr lang="nb-NO" sz="900" i="1" dirty="0">
              <a:solidFill>
                <a:schemeClr val="tx1"/>
              </a:solidFill>
            </a:endParaRPr>
          </a:p>
        </p:txBody>
      </p:sp>
      <p:sp>
        <p:nvSpPr>
          <p:cNvPr id="16" name="Parallellogram 15">
            <a:hlinkClick r:id="rId25" action="ppaction://hlinksldjump"/>
          </p:cNvPr>
          <p:cNvSpPr/>
          <p:nvPr userDrawn="1"/>
        </p:nvSpPr>
        <p:spPr>
          <a:xfrm>
            <a:off x="4038212"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Øvingskjøring og kjøreerfaring</a:t>
            </a:r>
            <a:endParaRPr lang="nb-NO" sz="900" i="1" dirty="0">
              <a:solidFill>
                <a:schemeClr val="tx1"/>
              </a:solidFill>
            </a:endParaRPr>
          </a:p>
        </p:txBody>
      </p:sp>
      <p:sp>
        <p:nvSpPr>
          <p:cNvPr id="17" name="Parallellogram 16">
            <a:hlinkClick r:id="rId26" action="ppaction://hlinksldjump"/>
          </p:cNvPr>
          <p:cNvSpPr/>
          <p:nvPr userDrawn="1"/>
        </p:nvSpPr>
        <p:spPr>
          <a:xfrm>
            <a:off x="5291332"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Plikter ved trafikkuhell </a:t>
            </a:r>
            <a:endParaRPr lang="nb-NO" sz="900" i="1" dirty="0">
              <a:solidFill>
                <a:schemeClr val="tx1"/>
              </a:solidFill>
            </a:endParaRPr>
          </a:p>
        </p:txBody>
      </p:sp>
      <p:sp>
        <p:nvSpPr>
          <p:cNvPr id="18" name="Parallellogram 17">
            <a:hlinkClick r:id="rId27" action="ppaction://hlinksldjump"/>
          </p:cNvPr>
          <p:cNvSpPr/>
          <p:nvPr userDrawn="1"/>
        </p:nvSpPr>
        <p:spPr>
          <a:xfrm>
            <a:off x="6533859"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Tiltak ved trafikkulykke</a:t>
            </a:r>
            <a:endParaRPr lang="nb-NO" sz="900" i="1" dirty="0">
              <a:solidFill>
                <a:schemeClr val="tx1"/>
              </a:solidFill>
            </a:endParaRPr>
          </a:p>
        </p:txBody>
      </p:sp>
      <p:sp>
        <p:nvSpPr>
          <p:cNvPr id="19" name="Parallellogram 18">
            <a:hlinkClick r:id="rId28" action="ppaction://hlinksldjump"/>
          </p:cNvPr>
          <p:cNvSpPr/>
          <p:nvPr userDrawn="1"/>
        </p:nvSpPr>
        <p:spPr>
          <a:xfrm>
            <a:off x="7786979"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Trafikant i mørket</a:t>
            </a:r>
            <a:endParaRPr lang="nb-NO" sz="900" i="1" dirty="0">
              <a:solidFill>
                <a:schemeClr val="tx1"/>
              </a:solidFill>
            </a:endParaRPr>
          </a:p>
        </p:txBody>
      </p:sp>
      <p:sp>
        <p:nvSpPr>
          <p:cNvPr id="20" name="Rektangel 19"/>
          <p:cNvSpPr/>
          <p:nvPr userDrawn="1"/>
        </p:nvSpPr>
        <p:spPr>
          <a:xfrm>
            <a:off x="48893" y="406347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H</a:t>
            </a:r>
          </a:p>
        </p:txBody>
      </p:sp>
      <p:sp>
        <p:nvSpPr>
          <p:cNvPr id="25" name="Parallellogram 24">
            <a:hlinkClick r:id="rId29" action="ppaction://hlinksldjump"/>
          </p:cNvPr>
          <p:cNvSpPr/>
          <p:nvPr userDrawn="1"/>
        </p:nvSpPr>
        <p:spPr>
          <a:xfrm>
            <a:off x="838771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3</a:t>
            </a:r>
          </a:p>
        </p:txBody>
      </p:sp>
      <p:sp>
        <p:nvSpPr>
          <p:cNvPr id="26" name="Handlingsknapp: gå til Hjem 25">
            <a:hlinkClick r:id="" action="ppaction://hlinkshowjump?jump=firstslide" highlightClick="1"/>
          </p:cNvPr>
          <p:cNvSpPr/>
          <p:nvPr userDrawn="1"/>
        </p:nvSpPr>
        <p:spPr>
          <a:xfrm>
            <a:off x="2792571" y="6148372"/>
            <a:ext cx="504000" cy="517667"/>
          </a:xfrm>
          <a:prstGeom prst="actionButtonHom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27" name="Handlingsknapp: gå tilbake eller til forrige 26">
            <a:hlinkClick r:id="" action="ppaction://hlinkshowjump?jump=previousslide" highlightClick="1"/>
          </p:cNvPr>
          <p:cNvSpPr/>
          <p:nvPr userDrawn="1"/>
        </p:nvSpPr>
        <p:spPr>
          <a:xfrm>
            <a:off x="3366413" y="6148372"/>
            <a:ext cx="504000" cy="517667"/>
          </a:xfrm>
          <a:prstGeom prst="actionButtonBackPrevious">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28" name="Handlingsknapp: gå framover eller til neste 27">
            <a:hlinkClick r:id="" action="ppaction://hlinkshowjump?jump=nextslide" highlightClick="1"/>
          </p:cNvPr>
          <p:cNvSpPr/>
          <p:nvPr userDrawn="1"/>
        </p:nvSpPr>
        <p:spPr>
          <a:xfrm>
            <a:off x="3940255" y="6148372"/>
            <a:ext cx="504000" cy="517667"/>
          </a:xfrm>
          <a:prstGeom prst="actionButtonForwardNex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29" name="Bilde 28" descr="Skjermutklipp">
            <a:hlinkClick r:id="rId30"/>
          </p:cNvPr>
          <p:cNvPicPr>
            <a:picLocks noChangeAspect="1"/>
          </p:cNvPicPr>
          <p:nvPr userDrawn="1"/>
        </p:nvPicPr>
        <p:blipFill>
          <a:blip r:embed="rId31">
            <a:extLst>
              <a:ext uri="{28A0092B-C50C-407E-A947-70E740481C1C}">
                <a14:useLocalDpi xmlns:a14="http://schemas.microsoft.com/office/drawing/2010/main" val="0"/>
              </a:ext>
            </a:extLst>
          </a:blip>
          <a:stretch>
            <a:fillRect/>
          </a:stretch>
        </p:blipFill>
        <p:spPr>
          <a:xfrm>
            <a:off x="4584245" y="6148372"/>
            <a:ext cx="398655" cy="504000"/>
          </a:xfrm>
          <a:prstGeom prst="rect">
            <a:avLst/>
          </a:prstGeom>
        </p:spPr>
      </p:pic>
      <p:pic>
        <p:nvPicPr>
          <p:cNvPr id="30" name="Bilde 29">
            <a:hlinkClick r:id="rId32"/>
          </p:cNvPr>
          <p:cNvPicPr>
            <a:picLocks noChangeAspect="1"/>
          </p:cNvPicPr>
          <p:nvPr userDrawn="1"/>
        </p:nvPicPr>
        <p:blipFill>
          <a:blip r:embed="rId33">
            <a:extLst>
              <a:ext uri="{28A0092B-C50C-407E-A947-70E740481C1C}">
                <a14:useLocalDpi xmlns:a14="http://schemas.microsoft.com/office/drawing/2010/main" val="0"/>
              </a:ext>
            </a:extLst>
          </a:blip>
          <a:stretch>
            <a:fillRect/>
          </a:stretch>
        </p:blipFill>
        <p:spPr>
          <a:xfrm>
            <a:off x="2135560" y="6147796"/>
            <a:ext cx="528384" cy="528384"/>
          </a:xfrm>
          <a:prstGeom prst="rect">
            <a:avLst/>
          </a:prstGeom>
        </p:spPr>
      </p:pic>
    </p:spTree>
    <p:extLst>
      <p:ext uri="{BB962C8B-B14F-4D97-AF65-F5344CB8AC3E}">
        <p14:creationId xmlns:p14="http://schemas.microsoft.com/office/powerpoint/2010/main" val="3011115708"/>
      </p:ext>
    </p:extLst>
  </p:cSld>
  <p:clrMap bg1="lt1" tx1="dk1" bg2="lt2" tx2="dk2" accent1="accent1" accent2="accent2" accent3="accent3" accent4="accent4" accent5="accent5" accent6="accent6" hlink="hlink" folHlink="folHlink"/>
  <p:sldLayoutIdLst>
    <p:sldLayoutId id="2147485606" r:id="rId1"/>
    <p:sldLayoutId id="2147485607" r:id="rId2"/>
    <p:sldLayoutId id="2147485608" r:id="rId3"/>
    <p:sldLayoutId id="2147485609" r:id="rId4"/>
    <p:sldLayoutId id="2147485610" r:id="rId5"/>
    <p:sldLayoutId id="2147485611" r:id="rId6"/>
    <p:sldLayoutId id="2147485612" r:id="rId7"/>
    <p:sldLayoutId id="2147485613" r:id="rId8"/>
    <p:sldLayoutId id="2147485614" r:id="rId9"/>
    <p:sldLayoutId id="2147485615" r:id="rId10"/>
    <p:sldLayoutId id="2147485616" r:id="rId11"/>
    <p:sldLayoutId id="2147485617" r:id="rId12"/>
    <p:sldLayoutId id="2147485618" r:id="rId13"/>
    <p:sldLayoutId id="2147485619" r:id="rId14"/>
    <p:sldLayoutId id="2147485620" r:id="rId15"/>
    <p:sldLayoutId id="2147485621" r:id="rId16"/>
    <p:sldLayoutId id="2147485622" r:id="rId17"/>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ittel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b-NO"/>
              <a:t>Klikk for å redigere tittelstil</a:t>
            </a:r>
          </a:p>
        </p:txBody>
      </p:sp>
      <p:sp>
        <p:nvSpPr>
          <p:cNvPr id="3" name="Plassholder for teks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4B8CA9-A874-4D4C-9233-43D1DCE40CE7}" type="datetime1">
              <a:rPr lang="nb-NO" smtClean="0"/>
              <a:t>27.08.2024</a:t>
            </a:fld>
            <a:endParaRPr lang="nb-NO"/>
          </a:p>
        </p:txBody>
      </p:sp>
      <p:sp>
        <p:nvSpPr>
          <p:cNvPr id="5" name="Plassholder for bunntekst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nb-NO"/>
              <a:t>Control Trafikkskole</a:t>
            </a:r>
          </a:p>
        </p:txBody>
      </p:sp>
      <p:sp>
        <p:nvSpPr>
          <p:cNvPr id="6" name="Plassholder for lysbildenumm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EBBCFE-599B-47F9-B84D-4259C5E2055D}" type="slidenum">
              <a:rPr lang="nb-NO" smtClean="0"/>
              <a:t>‹#›</a:t>
            </a:fld>
            <a:endParaRPr lang="nb-NO"/>
          </a:p>
        </p:txBody>
      </p:sp>
      <p:sp>
        <p:nvSpPr>
          <p:cNvPr id="7" name="Rektangel 6"/>
          <p:cNvSpPr/>
          <p:nvPr userDrawn="1"/>
        </p:nvSpPr>
        <p:spPr>
          <a:xfrm>
            <a:off x="353025" y="2230305"/>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S</a:t>
            </a:r>
          </a:p>
        </p:txBody>
      </p:sp>
      <p:sp>
        <p:nvSpPr>
          <p:cNvPr id="8" name="Rektangel 7"/>
          <p:cNvSpPr/>
          <p:nvPr userDrawn="1"/>
        </p:nvSpPr>
        <p:spPr>
          <a:xfrm>
            <a:off x="262178" y="283839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O</a:t>
            </a:r>
          </a:p>
        </p:txBody>
      </p:sp>
      <p:sp>
        <p:nvSpPr>
          <p:cNvPr id="9" name="Rektangel 8"/>
          <p:cNvSpPr/>
          <p:nvPr userDrawn="1"/>
        </p:nvSpPr>
        <p:spPr>
          <a:xfrm>
            <a:off x="170143" y="3446489"/>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A</a:t>
            </a:r>
          </a:p>
        </p:txBody>
      </p:sp>
      <p:sp>
        <p:nvSpPr>
          <p:cNvPr id="10" name="Parallellogram 9">
            <a:hlinkClick r:id="rId13" action="ppaction://hlinksldjump"/>
          </p:cNvPr>
          <p:cNvSpPr/>
          <p:nvPr userDrawn="1"/>
        </p:nvSpPr>
        <p:spPr>
          <a:xfrm>
            <a:off x="5367340" y="6148372"/>
            <a:ext cx="1511308" cy="518400"/>
          </a:xfrm>
          <a:prstGeom prst="parallelogram">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1</a:t>
            </a:r>
          </a:p>
        </p:txBody>
      </p:sp>
      <p:sp>
        <p:nvSpPr>
          <p:cNvPr id="11" name="Parallellogram 10">
            <a:hlinkClick r:id="rId14" action="ppaction://hlinksldjump"/>
          </p:cNvPr>
          <p:cNvSpPr/>
          <p:nvPr userDrawn="1"/>
        </p:nvSpPr>
        <p:spPr>
          <a:xfrm>
            <a:off x="6877153"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2</a:t>
            </a:r>
          </a:p>
        </p:txBody>
      </p:sp>
      <p:sp>
        <p:nvSpPr>
          <p:cNvPr id="12" name="Parallellogram 11">
            <a:hlinkClick r:id="rId15" action="ppaction://hlinksldjump"/>
          </p:cNvPr>
          <p:cNvSpPr/>
          <p:nvPr userDrawn="1"/>
        </p:nvSpPr>
        <p:spPr>
          <a:xfrm>
            <a:off x="989827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4</a:t>
            </a:r>
          </a:p>
        </p:txBody>
      </p:sp>
      <p:sp>
        <p:nvSpPr>
          <p:cNvPr id="13" name="Parallellogram 12">
            <a:hlinkClick r:id="rId16" action="ppaction://hlinksldjump"/>
          </p:cNvPr>
          <p:cNvSpPr/>
          <p:nvPr userDrawn="1"/>
        </p:nvSpPr>
        <p:spPr>
          <a:xfrm>
            <a:off x="300038"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Trafikk-opplæringen</a:t>
            </a:r>
            <a:endParaRPr lang="nb-NO" sz="900" i="1" dirty="0">
              <a:solidFill>
                <a:schemeClr val="tx1"/>
              </a:solidFill>
            </a:endParaRPr>
          </a:p>
        </p:txBody>
      </p:sp>
      <p:sp>
        <p:nvSpPr>
          <p:cNvPr id="14" name="Parallellogram 13">
            <a:hlinkClick r:id="rId17" action="ppaction://hlinksldjump"/>
          </p:cNvPr>
          <p:cNvSpPr/>
          <p:nvPr userDrawn="1"/>
        </p:nvSpPr>
        <p:spPr>
          <a:xfrm>
            <a:off x="1542565" y="152613"/>
            <a:ext cx="1368000" cy="6840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Trafikk og førerrollen</a:t>
            </a:r>
            <a:endParaRPr lang="nb-NO" sz="900" i="1" dirty="0">
              <a:solidFill>
                <a:schemeClr val="tx1"/>
              </a:solidFill>
            </a:endParaRPr>
          </a:p>
        </p:txBody>
      </p:sp>
      <p:sp>
        <p:nvSpPr>
          <p:cNvPr id="15" name="Parallellogram 14">
            <a:hlinkClick r:id="rId18" action="ppaction://hlinksldjump"/>
          </p:cNvPr>
          <p:cNvSpPr/>
          <p:nvPr userDrawn="1"/>
        </p:nvSpPr>
        <p:spPr>
          <a:xfrm>
            <a:off x="2795685"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Mennesket i trafikken</a:t>
            </a:r>
            <a:endParaRPr lang="nb-NO" sz="900" i="1" dirty="0">
              <a:solidFill>
                <a:schemeClr val="tx1"/>
              </a:solidFill>
            </a:endParaRPr>
          </a:p>
        </p:txBody>
      </p:sp>
      <p:sp>
        <p:nvSpPr>
          <p:cNvPr id="16" name="Parallellogram 15">
            <a:hlinkClick r:id="rId19" action="ppaction://hlinksldjump"/>
          </p:cNvPr>
          <p:cNvSpPr/>
          <p:nvPr userDrawn="1"/>
        </p:nvSpPr>
        <p:spPr>
          <a:xfrm>
            <a:off x="4038212"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Øvingskjøring og kjøreerfaring</a:t>
            </a:r>
            <a:endParaRPr lang="nb-NO" sz="900" i="1" dirty="0">
              <a:solidFill>
                <a:schemeClr val="tx1"/>
              </a:solidFill>
            </a:endParaRPr>
          </a:p>
        </p:txBody>
      </p:sp>
      <p:sp>
        <p:nvSpPr>
          <p:cNvPr id="17" name="Parallellogram 16">
            <a:hlinkClick r:id="rId20" action="ppaction://hlinksldjump"/>
          </p:cNvPr>
          <p:cNvSpPr/>
          <p:nvPr userDrawn="1"/>
        </p:nvSpPr>
        <p:spPr>
          <a:xfrm>
            <a:off x="5291332"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Plikter ved trafikkuhell </a:t>
            </a:r>
            <a:endParaRPr lang="nb-NO" sz="900" i="1" dirty="0">
              <a:solidFill>
                <a:schemeClr val="tx1"/>
              </a:solidFill>
            </a:endParaRPr>
          </a:p>
        </p:txBody>
      </p:sp>
      <p:sp>
        <p:nvSpPr>
          <p:cNvPr id="18" name="Parallellogram 17">
            <a:hlinkClick r:id="rId21" action="ppaction://hlinksldjump"/>
          </p:cNvPr>
          <p:cNvSpPr/>
          <p:nvPr userDrawn="1"/>
        </p:nvSpPr>
        <p:spPr>
          <a:xfrm>
            <a:off x="6533859"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Tiltak ved trafikkulykke</a:t>
            </a:r>
            <a:endParaRPr lang="nb-NO" sz="900" i="1" dirty="0">
              <a:solidFill>
                <a:schemeClr val="tx1"/>
              </a:solidFill>
            </a:endParaRPr>
          </a:p>
        </p:txBody>
      </p:sp>
      <p:sp>
        <p:nvSpPr>
          <p:cNvPr id="19" name="Parallellogram 18">
            <a:hlinkClick r:id="rId22" action="ppaction://hlinksldjump"/>
          </p:cNvPr>
          <p:cNvSpPr/>
          <p:nvPr userDrawn="1"/>
        </p:nvSpPr>
        <p:spPr>
          <a:xfrm>
            <a:off x="7786979"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Trafikant i mørket</a:t>
            </a:r>
            <a:endParaRPr lang="nb-NO" sz="900" i="1" dirty="0">
              <a:solidFill>
                <a:schemeClr val="tx1"/>
              </a:solidFill>
            </a:endParaRPr>
          </a:p>
        </p:txBody>
      </p:sp>
      <p:sp>
        <p:nvSpPr>
          <p:cNvPr id="20" name="Rektangel 19"/>
          <p:cNvSpPr/>
          <p:nvPr userDrawn="1"/>
        </p:nvSpPr>
        <p:spPr>
          <a:xfrm>
            <a:off x="48893" y="406347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H</a:t>
            </a:r>
          </a:p>
        </p:txBody>
      </p:sp>
      <p:sp>
        <p:nvSpPr>
          <p:cNvPr id="25" name="Parallellogram 24">
            <a:hlinkClick r:id="rId17" action="ppaction://hlinksldjump"/>
          </p:cNvPr>
          <p:cNvSpPr/>
          <p:nvPr userDrawn="1"/>
        </p:nvSpPr>
        <p:spPr>
          <a:xfrm>
            <a:off x="1428744"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26" name="Parallellogram 25">
            <a:hlinkClick r:id="rId23" action="ppaction://hlinksldjump"/>
          </p:cNvPr>
          <p:cNvSpPr/>
          <p:nvPr userDrawn="1"/>
        </p:nvSpPr>
        <p:spPr>
          <a:xfrm>
            <a:off x="2938557"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27" name="Parallellogram 26">
            <a:hlinkClick r:id="rId2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28" name="Parallellogram 27">
            <a:hlinkClick r:id="rId2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29" name="Parallellogram 28">
            <a:hlinkClick r:id="rId2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30" name="Parallellogram 29">
            <a:hlinkClick r:id="rId2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31" name="Parallellogram 30">
            <a:hlinkClick r:id="rId2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
        <p:nvSpPr>
          <p:cNvPr id="32" name="Parallellogram 31">
            <a:hlinkClick r:id="rId29" action="ppaction://hlinksldjump"/>
          </p:cNvPr>
          <p:cNvSpPr/>
          <p:nvPr userDrawn="1"/>
        </p:nvSpPr>
        <p:spPr>
          <a:xfrm>
            <a:off x="838771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3</a:t>
            </a:r>
          </a:p>
        </p:txBody>
      </p:sp>
      <p:sp>
        <p:nvSpPr>
          <p:cNvPr id="33" name="Handlingsknapp: gå til Hjem 32">
            <a:hlinkClick r:id="" action="ppaction://hlinkshowjump?jump=firstslide" highlightClick="1"/>
          </p:cNvPr>
          <p:cNvSpPr/>
          <p:nvPr userDrawn="1"/>
        </p:nvSpPr>
        <p:spPr>
          <a:xfrm>
            <a:off x="2792571" y="6148372"/>
            <a:ext cx="504000" cy="517667"/>
          </a:xfrm>
          <a:prstGeom prst="actionButtonHom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4" name="Handlingsknapp: gå tilbake eller til forrige 33">
            <a:hlinkClick r:id="" action="ppaction://hlinkshowjump?jump=previousslide" highlightClick="1"/>
          </p:cNvPr>
          <p:cNvSpPr/>
          <p:nvPr userDrawn="1"/>
        </p:nvSpPr>
        <p:spPr>
          <a:xfrm>
            <a:off x="3366413" y="6148372"/>
            <a:ext cx="504000" cy="517667"/>
          </a:xfrm>
          <a:prstGeom prst="actionButtonBackPrevious">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5" name="Handlingsknapp: gå framover eller til neste 34">
            <a:hlinkClick r:id="" action="ppaction://hlinkshowjump?jump=nextslide" highlightClick="1"/>
          </p:cNvPr>
          <p:cNvSpPr/>
          <p:nvPr userDrawn="1"/>
        </p:nvSpPr>
        <p:spPr>
          <a:xfrm>
            <a:off x="3940255" y="6148372"/>
            <a:ext cx="504000" cy="517667"/>
          </a:xfrm>
          <a:prstGeom prst="actionButtonForwardNex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36" name="Bilde 35" descr="Skjermutklipp">
            <a:hlinkClick r:id="rId30"/>
          </p:cNvPr>
          <p:cNvPicPr>
            <a:picLocks noChangeAspect="1"/>
          </p:cNvPicPr>
          <p:nvPr userDrawn="1"/>
        </p:nvPicPr>
        <p:blipFill>
          <a:blip r:embed="rId31">
            <a:extLst>
              <a:ext uri="{28A0092B-C50C-407E-A947-70E740481C1C}">
                <a14:useLocalDpi xmlns:a14="http://schemas.microsoft.com/office/drawing/2010/main" val="0"/>
              </a:ext>
            </a:extLst>
          </a:blip>
          <a:stretch>
            <a:fillRect/>
          </a:stretch>
        </p:blipFill>
        <p:spPr>
          <a:xfrm>
            <a:off x="4584245" y="6148372"/>
            <a:ext cx="398655" cy="504000"/>
          </a:xfrm>
          <a:prstGeom prst="rect">
            <a:avLst/>
          </a:prstGeom>
        </p:spPr>
      </p:pic>
      <p:pic>
        <p:nvPicPr>
          <p:cNvPr id="37" name="Bilde 36">
            <a:hlinkClick r:id="rId32"/>
          </p:cNvPr>
          <p:cNvPicPr>
            <a:picLocks noChangeAspect="1"/>
          </p:cNvPicPr>
          <p:nvPr userDrawn="1"/>
        </p:nvPicPr>
        <p:blipFill>
          <a:blip r:embed="rId33">
            <a:extLst>
              <a:ext uri="{28A0092B-C50C-407E-A947-70E740481C1C}">
                <a14:useLocalDpi xmlns:a14="http://schemas.microsoft.com/office/drawing/2010/main" val="0"/>
              </a:ext>
            </a:extLst>
          </a:blip>
          <a:stretch>
            <a:fillRect/>
          </a:stretch>
        </p:blipFill>
        <p:spPr>
          <a:xfrm>
            <a:off x="2135560" y="6147796"/>
            <a:ext cx="528384" cy="528384"/>
          </a:xfrm>
          <a:prstGeom prst="rect">
            <a:avLst/>
          </a:prstGeom>
        </p:spPr>
      </p:pic>
    </p:spTree>
    <p:extLst>
      <p:ext uri="{BB962C8B-B14F-4D97-AF65-F5344CB8AC3E}">
        <p14:creationId xmlns:p14="http://schemas.microsoft.com/office/powerpoint/2010/main" val="628507986"/>
      </p:ext>
    </p:extLst>
  </p:cSld>
  <p:clrMap bg1="lt1" tx1="dk1" bg2="lt2" tx2="dk2" accent1="accent1" accent2="accent2" accent3="accent3" accent4="accent4" accent5="accent5" accent6="accent6" hlink="hlink" folHlink="folHlink"/>
  <p:sldLayoutIdLst>
    <p:sldLayoutId id="2147485624" r:id="rId1"/>
    <p:sldLayoutId id="2147485625" r:id="rId2"/>
    <p:sldLayoutId id="2147485626" r:id="rId3"/>
    <p:sldLayoutId id="2147485627" r:id="rId4"/>
    <p:sldLayoutId id="2147485628" r:id="rId5"/>
    <p:sldLayoutId id="2147485629" r:id="rId6"/>
    <p:sldLayoutId id="2147485630" r:id="rId7"/>
    <p:sldLayoutId id="2147485631" r:id="rId8"/>
    <p:sldLayoutId id="2147485632" r:id="rId9"/>
    <p:sldLayoutId id="2147485633" r:id="rId10"/>
    <p:sldLayoutId id="2147485634"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ittel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b-NO"/>
              <a:t>Klikk for å redigere tittelstil</a:t>
            </a:r>
          </a:p>
        </p:txBody>
      </p:sp>
      <p:sp>
        <p:nvSpPr>
          <p:cNvPr id="3" name="Plassholder for teks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7A40FA2-B9D5-4B9C-A538-BE43191B50E9}" type="datetime1">
              <a:rPr lang="nb-NO" smtClean="0"/>
              <a:t>27.08.2024</a:t>
            </a:fld>
            <a:endParaRPr lang="nb-NO"/>
          </a:p>
        </p:txBody>
      </p:sp>
      <p:sp>
        <p:nvSpPr>
          <p:cNvPr id="5" name="Plassholder for bunntekst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nb-NO"/>
              <a:t>Control Trafikkskole</a:t>
            </a:r>
          </a:p>
        </p:txBody>
      </p:sp>
      <p:sp>
        <p:nvSpPr>
          <p:cNvPr id="6" name="Plassholder for lysbildenumm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EBBCFE-599B-47F9-B84D-4259C5E2055D}" type="slidenum">
              <a:rPr lang="nb-NO" smtClean="0"/>
              <a:t>‹#›</a:t>
            </a:fld>
            <a:endParaRPr lang="nb-NO"/>
          </a:p>
        </p:txBody>
      </p:sp>
      <p:sp>
        <p:nvSpPr>
          <p:cNvPr id="7" name="Rektangel 6"/>
          <p:cNvSpPr/>
          <p:nvPr userDrawn="1"/>
        </p:nvSpPr>
        <p:spPr>
          <a:xfrm>
            <a:off x="353025" y="2230305"/>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S</a:t>
            </a:r>
          </a:p>
        </p:txBody>
      </p:sp>
      <p:sp>
        <p:nvSpPr>
          <p:cNvPr id="8" name="Rektangel 7"/>
          <p:cNvSpPr/>
          <p:nvPr userDrawn="1"/>
        </p:nvSpPr>
        <p:spPr>
          <a:xfrm>
            <a:off x="262178" y="283839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O</a:t>
            </a:r>
          </a:p>
        </p:txBody>
      </p:sp>
      <p:sp>
        <p:nvSpPr>
          <p:cNvPr id="9" name="Rektangel 8"/>
          <p:cNvSpPr/>
          <p:nvPr userDrawn="1"/>
        </p:nvSpPr>
        <p:spPr>
          <a:xfrm>
            <a:off x="170143" y="3446489"/>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A</a:t>
            </a:r>
          </a:p>
        </p:txBody>
      </p:sp>
      <p:sp>
        <p:nvSpPr>
          <p:cNvPr id="10" name="Parallellogram 9">
            <a:hlinkClick r:id="rId13" action="ppaction://hlinksldjump"/>
          </p:cNvPr>
          <p:cNvSpPr/>
          <p:nvPr userDrawn="1"/>
        </p:nvSpPr>
        <p:spPr>
          <a:xfrm>
            <a:off x="5367340" y="6148372"/>
            <a:ext cx="1511308" cy="518400"/>
          </a:xfrm>
          <a:prstGeom prst="parallelogram">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1</a:t>
            </a:r>
          </a:p>
        </p:txBody>
      </p:sp>
      <p:sp>
        <p:nvSpPr>
          <p:cNvPr id="11" name="Parallellogram 10">
            <a:hlinkClick r:id="rId14" action="ppaction://hlinksldjump"/>
          </p:cNvPr>
          <p:cNvSpPr/>
          <p:nvPr userDrawn="1"/>
        </p:nvSpPr>
        <p:spPr>
          <a:xfrm>
            <a:off x="6877153"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2</a:t>
            </a:r>
          </a:p>
        </p:txBody>
      </p:sp>
      <p:sp>
        <p:nvSpPr>
          <p:cNvPr id="12" name="Parallellogram 11">
            <a:hlinkClick r:id="rId15" action="ppaction://hlinksldjump"/>
          </p:cNvPr>
          <p:cNvSpPr/>
          <p:nvPr userDrawn="1"/>
        </p:nvSpPr>
        <p:spPr>
          <a:xfrm>
            <a:off x="989827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4</a:t>
            </a:r>
          </a:p>
        </p:txBody>
      </p:sp>
      <p:sp>
        <p:nvSpPr>
          <p:cNvPr id="13" name="Parallellogram 12">
            <a:hlinkClick r:id="rId16" action="ppaction://hlinksldjump"/>
          </p:cNvPr>
          <p:cNvSpPr/>
          <p:nvPr userDrawn="1"/>
        </p:nvSpPr>
        <p:spPr>
          <a:xfrm>
            <a:off x="300038"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Trafikk-opplæringen</a:t>
            </a:r>
            <a:endParaRPr lang="nb-NO" sz="900" i="1" dirty="0">
              <a:solidFill>
                <a:schemeClr val="tx1"/>
              </a:solidFill>
            </a:endParaRPr>
          </a:p>
        </p:txBody>
      </p:sp>
      <p:sp>
        <p:nvSpPr>
          <p:cNvPr id="14" name="Parallellogram 13">
            <a:hlinkClick r:id="rId17" action="ppaction://hlinksldjump"/>
          </p:cNvPr>
          <p:cNvSpPr/>
          <p:nvPr userDrawn="1"/>
        </p:nvSpPr>
        <p:spPr>
          <a:xfrm>
            <a:off x="1542565" y="152613"/>
            <a:ext cx="1368000" cy="6840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Trafikk og førerrollen</a:t>
            </a:r>
            <a:endParaRPr lang="nb-NO" sz="900" i="1" dirty="0">
              <a:solidFill>
                <a:schemeClr val="tx1"/>
              </a:solidFill>
            </a:endParaRPr>
          </a:p>
        </p:txBody>
      </p:sp>
      <p:sp>
        <p:nvSpPr>
          <p:cNvPr id="15" name="Parallellogram 14">
            <a:hlinkClick r:id="rId18" action="ppaction://hlinksldjump"/>
          </p:cNvPr>
          <p:cNvSpPr/>
          <p:nvPr userDrawn="1"/>
        </p:nvSpPr>
        <p:spPr>
          <a:xfrm>
            <a:off x="2795685"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Mennesket i trafikken</a:t>
            </a:r>
            <a:endParaRPr lang="nb-NO" sz="900" i="1" dirty="0">
              <a:solidFill>
                <a:schemeClr val="tx1"/>
              </a:solidFill>
            </a:endParaRPr>
          </a:p>
        </p:txBody>
      </p:sp>
      <p:sp>
        <p:nvSpPr>
          <p:cNvPr id="16" name="Parallellogram 15">
            <a:hlinkClick r:id="rId19" action="ppaction://hlinksldjump"/>
          </p:cNvPr>
          <p:cNvSpPr/>
          <p:nvPr userDrawn="1"/>
        </p:nvSpPr>
        <p:spPr>
          <a:xfrm>
            <a:off x="4038212"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Øvingskjøring og kjøreerfaring</a:t>
            </a:r>
            <a:endParaRPr lang="nb-NO" sz="900" i="1" dirty="0">
              <a:solidFill>
                <a:schemeClr val="tx1"/>
              </a:solidFill>
            </a:endParaRPr>
          </a:p>
        </p:txBody>
      </p:sp>
      <p:sp>
        <p:nvSpPr>
          <p:cNvPr id="17" name="Parallellogram 16">
            <a:hlinkClick r:id="rId20" action="ppaction://hlinksldjump"/>
          </p:cNvPr>
          <p:cNvSpPr/>
          <p:nvPr userDrawn="1"/>
        </p:nvSpPr>
        <p:spPr>
          <a:xfrm>
            <a:off x="5291332"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Plikter ved trafikkuhell </a:t>
            </a:r>
            <a:endParaRPr lang="nb-NO" sz="900" i="1" dirty="0">
              <a:solidFill>
                <a:schemeClr val="tx1"/>
              </a:solidFill>
            </a:endParaRPr>
          </a:p>
        </p:txBody>
      </p:sp>
      <p:sp>
        <p:nvSpPr>
          <p:cNvPr id="18" name="Parallellogram 17">
            <a:hlinkClick r:id="rId21" action="ppaction://hlinksldjump"/>
          </p:cNvPr>
          <p:cNvSpPr/>
          <p:nvPr userDrawn="1"/>
        </p:nvSpPr>
        <p:spPr>
          <a:xfrm>
            <a:off x="6533859"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Tiltak ved trafikkulykke</a:t>
            </a:r>
            <a:endParaRPr lang="nb-NO" sz="900" i="1" dirty="0">
              <a:solidFill>
                <a:schemeClr val="tx1"/>
              </a:solidFill>
            </a:endParaRPr>
          </a:p>
        </p:txBody>
      </p:sp>
      <p:sp>
        <p:nvSpPr>
          <p:cNvPr id="19" name="Parallellogram 18">
            <a:hlinkClick r:id="rId22" action="ppaction://hlinksldjump"/>
          </p:cNvPr>
          <p:cNvSpPr/>
          <p:nvPr userDrawn="1"/>
        </p:nvSpPr>
        <p:spPr>
          <a:xfrm>
            <a:off x="7786979"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Trafikant i mørket</a:t>
            </a:r>
            <a:endParaRPr lang="nb-NO" sz="900" i="1" dirty="0">
              <a:solidFill>
                <a:schemeClr val="tx1"/>
              </a:solidFill>
            </a:endParaRPr>
          </a:p>
        </p:txBody>
      </p:sp>
      <p:sp>
        <p:nvSpPr>
          <p:cNvPr id="20" name="Rektangel 19"/>
          <p:cNvSpPr/>
          <p:nvPr userDrawn="1"/>
        </p:nvSpPr>
        <p:spPr>
          <a:xfrm>
            <a:off x="48893" y="406347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H</a:t>
            </a:r>
          </a:p>
        </p:txBody>
      </p:sp>
      <p:sp>
        <p:nvSpPr>
          <p:cNvPr id="25" name="Parallellogram 24">
            <a:hlinkClick r:id="rId17"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26" name="Parallellogram 25">
            <a:hlinkClick r:id="rId23" action="ppaction://hlinksldjump"/>
          </p:cNvPr>
          <p:cNvSpPr/>
          <p:nvPr userDrawn="1"/>
        </p:nvSpPr>
        <p:spPr>
          <a:xfrm>
            <a:off x="2938557"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27" name="Parallellogram 26">
            <a:hlinkClick r:id="rId2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28" name="Parallellogram 27">
            <a:hlinkClick r:id="rId2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29" name="Parallellogram 28">
            <a:hlinkClick r:id="rId2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30" name="Parallellogram 29">
            <a:hlinkClick r:id="rId2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31" name="Parallellogram 30">
            <a:hlinkClick r:id="rId2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
        <p:nvSpPr>
          <p:cNvPr id="32" name="Parallellogram 31">
            <a:hlinkClick r:id="rId29" action="ppaction://hlinksldjump"/>
          </p:cNvPr>
          <p:cNvSpPr/>
          <p:nvPr userDrawn="1"/>
        </p:nvSpPr>
        <p:spPr>
          <a:xfrm>
            <a:off x="838771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3</a:t>
            </a:r>
          </a:p>
        </p:txBody>
      </p:sp>
      <p:sp>
        <p:nvSpPr>
          <p:cNvPr id="33" name="Handlingsknapp: gå til Hjem 32">
            <a:hlinkClick r:id="" action="ppaction://hlinkshowjump?jump=firstslide" highlightClick="1"/>
          </p:cNvPr>
          <p:cNvSpPr/>
          <p:nvPr userDrawn="1"/>
        </p:nvSpPr>
        <p:spPr>
          <a:xfrm>
            <a:off x="2792571" y="6148372"/>
            <a:ext cx="504000" cy="517667"/>
          </a:xfrm>
          <a:prstGeom prst="actionButtonHom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4" name="Handlingsknapp: gå tilbake eller til forrige 33">
            <a:hlinkClick r:id="" action="ppaction://hlinkshowjump?jump=previousslide" highlightClick="1"/>
          </p:cNvPr>
          <p:cNvSpPr/>
          <p:nvPr userDrawn="1"/>
        </p:nvSpPr>
        <p:spPr>
          <a:xfrm>
            <a:off x="3366413" y="6148372"/>
            <a:ext cx="504000" cy="517667"/>
          </a:xfrm>
          <a:prstGeom prst="actionButtonBackPrevious">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5" name="Handlingsknapp: gå framover eller til neste 34">
            <a:hlinkClick r:id="" action="ppaction://hlinkshowjump?jump=nextslide" highlightClick="1"/>
          </p:cNvPr>
          <p:cNvSpPr/>
          <p:nvPr userDrawn="1"/>
        </p:nvSpPr>
        <p:spPr>
          <a:xfrm>
            <a:off x="3940255" y="6148372"/>
            <a:ext cx="504000" cy="517667"/>
          </a:xfrm>
          <a:prstGeom prst="actionButtonForwardNex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36" name="Bilde 35" descr="Skjermutklipp">
            <a:hlinkClick r:id="rId30"/>
          </p:cNvPr>
          <p:cNvPicPr>
            <a:picLocks noChangeAspect="1"/>
          </p:cNvPicPr>
          <p:nvPr userDrawn="1"/>
        </p:nvPicPr>
        <p:blipFill>
          <a:blip r:embed="rId31">
            <a:extLst>
              <a:ext uri="{28A0092B-C50C-407E-A947-70E740481C1C}">
                <a14:useLocalDpi xmlns:a14="http://schemas.microsoft.com/office/drawing/2010/main" val="0"/>
              </a:ext>
            </a:extLst>
          </a:blip>
          <a:stretch>
            <a:fillRect/>
          </a:stretch>
        </p:blipFill>
        <p:spPr>
          <a:xfrm>
            <a:off x="4584245" y="6148372"/>
            <a:ext cx="398655" cy="504000"/>
          </a:xfrm>
          <a:prstGeom prst="rect">
            <a:avLst/>
          </a:prstGeom>
        </p:spPr>
      </p:pic>
      <p:pic>
        <p:nvPicPr>
          <p:cNvPr id="37" name="Bilde 36">
            <a:hlinkClick r:id="rId32"/>
          </p:cNvPr>
          <p:cNvPicPr>
            <a:picLocks noChangeAspect="1"/>
          </p:cNvPicPr>
          <p:nvPr userDrawn="1"/>
        </p:nvPicPr>
        <p:blipFill>
          <a:blip r:embed="rId33">
            <a:extLst>
              <a:ext uri="{28A0092B-C50C-407E-A947-70E740481C1C}">
                <a14:useLocalDpi xmlns:a14="http://schemas.microsoft.com/office/drawing/2010/main" val="0"/>
              </a:ext>
            </a:extLst>
          </a:blip>
          <a:stretch>
            <a:fillRect/>
          </a:stretch>
        </p:blipFill>
        <p:spPr>
          <a:xfrm>
            <a:off x="2135560" y="6147796"/>
            <a:ext cx="528384" cy="528384"/>
          </a:xfrm>
          <a:prstGeom prst="rect">
            <a:avLst/>
          </a:prstGeom>
        </p:spPr>
      </p:pic>
    </p:spTree>
    <p:extLst>
      <p:ext uri="{BB962C8B-B14F-4D97-AF65-F5344CB8AC3E}">
        <p14:creationId xmlns:p14="http://schemas.microsoft.com/office/powerpoint/2010/main" val="674008137"/>
      </p:ext>
    </p:extLst>
  </p:cSld>
  <p:clrMap bg1="lt1" tx1="dk1" bg2="lt2" tx2="dk2" accent1="accent1" accent2="accent2" accent3="accent3" accent4="accent4" accent5="accent5" accent6="accent6" hlink="hlink" folHlink="folHlink"/>
  <p:sldLayoutIdLst>
    <p:sldLayoutId id="2147485636" r:id="rId1"/>
    <p:sldLayoutId id="2147485637" r:id="rId2"/>
    <p:sldLayoutId id="2147485638" r:id="rId3"/>
    <p:sldLayoutId id="2147485639" r:id="rId4"/>
    <p:sldLayoutId id="2147485640" r:id="rId5"/>
    <p:sldLayoutId id="2147485641" r:id="rId6"/>
    <p:sldLayoutId id="2147485642" r:id="rId7"/>
    <p:sldLayoutId id="2147485643" r:id="rId8"/>
    <p:sldLayoutId id="2147485644" r:id="rId9"/>
    <p:sldLayoutId id="2147485645" r:id="rId10"/>
    <p:sldLayoutId id="2147485646"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ittel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b-NO"/>
              <a:t>Klikk for å redigere tittelstil</a:t>
            </a:r>
          </a:p>
        </p:txBody>
      </p:sp>
      <p:sp>
        <p:nvSpPr>
          <p:cNvPr id="3" name="Plassholder for teks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E22AEEA-06F2-4EDC-B03C-629EC7EA3B92}" type="datetime1">
              <a:rPr lang="nb-NO" smtClean="0"/>
              <a:t>27.08.2024</a:t>
            </a:fld>
            <a:endParaRPr lang="nb-NO"/>
          </a:p>
        </p:txBody>
      </p:sp>
      <p:sp>
        <p:nvSpPr>
          <p:cNvPr id="5" name="Plassholder for bunntekst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nb-NO"/>
              <a:t>Control Trafikkskole</a:t>
            </a:r>
          </a:p>
        </p:txBody>
      </p:sp>
      <p:sp>
        <p:nvSpPr>
          <p:cNvPr id="6" name="Plassholder for lysbildenumm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EBBCFE-599B-47F9-B84D-4259C5E2055D}" type="slidenum">
              <a:rPr lang="nb-NO" smtClean="0"/>
              <a:t>‹#›</a:t>
            </a:fld>
            <a:endParaRPr lang="nb-NO"/>
          </a:p>
        </p:txBody>
      </p:sp>
      <p:sp>
        <p:nvSpPr>
          <p:cNvPr id="7" name="Rektangel 6"/>
          <p:cNvSpPr/>
          <p:nvPr userDrawn="1"/>
        </p:nvSpPr>
        <p:spPr>
          <a:xfrm>
            <a:off x="353025" y="2230305"/>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S</a:t>
            </a:r>
          </a:p>
        </p:txBody>
      </p:sp>
      <p:sp>
        <p:nvSpPr>
          <p:cNvPr id="8" name="Rektangel 7"/>
          <p:cNvSpPr/>
          <p:nvPr userDrawn="1"/>
        </p:nvSpPr>
        <p:spPr>
          <a:xfrm>
            <a:off x="262178" y="283839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O</a:t>
            </a:r>
          </a:p>
        </p:txBody>
      </p:sp>
      <p:sp>
        <p:nvSpPr>
          <p:cNvPr id="9" name="Rektangel 8"/>
          <p:cNvSpPr/>
          <p:nvPr userDrawn="1"/>
        </p:nvSpPr>
        <p:spPr>
          <a:xfrm>
            <a:off x="170143" y="3446489"/>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A</a:t>
            </a:r>
          </a:p>
        </p:txBody>
      </p:sp>
      <p:sp>
        <p:nvSpPr>
          <p:cNvPr id="10" name="Parallellogram 9">
            <a:hlinkClick r:id="rId13" action="ppaction://hlinksldjump"/>
          </p:cNvPr>
          <p:cNvSpPr/>
          <p:nvPr userDrawn="1"/>
        </p:nvSpPr>
        <p:spPr>
          <a:xfrm>
            <a:off x="5367340" y="6148372"/>
            <a:ext cx="1511308" cy="518400"/>
          </a:xfrm>
          <a:prstGeom prst="parallelogram">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1</a:t>
            </a:r>
          </a:p>
        </p:txBody>
      </p:sp>
      <p:sp>
        <p:nvSpPr>
          <p:cNvPr id="11" name="Parallellogram 10">
            <a:hlinkClick r:id="rId14" action="ppaction://hlinksldjump"/>
          </p:cNvPr>
          <p:cNvSpPr/>
          <p:nvPr userDrawn="1"/>
        </p:nvSpPr>
        <p:spPr>
          <a:xfrm>
            <a:off x="6877153"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2</a:t>
            </a:r>
          </a:p>
        </p:txBody>
      </p:sp>
      <p:sp>
        <p:nvSpPr>
          <p:cNvPr id="12" name="Parallellogram 11">
            <a:hlinkClick r:id="rId15" action="ppaction://hlinksldjump"/>
          </p:cNvPr>
          <p:cNvSpPr/>
          <p:nvPr userDrawn="1"/>
        </p:nvSpPr>
        <p:spPr>
          <a:xfrm>
            <a:off x="989827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4</a:t>
            </a:r>
          </a:p>
        </p:txBody>
      </p:sp>
      <p:sp>
        <p:nvSpPr>
          <p:cNvPr id="13" name="Parallellogram 12">
            <a:hlinkClick r:id="rId16" action="ppaction://hlinksldjump"/>
          </p:cNvPr>
          <p:cNvSpPr/>
          <p:nvPr userDrawn="1"/>
        </p:nvSpPr>
        <p:spPr>
          <a:xfrm>
            <a:off x="300038"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Trafikk-opplæringen</a:t>
            </a:r>
            <a:endParaRPr lang="nb-NO" sz="900" i="1" dirty="0">
              <a:solidFill>
                <a:schemeClr val="tx1"/>
              </a:solidFill>
            </a:endParaRPr>
          </a:p>
        </p:txBody>
      </p:sp>
      <p:sp>
        <p:nvSpPr>
          <p:cNvPr id="14" name="Parallellogram 13">
            <a:hlinkClick r:id="rId17" action="ppaction://hlinksldjump"/>
          </p:cNvPr>
          <p:cNvSpPr/>
          <p:nvPr userDrawn="1"/>
        </p:nvSpPr>
        <p:spPr>
          <a:xfrm>
            <a:off x="1542565" y="152613"/>
            <a:ext cx="1368000" cy="6840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Trafikk og førerrollen</a:t>
            </a:r>
            <a:endParaRPr lang="nb-NO" sz="900" i="1" dirty="0">
              <a:solidFill>
                <a:schemeClr val="tx1"/>
              </a:solidFill>
            </a:endParaRPr>
          </a:p>
        </p:txBody>
      </p:sp>
      <p:sp>
        <p:nvSpPr>
          <p:cNvPr id="15" name="Parallellogram 14">
            <a:hlinkClick r:id="rId18" action="ppaction://hlinksldjump"/>
          </p:cNvPr>
          <p:cNvSpPr/>
          <p:nvPr userDrawn="1"/>
        </p:nvSpPr>
        <p:spPr>
          <a:xfrm>
            <a:off x="2795685"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Mennesket i trafikken</a:t>
            </a:r>
            <a:endParaRPr lang="nb-NO" sz="900" i="1" dirty="0">
              <a:solidFill>
                <a:schemeClr val="tx1"/>
              </a:solidFill>
            </a:endParaRPr>
          </a:p>
        </p:txBody>
      </p:sp>
      <p:sp>
        <p:nvSpPr>
          <p:cNvPr id="16" name="Parallellogram 15">
            <a:hlinkClick r:id="rId19" action="ppaction://hlinksldjump"/>
          </p:cNvPr>
          <p:cNvSpPr/>
          <p:nvPr userDrawn="1"/>
        </p:nvSpPr>
        <p:spPr>
          <a:xfrm>
            <a:off x="4038212"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Øvingskjøring og kjøreerfaring</a:t>
            </a:r>
            <a:endParaRPr lang="nb-NO" sz="900" i="1" dirty="0">
              <a:solidFill>
                <a:schemeClr val="tx1"/>
              </a:solidFill>
            </a:endParaRPr>
          </a:p>
        </p:txBody>
      </p:sp>
      <p:sp>
        <p:nvSpPr>
          <p:cNvPr id="17" name="Parallellogram 16">
            <a:hlinkClick r:id="rId20" action="ppaction://hlinksldjump"/>
          </p:cNvPr>
          <p:cNvSpPr/>
          <p:nvPr userDrawn="1"/>
        </p:nvSpPr>
        <p:spPr>
          <a:xfrm>
            <a:off x="5291332"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Plikter ved trafikkuhell </a:t>
            </a:r>
            <a:endParaRPr lang="nb-NO" sz="900" i="1" dirty="0">
              <a:solidFill>
                <a:schemeClr val="tx1"/>
              </a:solidFill>
            </a:endParaRPr>
          </a:p>
        </p:txBody>
      </p:sp>
      <p:sp>
        <p:nvSpPr>
          <p:cNvPr id="18" name="Parallellogram 17">
            <a:hlinkClick r:id="rId21" action="ppaction://hlinksldjump"/>
          </p:cNvPr>
          <p:cNvSpPr/>
          <p:nvPr userDrawn="1"/>
        </p:nvSpPr>
        <p:spPr>
          <a:xfrm>
            <a:off x="6533859"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Tiltak ved trafikkulykke</a:t>
            </a:r>
            <a:endParaRPr lang="nb-NO" sz="900" i="1" dirty="0">
              <a:solidFill>
                <a:schemeClr val="tx1"/>
              </a:solidFill>
            </a:endParaRPr>
          </a:p>
        </p:txBody>
      </p:sp>
      <p:sp>
        <p:nvSpPr>
          <p:cNvPr id="19" name="Parallellogram 18">
            <a:hlinkClick r:id="rId22" action="ppaction://hlinksldjump"/>
          </p:cNvPr>
          <p:cNvSpPr/>
          <p:nvPr userDrawn="1"/>
        </p:nvSpPr>
        <p:spPr>
          <a:xfrm>
            <a:off x="7786979"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Trafikant i mørket</a:t>
            </a:r>
            <a:endParaRPr lang="nb-NO" sz="900" i="1" dirty="0">
              <a:solidFill>
                <a:schemeClr val="tx1"/>
              </a:solidFill>
            </a:endParaRPr>
          </a:p>
        </p:txBody>
      </p:sp>
      <p:sp>
        <p:nvSpPr>
          <p:cNvPr id="20" name="Rektangel 19"/>
          <p:cNvSpPr/>
          <p:nvPr userDrawn="1"/>
        </p:nvSpPr>
        <p:spPr>
          <a:xfrm>
            <a:off x="48893" y="406347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H</a:t>
            </a:r>
          </a:p>
        </p:txBody>
      </p:sp>
      <p:sp>
        <p:nvSpPr>
          <p:cNvPr id="25" name="Parallellogram 24">
            <a:hlinkClick r:id="rId17"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26" name="Parallellogram 25">
            <a:hlinkClick r:id="rId2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27" name="Parallellogram 26">
            <a:hlinkClick r:id="rId24" action="ppaction://hlinksldjump"/>
          </p:cNvPr>
          <p:cNvSpPr/>
          <p:nvPr userDrawn="1"/>
        </p:nvSpPr>
        <p:spPr>
          <a:xfrm>
            <a:off x="4449118"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28" name="Parallellogram 27">
            <a:hlinkClick r:id="rId2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29" name="Parallellogram 28">
            <a:hlinkClick r:id="rId2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30" name="Parallellogram 29">
            <a:hlinkClick r:id="rId2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31" name="Parallellogram 30">
            <a:hlinkClick r:id="rId2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
        <p:nvSpPr>
          <p:cNvPr id="32" name="Parallellogram 31">
            <a:hlinkClick r:id="rId29" action="ppaction://hlinksldjump"/>
          </p:cNvPr>
          <p:cNvSpPr/>
          <p:nvPr userDrawn="1"/>
        </p:nvSpPr>
        <p:spPr>
          <a:xfrm>
            <a:off x="838771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3</a:t>
            </a:r>
          </a:p>
        </p:txBody>
      </p:sp>
      <p:sp>
        <p:nvSpPr>
          <p:cNvPr id="33" name="Handlingsknapp: gå til Hjem 32">
            <a:hlinkClick r:id="" action="ppaction://hlinkshowjump?jump=firstslide" highlightClick="1"/>
          </p:cNvPr>
          <p:cNvSpPr/>
          <p:nvPr userDrawn="1"/>
        </p:nvSpPr>
        <p:spPr>
          <a:xfrm>
            <a:off x="2792571" y="6148372"/>
            <a:ext cx="504000" cy="517667"/>
          </a:xfrm>
          <a:prstGeom prst="actionButtonHom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4" name="Handlingsknapp: gå tilbake eller til forrige 33">
            <a:hlinkClick r:id="" action="ppaction://hlinkshowjump?jump=previousslide" highlightClick="1"/>
          </p:cNvPr>
          <p:cNvSpPr/>
          <p:nvPr userDrawn="1"/>
        </p:nvSpPr>
        <p:spPr>
          <a:xfrm>
            <a:off x="3366413" y="6148372"/>
            <a:ext cx="504000" cy="517667"/>
          </a:xfrm>
          <a:prstGeom prst="actionButtonBackPrevious">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5" name="Handlingsknapp: gå framover eller til neste 34">
            <a:hlinkClick r:id="" action="ppaction://hlinkshowjump?jump=nextslide" highlightClick="1"/>
          </p:cNvPr>
          <p:cNvSpPr/>
          <p:nvPr userDrawn="1"/>
        </p:nvSpPr>
        <p:spPr>
          <a:xfrm>
            <a:off x="3940255" y="6148372"/>
            <a:ext cx="504000" cy="517667"/>
          </a:xfrm>
          <a:prstGeom prst="actionButtonForwardNex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36" name="Bilde 35" descr="Skjermutklipp">
            <a:hlinkClick r:id="rId30"/>
          </p:cNvPr>
          <p:cNvPicPr>
            <a:picLocks noChangeAspect="1"/>
          </p:cNvPicPr>
          <p:nvPr userDrawn="1"/>
        </p:nvPicPr>
        <p:blipFill>
          <a:blip r:embed="rId31">
            <a:extLst>
              <a:ext uri="{28A0092B-C50C-407E-A947-70E740481C1C}">
                <a14:useLocalDpi xmlns:a14="http://schemas.microsoft.com/office/drawing/2010/main" val="0"/>
              </a:ext>
            </a:extLst>
          </a:blip>
          <a:stretch>
            <a:fillRect/>
          </a:stretch>
        </p:blipFill>
        <p:spPr>
          <a:xfrm>
            <a:off x="4584245" y="6148372"/>
            <a:ext cx="398655" cy="504000"/>
          </a:xfrm>
          <a:prstGeom prst="rect">
            <a:avLst/>
          </a:prstGeom>
        </p:spPr>
      </p:pic>
      <p:pic>
        <p:nvPicPr>
          <p:cNvPr id="37" name="Bilde 36">
            <a:hlinkClick r:id="rId32"/>
          </p:cNvPr>
          <p:cNvPicPr>
            <a:picLocks noChangeAspect="1"/>
          </p:cNvPicPr>
          <p:nvPr userDrawn="1"/>
        </p:nvPicPr>
        <p:blipFill>
          <a:blip r:embed="rId33">
            <a:extLst>
              <a:ext uri="{28A0092B-C50C-407E-A947-70E740481C1C}">
                <a14:useLocalDpi xmlns:a14="http://schemas.microsoft.com/office/drawing/2010/main" val="0"/>
              </a:ext>
            </a:extLst>
          </a:blip>
          <a:stretch>
            <a:fillRect/>
          </a:stretch>
        </p:blipFill>
        <p:spPr>
          <a:xfrm>
            <a:off x="2135560" y="6147796"/>
            <a:ext cx="528384" cy="528384"/>
          </a:xfrm>
          <a:prstGeom prst="rect">
            <a:avLst/>
          </a:prstGeom>
        </p:spPr>
      </p:pic>
    </p:spTree>
    <p:extLst>
      <p:ext uri="{BB962C8B-B14F-4D97-AF65-F5344CB8AC3E}">
        <p14:creationId xmlns:p14="http://schemas.microsoft.com/office/powerpoint/2010/main" val="3960335906"/>
      </p:ext>
    </p:extLst>
  </p:cSld>
  <p:clrMap bg1="lt1" tx1="dk1" bg2="lt2" tx2="dk2" accent1="accent1" accent2="accent2" accent3="accent3" accent4="accent4" accent5="accent5" accent6="accent6" hlink="hlink" folHlink="folHlink"/>
  <p:sldLayoutIdLst>
    <p:sldLayoutId id="2147485648" r:id="rId1"/>
    <p:sldLayoutId id="2147485649" r:id="rId2"/>
    <p:sldLayoutId id="2147485650" r:id="rId3"/>
    <p:sldLayoutId id="2147485651" r:id="rId4"/>
    <p:sldLayoutId id="2147485652" r:id="rId5"/>
    <p:sldLayoutId id="2147485653" r:id="rId6"/>
    <p:sldLayoutId id="2147485654" r:id="rId7"/>
    <p:sldLayoutId id="2147485655" r:id="rId8"/>
    <p:sldLayoutId id="2147485656" r:id="rId9"/>
    <p:sldLayoutId id="2147485657" r:id="rId10"/>
    <p:sldLayoutId id="2147485658"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ittel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b-NO"/>
              <a:t>Klikk for å redigere tittelstil</a:t>
            </a:r>
          </a:p>
        </p:txBody>
      </p:sp>
      <p:sp>
        <p:nvSpPr>
          <p:cNvPr id="3" name="Plassholder for teks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8B9E7E-5278-4F59-A35E-B59867487D6C}" type="datetime1">
              <a:rPr lang="nb-NO" smtClean="0"/>
              <a:t>27.08.2024</a:t>
            </a:fld>
            <a:endParaRPr lang="nb-NO"/>
          </a:p>
        </p:txBody>
      </p:sp>
      <p:sp>
        <p:nvSpPr>
          <p:cNvPr id="5" name="Plassholder for bunntekst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nb-NO"/>
              <a:t>Control Trafikkskole</a:t>
            </a:r>
          </a:p>
        </p:txBody>
      </p:sp>
      <p:sp>
        <p:nvSpPr>
          <p:cNvPr id="6" name="Plassholder for lysbildenumm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EBBCFE-599B-47F9-B84D-4259C5E2055D}" type="slidenum">
              <a:rPr lang="nb-NO" smtClean="0"/>
              <a:t>‹#›</a:t>
            </a:fld>
            <a:endParaRPr lang="nb-NO"/>
          </a:p>
        </p:txBody>
      </p:sp>
      <p:sp>
        <p:nvSpPr>
          <p:cNvPr id="7" name="Rektangel 6"/>
          <p:cNvSpPr/>
          <p:nvPr userDrawn="1"/>
        </p:nvSpPr>
        <p:spPr>
          <a:xfrm>
            <a:off x="353025" y="2230305"/>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S</a:t>
            </a:r>
          </a:p>
        </p:txBody>
      </p:sp>
      <p:sp>
        <p:nvSpPr>
          <p:cNvPr id="8" name="Rektangel 7"/>
          <p:cNvSpPr/>
          <p:nvPr userDrawn="1"/>
        </p:nvSpPr>
        <p:spPr>
          <a:xfrm>
            <a:off x="262178" y="283839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O</a:t>
            </a:r>
          </a:p>
        </p:txBody>
      </p:sp>
      <p:sp>
        <p:nvSpPr>
          <p:cNvPr id="9" name="Rektangel 8"/>
          <p:cNvSpPr/>
          <p:nvPr userDrawn="1"/>
        </p:nvSpPr>
        <p:spPr>
          <a:xfrm>
            <a:off x="170143" y="3446489"/>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A</a:t>
            </a:r>
          </a:p>
        </p:txBody>
      </p:sp>
      <p:sp>
        <p:nvSpPr>
          <p:cNvPr id="10" name="Parallellogram 9">
            <a:hlinkClick r:id="rId13" action="ppaction://hlinksldjump"/>
          </p:cNvPr>
          <p:cNvSpPr/>
          <p:nvPr userDrawn="1"/>
        </p:nvSpPr>
        <p:spPr>
          <a:xfrm>
            <a:off x="5367340" y="6148372"/>
            <a:ext cx="1511308" cy="518400"/>
          </a:xfrm>
          <a:prstGeom prst="parallelogram">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1</a:t>
            </a:r>
          </a:p>
        </p:txBody>
      </p:sp>
      <p:sp>
        <p:nvSpPr>
          <p:cNvPr id="11" name="Parallellogram 10">
            <a:hlinkClick r:id="rId14" action="ppaction://hlinksldjump"/>
          </p:cNvPr>
          <p:cNvSpPr/>
          <p:nvPr userDrawn="1"/>
        </p:nvSpPr>
        <p:spPr>
          <a:xfrm>
            <a:off x="6877153"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2</a:t>
            </a:r>
          </a:p>
        </p:txBody>
      </p:sp>
      <p:sp>
        <p:nvSpPr>
          <p:cNvPr id="12" name="Parallellogram 11">
            <a:hlinkClick r:id="rId15" action="ppaction://hlinksldjump"/>
          </p:cNvPr>
          <p:cNvSpPr/>
          <p:nvPr userDrawn="1"/>
        </p:nvSpPr>
        <p:spPr>
          <a:xfrm>
            <a:off x="989827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4</a:t>
            </a:r>
          </a:p>
        </p:txBody>
      </p:sp>
      <p:sp>
        <p:nvSpPr>
          <p:cNvPr id="13" name="Parallellogram 12">
            <a:hlinkClick r:id="rId16" action="ppaction://hlinksldjump"/>
          </p:cNvPr>
          <p:cNvSpPr/>
          <p:nvPr userDrawn="1"/>
        </p:nvSpPr>
        <p:spPr>
          <a:xfrm>
            <a:off x="300038"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Trafikk-opplæringen</a:t>
            </a:r>
            <a:endParaRPr lang="nb-NO" sz="900" i="1" dirty="0">
              <a:solidFill>
                <a:schemeClr val="tx1"/>
              </a:solidFill>
            </a:endParaRPr>
          </a:p>
        </p:txBody>
      </p:sp>
      <p:sp>
        <p:nvSpPr>
          <p:cNvPr id="14" name="Parallellogram 13">
            <a:hlinkClick r:id="rId17" action="ppaction://hlinksldjump"/>
          </p:cNvPr>
          <p:cNvSpPr/>
          <p:nvPr userDrawn="1"/>
        </p:nvSpPr>
        <p:spPr>
          <a:xfrm>
            <a:off x="1542565" y="152613"/>
            <a:ext cx="1368000" cy="6840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Trafikk og førerrollen</a:t>
            </a:r>
            <a:endParaRPr lang="nb-NO" sz="900" i="1" dirty="0">
              <a:solidFill>
                <a:schemeClr val="tx1"/>
              </a:solidFill>
            </a:endParaRPr>
          </a:p>
        </p:txBody>
      </p:sp>
      <p:sp>
        <p:nvSpPr>
          <p:cNvPr id="15" name="Parallellogram 14">
            <a:hlinkClick r:id="rId18" action="ppaction://hlinksldjump"/>
          </p:cNvPr>
          <p:cNvSpPr/>
          <p:nvPr userDrawn="1"/>
        </p:nvSpPr>
        <p:spPr>
          <a:xfrm>
            <a:off x="2795685"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Mennesket i trafikken</a:t>
            </a:r>
            <a:endParaRPr lang="nb-NO" sz="900" i="1" dirty="0">
              <a:solidFill>
                <a:schemeClr val="tx1"/>
              </a:solidFill>
            </a:endParaRPr>
          </a:p>
        </p:txBody>
      </p:sp>
      <p:sp>
        <p:nvSpPr>
          <p:cNvPr id="16" name="Parallellogram 15">
            <a:hlinkClick r:id="rId19" action="ppaction://hlinksldjump"/>
          </p:cNvPr>
          <p:cNvSpPr/>
          <p:nvPr userDrawn="1"/>
        </p:nvSpPr>
        <p:spPr>
          <a:xfrm>
            <a:off x="4038212"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Øvingskjøring og kjøreerfaring</a:t>
            </a:r>
            <a:endParaRPr lang="nb-NO" sz="900" i="1" dirty="0">
              <a:solidFill>
                <a:schemeClr val="tx1"/>
              </a:solidFill>
            </a:endParaRPr>
          </a:p>
        </p:txBody>
      </p:sp>
      <p:sp>
        <p:nvSpPr>
          <p:cNvPr id="17" name="Parallellogram 16">
            <a:hlinkClick r:id="rId20" action="ppaction://hlinksldjump"/>
          </p:cNvPr>
          <p:cNvSpPr/>
          <p:nvPr userDrawn="1"/>
        </p:nvSpPr>
        <p:spPr>
          <a:xfrm>
            <a:off x="5291332"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Plikter ved trafikkuhell </a:t>
            </a:r>
            <a:endParaRPr lang="nb-NO" sz="900" i="1" dirty="0">
              <a:solidFill>
                <a:schemeClr val="tx1"/>
              </a:solidFill>
            </a:endParaRPr>
          </a:p>
        </p:txBody>
      </p:sp>
      <p:sp>
        <p:nvSpPr>
          <p:cNvPr id="18" name="Parallellogram 17">
            <a:hlinkClick r:id="rId21" action="ppaction://hlinksldjump"/>
          </p:cNvPr>
          <p:cNvSpPr/>
          <p:nvPr userDrawn="1"/>
        </p:nvSpPr>
        <p:spPr>
          <a:xfrm>
            <a:off x="6533859"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Tiltak ved trafikkulykke</a:t>
            </a:r>
            <a:endParaRPr lang="nb-NO" sz="900" i="1" dirty="0">
              <a:solidFill>
                <a:schemeClr val="tx1"/>
              </a:solidFill>
            </a:endParaRPr>
          </a:p>
        </p:txBody>
      </p:sp>
      <p:sp>
        <p:nvSpPr>
          <p:cNvPr id="19" name="Parallellogram 18">
            <a:hlinkClick r:id="rId22" action="ppaction://hlinksldjump"/>
          </p:cNvPr>
          <p:cNvSpPr/>
          <p:nvPr userDrawn="1"/>
        </p:nvSpPr>
        <p:spPr>
          <a:xfrm>
            <a:off x="7786979"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Trafikant i mørket</a:t>
            </a:r>
            <a:endParaRPr lang="nb-NO" sz="900" i="1" dirty="0">
              <a:solidFill>
                <a:schemeClr val="tx1"/>
              </a:solidFill>
            </a:endParaRPr>
          </a:p>
        </p:txBody>
      </p:sp>
      <p:sp>
        <p:nvSpPr>
          <p:cNvPr id="20" name="Rektangel 19"/>
          <p:cNvSpPr/>
          <p:nvPr userDrawn="1"/>
        </p:nvSpPr>
        <p:spPr>
          <a:xfrm>
            <a:off x="48893" y="406347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H</a:t>
            </a:r>
          </a:p>
        </p:txBody>
      </p:sp>
      <p:sp>
        <p:nvSpPr>
          <p:cNvPr id="25" name="Parallellogram 24">
            <a:hlinkClick r:id="rId17"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26" name="Parallellogram 25">
            <a:hlinkClick r:id="rId2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27" name="Parallellogram 26">
            <a:hlinkClick r:id="rId2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28" name="Parallellogram 27">
            <a:hlinkClick r:id="rId25" action="ppaction://hlinksldjump"/>
          </p:cNvPr>
          <p:cNvSpPr/>
          <p:nvPr userDrawn="1"/>
        </p:nvSpPr>
        <p:spPr>
          <a:xfrm>
            <a:off x="5959678"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29" name="Parallellogram 28">
            <a:hlinkClick r:id="rId2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30" name="Parallellogram 29">
            <a:hlinkClick r:id="rId2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31" name="Parallellogram 30">
            <a:hlinkClick r:id="rId2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
        <p:nvSpPr>
          <p:cNvPr id="32" name="Parallellogram 31">
            <a:hlinkClick r:id="rId29" action="ppaction://hlinksldjump"/>
          </p:cNvPr>
          <p:cNvSpPr/>
          <p:nvPr userDrawn="1"/>
        </p:nvSpPr>
        <p:spPr>
          <a:xfrm>
            <a:off x="838771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3</a:t>
            </a:r>
          </a:p>
        </p:txBody>
      </p:sp>
      <p:sp>
        <p:nvSpPr>
          <p:cNvPr id="33" name="Handlingsknapp: gå til Hjem 32">
            <a:hlinkClick r:id="" action="ppaction://hlinkshowjump?jump=firstslide" highlightClick="1"/>
          </p:cNvPr>
          <p:cNvSpPr/>
          <p:nvPr userDrawn="1"/>
        </p:nvSpPr>
        <p:spPr>
          <a:xfrm>
            <a:off x="2792571" y="6148372"/>
            <a:ext cx="504000" cy="517667"/>
          </a:xfrm>
          <a:prstGeom prst="actionButtonHom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4" name="Handlingsknapp: gå tilbake eller til forrige 33">
            <a:hlinkClick r:id="" action="ppaction://hlinkshowjump?jump=previousslide" highlightClick="1"/>
          </p:cNvPr>
          <p:cNvSpPr/>
          <p:nvPr userDrawn="1"/>
        </p:nvSpPr>
        <p:spPr>
          <a:xfrm>
            <a:off x="3366413" y="6148372"/>
            <a:ext cx="504000" cy="517667"/>
          </a:xfrm>
          <a:prstGeom prst="actionButtonBackPrevious">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5" name="Handlingsknapp: gå framover eller til neste 34">
            <a:hlinkClick r:id="" action="ppaction://hlinkshowjump?jump=nextslide" highlightClick="1"/>
          </p:cNvPr>
          <p:cNvSpPr/>
          <p:nvPr userDrawn="1"/>
        </p:nvSpPr>
        <p:spPr>
          <a:xfrm>
            <a:off x="3940255" y="6148372"/>
            <a:ext cx="504000" cy="517667"/>
          </a:xfrm>
          <a:prstGeom prst="actionButtonForwardNex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36" name="Bilde 35" descr="Skjermutklipp">
            <a:hlinkClick r:id="rId30"/>
          </p:cNvPr>
          <p:cNvPicPr>
            <a:picLocks noChangeAspect="1"/>
          </p:cNvPicPr>
          <p:nvPr userDrawn="1"/>
        </p:nvPicPr>
        <p:blipFill>
          <a:blip r:embed="rId31">
            <a:extLst>
              <a:ext uri="{28A0092B-C50C-407E-A947-70E740481C1C}">
                <a14:useLocalDpi xmlns:a14="http://schemas.microsoft.com/office/drawing/2010/main" val="0"/>
              </a:ext>
            </a:extLst>
          </a:blip>
          <a:stretch>
            <a:fillRect/>
          </a:stretch>
        </p:blipFill>
        <p:spPr>
          <a:xfrm>
            <a:off x="4584245" y="6148372"/>
            <a:ext cx="398655" cy="504000"/>
          </a:xfrm>
          <a:prstGeom prst="rect">
            <a:avLst/>
          </a:prstGeom>
        </p:spPr>
      </p:pic>
      <p:pic>
        <p:nvPicPr>
          <p:cNvPr id="37" name="Bilde 36">
            <a:hlinkClick r:id="rId32"/>
          </p:cNvPr>
          <p:cNvPicPr>
            <a:picLocks noChangeAspect="1"/>
          </p:cNvPicPr>
          <p:nvPr userDrawn="1"/>
        </p:nvPicPr>
        <p:blipFill>
          <a:blip r:embed="rId33">
            <a:extLst>
              <a:ext uri="{28A0092B-C50C-407E-A947-70E740481C1C}">
                <a14:useLocalDpi xmlns:a14="http://schemas.microsoft.com/office/drawing/2010/main" val="0"/>
              </a:ext>
            </a:extLst>
          </a:blip>
          <a:stretch>
            <a:fillRect/>
          </a:stretch>
        </p:blipFill>
        <p:spPr>
          <a:xfrm>
            <a:off x="2135560" y="6147796"/>
            <a:ext cx="528384" cy="528384"/>
          </a:xfrm>
          <a:prstGeom prst="rect">
            <a:avLst/>
          </a:prstGeom>
        </p:spPr>
      </p:pic>
    </p:spTree>
    <p:extLst>
      <p:ext uri="{BB962C8B-B14F-4D97-AF65-F5344CB8AC3E}">
        <p14:creationId xmlns:p14="http://schemas.microsoft.com/office/powerpoint/2010/main" val="1573801197"/>
      </p:ext>
    </p:extLst>
  </p:cSld>
  <p:clrMap bg1="lt1" tx1="dk1" bg2="lt2" tx2="dk2" accent1="accent1" accent2="accent2" accent3="accent3" accent4="accent4" accent5="accent5" accent6="accent6" hlink="hlink" folHlink="folHlink"/>
  <p:sldLayoutIdLst>
    <p:sldLayoutId id="2147485660" r:id="rId1"/>
    <p:sldLayoutId id="2147485661" r:id="rId2"/>
    <p:sldLayoutId id="2147485662" r:id="rId3"/>
    <p:sldLayoutId id="2147485663" r:id="rId4"/>
    <p:sldLayoutId id="2147485664" r:id="rId5"/>
    <p:sldLayoutId id="2147485665" r:id="rId6"/>
    <p:sldLayoutId id="2147485666" r:id="rId7"/>
    <p:sldLayoutId id="2147485667" r:id="rId8"/>
    <p:sldLayoutId id="2147485668" r:id="rId9"/>
    <p:sldLayoutId id="2147485669" r:id="rId10"/>
    <p:sldLayoutId id="2147485670"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ittel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b-NO"/>
              <a:t>Klikk for å redigere tittelstil</a:t>
            </a:r>
          </a:p>
        </p:txBody>
      </p:sp>
      <p:sp>
        <p:nvSpPr>
          <p:cNvPr id="3" name="Plassholder for teks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C727DFF-5AE5-4887-BC2C-9536F7F66B84}" type="datetime1">
              <a:rPr lang="nb-NO" smtClean="0"/>
              <a:t>27.08.2024</a:t>
            </a:fld>
            <a:endParaRPr lang="nb-NO"/>
          </a:p>
        </p:txBody>
      </p:sp>
      <p:sp>
        <p:nvSpPr>
          <p:cNvPr id="5" name="Plassholder for bunntekst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nb-NO"/>
              <a:t>Control Trafikkskole</a:t>
            </a:r>
          </a:p>
        </p:txBody>
      </p:sp>
      <p:sp>
        <p:nvSpPr>
          <p:cNvPr id="6" name="Plassholder for lysbildenumm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EBBCFE-599B-47F9-B84D-4259C5E2055D}" type="slidenum">
              <a:rPr lang="nb-NO" smtClean="0"/>
              <a:t>‹#›</a:t>
            </a:fld>
            <a:endParaRPr lang="nb-NO"/>
          </a:p>
        </p:txBody>
      </p:sp>
      <p:sp>
        <p:nvSpPr>
          <p:cNvPr id="7" name="Rektangel 6"/>
          <p:cNvSpPr/>
          <p:nvPr userDrawn="1"/>
        </p:nvSpPr>
        <p:spPr>
          <a:xfrm>
            <a:off x="353025" y="2230305"/>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S</a:t>
            </a:r>
          </a:p>
        </p:txBody>
      </p:sp>
      <p:sp>
        <p:nvSpPr>
          <p:cNvPr id="8" name="Rektangel 7"/>
          <p:cNvSpPr/>
          <p:nvPr userDrawn="1"/>
        </p:nvSpPr>
        <p:spPr>
          <a:xfrm>
            <a:off x="262178" y="283839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O</a:t>
            </a:r>
          </a:p>
        </p:txBody>
      </p:sp>
      <p:sp>
        <p:nvSpPr>
          <p:cNvPr id="9" name="Rektangel 8"/>
          <p:cNvSpPr/>
          <p:nvPr userDrawn="1"/>
        </p:nvSpPr>
        <p:spPr>
          <a:xfrm>
            <a:off x="170143" y="3446489"/>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A</a:t>
            </a:r>
          </a:p>
        </p:txBody>
      </p:sp>
      <p:sp>
        <p:nvSpPr>
          <p:cNvPr id="10" name="Parallellogram 9">
            <a:hlinkClick r:id="rId13" action="ppaction://hlinksldjump"/>
          </p:cNvPr>
          <p:cNvSpPr/>
          <p:nvPr userDrawn="1"/>
        </p:nvSpPr>
        <p:spPr>
          <a:xfrm>
            <a:off x="5367340" y="6148372"/>
            <a:ext cx="1511308" cy="518400"/>
          </a:xfrm>
          <a:prstGeom prst="parallelogram">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1</a:t>
            </a:r>
          </a:p>
        </p:txBody>
      </p:sp>
      <p:sp>
        <p:nvSpPr>
          <p:cNvPr id="11" name="Parallellogram 10">
            <a:hlinkClick r:id="rId14" action="ppaction://hlinksldjump"/>
          </p:cNvPr>
          <p:cNvSpPr/>
          <p:nvPr userDrawn="1"/>
        </p:nvSpPr>
        <p:spPr>
          <a:xfrm>
            <a:off x="6877153"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2</a:t>
            </a:r>
          </a:p>
        </p:txBody>
      </p:sp>
      <p:sp>
        <p:nvSpPr>
          <p:cNvPr id="12" name="Parallellogram 11">
            <a:hlinkClick r:id="rId15" action="ppaction://hlinksldjump"/>
          </p:cNvPr>
          <p:cNvSpPr/>
          <p:nvPr userDrawn="1"/>
        </p:nvSpPr>
        <p:spPr>
          <a:xfrm>
            <a:off x="989827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4</a:t>
            </a:r>
          </a:p>
        </p:txBody>
      </p:sp>
      <p:sp>
        <p:nvSpPr>
          <p:cNvPr id="13" name="Parallellogram 12">
            <a:hlinkClick r:id="rId16" action="ppaction://hlinksldjump"/>
          </p:cNvPr>
          <p:cNvSpPr/>
          <p:nvPr userDrawn="1"/>
        </p:nvSpPr>
        <p:spPr>
          <a:xfrm>
            <a:off x="300038"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Trafikk-opplæringen</a:t>
            </a:r>
            <a:endParaRPr lang="nb-NO" sz="900" i="1" dirty="0">
              <a:solidFill>
                <a:schemeClr val="tx1"/>
              </a:solidFill>
            </a:endParaRPr>
          </a:p>
        </p:txBody>
      </p:sp>
      <p:sp>
        <p:nvSpPr>
          <p:cNvPr id="14" name="Parallellogram 13">
            <a:hlinkClick r:id="rId17" action="ppaction://hlinksldjump"/>
          </p:cNvPr>
          <p:cNvSpPr/>
          <p:nvPr userDrawn="1"/>
        </p:nvSpPr>
        <p:spPr>
          <a:xfrm>
            <a:off x="1542565" y="152613"/>
            <a:ext cx="1368000" cy="6840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Trafikk og førerrollen</a:t>
            </a:r>
            <a:endParaRPr lang="nb-NO" sz="900" i="1" dirty="0">
              <a:solidFill>
                <a:schemeClr val="tx1"/>
              </a:solidFill>
            </a:endParaRPr>
          </a:p>
        </p:txBody>
      </p:sp>
      <p:sp>
        <p:nvSpPr>
          <p:cNvPr id="15" name="Parallellogram 14">
            <a:hlinkClick r:id="rId18" action="ppaction://hlinksldjump"/>
          </p:cNvPr>
          <p:cNvSpPr/>
          <p:nvPr userDrawn="1"/>
        </p:nvSpPr>
        <p:spPr>
          <a:xfrm>
            <a:off x="2795685"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Mennesket i trafikken</a:t>
            </a:r>
            <a:endParaRPr lang="nb-NO" sz="900" i="1" dirty="0">
              <a:solidFill>
                <a:schemeClr val="tx1"/>
              </a:solidFill>
            </a:endParaRPr>
          </a:p>
        </p:txBody>
      </p:sp>
      <p:sp>
        <p:nvSpPr>
          <p:cNvPr id="16" name="Parallellogram 15">
            <a:hlinkClick r:id="rId19" action="ppaction://hlinksldjump"/>
          </p:cNvPr>
          <p:cNvSpPr/>
          <p:nvPr userDrawn="1"/>
        </p:nvSpPr>
        <p:spPr>
          <a:xfrm>
            <a:off x="4038212"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Øvingskjøring og kjøreerfaring</a:t>
            </a:r>
            <a:endParaRPr lang="nb-NO" sz="900" i="1" dirty="0">
              <a:solidFill>
                <a:schemeClr val="tx1"/>
              </a:solidFill>
            </a:endParaRPr>
          </a:p>
        </p:txBody>
      </p:sp>
      <p:sp>
        <p:nvSpPr>
          <p:cNvPr id="17" name="Parallellogram 16">
            <a:hlinkClick r:id="rId20" action="ppaction://hlinksldjump"/>
          </p:cNvPr>
          <p:cNvSpPr/>
          <p:nvPr userDrawn="1"/>
        </p:nvSpPr>
        <p:spPr>
          <a:xfrm>
            <a:off x="5291332"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Plikter ved trafikkuhell </a:t>
            </a:r>
            <a:endParaRPr lang="nb-NO" sz="900" i="1" dirty="0">
              <a:solidFill>
                <a:schemeClr val="tx1"/>
              </a:solidFill>
            </a:endParaRPr>
          </a:p>
        </p:txBody>
      </p:sp>
      <p:sp>
        <p:nvSpPr>
          <p:cNvPr id="18" name="Parallellogram 17">
            <a:hlinkClick r:id="rId21" action="ppaction://hlinksldjump"/>
          </p:cNvPr>
          <p:cNvSpPr/>
          <p:nvPr userDrawn="1"/>
        </p:nvSpPr>
        <p:spPr>
          <a:xfrm>
            <a:off x="6533859"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Tiltak ved trafikkulykke</a:t>
            </a:r>
            <a:endParaRPr lang="nb-NO" sz="900" i="1" dirty="0">
              <a:solidFill>
                <a:schemeClr val="tx1"/>
              </a:solidFill>
            </a:endParaRPr>
          </a:p>
        </p:txBody>
      </p:sp>
      <p:sp>
        <p:nvSpPr>
          <p:cNvPr id="19" name="Parallellogram 18">
            <a:hlinkClick r:id="rId22" action="ppaction://hlinksldjump"/>
          </p:cNvPr>
          <p:cNvSpPr/>
          <p:nvPr userDrawn="1"/>
        </p:nvSpPr>
        <p:spPr>
          <a:xfrm>
            <a:off x="7786979"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Trafikant i mørket</a:t>
            </a:r>
            <a:endParaRPr lang="nb-NO" sz="900" i="1" dirty="0">
              <a:solidFill>
                <a:schemeClr val="tx1"/>
              </a:solidFill>
            </a:endParaRPr>
          </a:p>
        </p:txBody>
      </p:sp>
      <p:sp>
        <p:nvSpPr>
          <p:cNvPr id="20" name="Rektangel 19"/>
          <p:cNvSpPr/>
          <p:nvPr userDrawn="1"/>
        </p:nvSpPr>
        <p:spPr>
          <a:xfrm>
            <a:off x="48893" y="406347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H</a:t>
            </a:r>
          </a:p>
        </p:txBody>
      </p:sp>
      <p:sp>
        <p:nvSpPr>
          <p:cNvPr id="25" name="Parallellogram 24">
            <a:hlinkClick r:id="rId17"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26" name="Parallellogram 25">
            <a:hlinkClick r:id="rId2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27" name="Parallellogram 26">
            <a:hlinkClick r:id="rId2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28" name="Parallellogram 27">
            <a:hlinkClick r:id="rId2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29" name="Parallellogram 28">
            <a:hlinkClick r:id="rId26" action="ppaction://hlinksldjump"/>
          </p:cNvPr>
          <p:cNvSpPr/>
          <p:nvPr userDrawn="1"/>
        </p:nvSpPr>
        <p:spPr>
          <a:xfrm>
            <a:off x="7469491"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30" name="Parallellogram 29">
            <a:hlinkClick r:id="rId2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31" name="Parallellogram 30">
            <a:hlinkClick r:id="rId2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
        <p:nvSpPr>
          <p:cNvPr id="32" name="Parallellogram 31">
            <a:hlinkClick r:id="rId29" action="ppaction://hlinksldjump"/>
          </p:cNvPr>
          <p:cNvSpPr/>
          <p:nvPr userDrawn="1"/>
        </p:nvSpPr>
        <p:spPr>
          <a:xfrm>
            <a:off x="838771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3</a:t>
            </a:r>
          </a:p>
        </p:txBody>
      </p:sp>
      <p:sp>
        <p:nvSpPr>
          <p:cNvPr id="33" name="Handlingsknapp: gå til Hjem 32">
            <a:hlinkClick r:id="" action="ppaction://hlinkshowjump?jump=firstslide" highlightClick="1"/>
          </p:cNvPr>
          <p:cNvSpPr/>
          <p:nvPr userDrawn="1"/>
        </p:nvSpPr>
        <p:spPr>
          <a:xfrm>
            <a:off x="2792571" y="6148372"/>
            <a:ext cx="504000" cy="517667"/>
          </a:xfrm>
          <a:prstGeom prst="actionButtonHom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4" name="Handlingsknapp: gå tilbake eller til forrige 33">
            <a:hlinkClick r:id="" action="ppaction://hlinkshowjump?jump=previousslide" highlightClick="1"/>
          </p:cNvPr>
          <p:cNvSpPr/>
          <p:nvPr userDrawn="1"/>
        </p:nvSpPr>
        <p:spPr>
          <a:xfrm>
            <a:off x="3366413" y="6148372"/>
            <a:ext cx="504000" cy="517667"/>
          </a:xfrm>
          <a:prstGeom prst="actionButtonBackPrevious">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5" name="Handlingsknapp: gå framover eller til neste 34">
            <a:hlinkClick r:id="" action="ppaction://hlinkshowjump?jump=nextslide" highlightClick="1"/>
          </p:cNvPr>
          <p:cNvSpPr/>
          <p:nvPr userDrawn="1"/>
        </p:nvSpPr>
        <p:spPr>
          <a:xfrm>
            <a:off x="3940255" y="6148372"/>
            <a:ext cx="504000" cy="517667"/>
          </a:xfrm>
          <a:prstGeom prst="actionButtonForwardNex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36" name="Bilde 35" descr="Skjermutklipp">
            <a:hlinkClick r:id="rId30"/>
          </p:cNvPr>
          <p:cNvPicPr>
            <a:picLocks noChangeAspect="1"/>
          </p:cNvPicPr>
          <p:nvPr userDrawn="1"/>
        </p:nvPicPr>
        <p:blipFill>
          <a:blip r:embed="rId31">
            <a:extLst>
              <a:ext uri="{28A0092B-C50C-407E-A947-70E740481C1C}">
                <a14:useLocalDpi xmlns:a14="http://schemas.microsoft.com/office/drawing/2010/main" val="0"/>
              </a:ext>
            </a:extLst>
          </a:blip>
          <a:stretch>
            <a:fillRect/>
          </a:stretch>
        </p:blipFill>
        <p:spPr>
          <a:xfrm>
            <a:off x="4584245" y="6148372"/>
            <a:ext cx="398655" cy="504000"/>
          </a:xfrm>
          <a:prstGeom prst="rect">
            <a:avLst/>
          </a:prstGeom>
        </p:spPr>
      </p:pic>
      <p:pic>
        <p:nvPicPr>
          <p:cNvPr id="37" name="Bilde 36">
            <a:hlinkClick r:id="rId32"/>
          </p:cNvPr>
          <p:cNvPicPr>
            <a:picLocks noChangeAspect="1"/>
          </p:cNvPicPr>
          <p:nvPr userDrawn="1"/>
        </p:nvPicPr>
        <p:blipFill>
          <a:blip r:embed="rId33">
            <a:extLst>
              <a:ext uri="{28A0092B-C50C-407E-A947-70E740481C1C}">
                <a14:useLocalDpi xmlns:a14="http://schemas.microsoft.com/office/drawing/2010/main" val="0"/>
              </a:ext>
            </a:extLst>
          </a:blip>
          <a:stretch>
            <a:fillRect/>
          </a:stretch>
        </p:blipFill>
        <p:spPr>
          <a:xfrm>
            <a:off x="2135560" y="6147796"/>
            <a:ext cx="528384" cy="528384"/>
          </a:xfrm>
          <a:prstGeom prst="rect">
            <a:avLst/>
          </a:prstGeom>
        </p:spPr>
      </p:pic>
    </p:spTree>
    <p:extLst>
      <p:ext uri="{BB962C8B-B14F-4D97-AF65-F5344CB8AC3E}">
        <p14:creationId xmlns:p14="http://schemas.microsoft.com/office/powerpoint/2010/main" val="3647737569"/>
      </p:ext>
    </p:extLst>
  </p:cSld>
  <p:clrMap bg1="lt1" tx1="dk1" bg2="lt2" tx2="dk2" accent1="accent1" accent2="accent2" accent3="accent3" accent4="accent4" accent5="accent5" accent6="accent6" hlink="hlink" folHlink="folHlink"/>
  <p:sldLayoutIdLst>
    <p:sldLayoutId id="2147485672" r:id="rId1"/>
    <p:sldLayoutId id="2147485673" r:id="rId2"/>
    <p:sldLayoutId id="2147485674" r:id="rId3"/>
    <p:sldLayoutId id="2147485675" r:id="rId4"/>
    <p:sldLayoutId id="2147485676" r:id="rId5"/>
    <p:sldLayoutId id="2147485677" r:id="rId6"/>
    <p:sldLayoutId id="2147485678" r:id="rId7"/>
    <p:sldLayoutId id="2147485679" r:id="rId8"/>
    <p:sldLayoutId id="2147485680" r:id="rId9"/>
    <p:sldLayoutId id="2147485681" r:id="rId10"/>
    <p:sldLayoutId id="2147485682"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ittel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b-NO"/>
              <a:t>Klikk for å redigere tittelstil</a:t>
            </a:r>
          </a:p>
        </p:txBody>
      </p:sp>
      <p:sp>
        <p:nvSpPr>
          <p:cNvPr id="3" name="Plassholder for teks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18B0CD-2B52-4AB4-A359-631ED73C3B10}" type="datetime1">
              <a:rPr lang="nb-NO" smtClean="0"/>
              <a:t>27.08.2024</a:t>
            </a:fld>
            <a:endParaRPr lang="nb-NO"/>
          </a:p>
        </p:txBody>
      </p:sp>
      <p:sp>
        <p:nvSpPr>
          <p:cNvPr id="5" name="Plassholder for bunntekst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nb-NO"/>
              <a:t>Control Trafikkskole</a:t>
            </a:r>
          </a:p>
        </p:txBody>
      </p:sp>
      <p:sp>
        <p:nvSpPr>
          <p:cNvPr id="6" name="Plassholder for lysbildenumm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EBBCFE-599B-47F9-B84D-4259C5E2055D}" type="slidenum">
              <a:rPr lang="nb-NO" smtClean="0"/>
              <a:t>‹#›</a:t>
            </a:fld>
            <a:endParaRPr lang="nb-NO"/>
          </a:p>
        </p:txBody>
      </p:sp>
      <p:sp>
        <p:nvSpPr>
          <p:cNvPr id="7" name="Rektangel 6"/>
          <p:cNvSpPr/>
          <p:nvPr userDrawn="1"/>
        </p:nvSpPr>
        <p:spPr>
          <a:xfrm>
            <a:off x="353025" y="2230305"/>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S</a:t>
            </a:r>
          </a:p>
        </p:txBody>
      </p:sp>
      <p:sp>
        <p:nvSpPr>
          <p:cNvPr id="8" name="Rektangel 7"/>
          <p:cNvSpPr/>
          <p:nvPr userDrawn="1"/>
        </p:nvSpPr>
        <p:spPr>
          <a:xfrm>
            <a:off x="262178" y="283839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O</a:t>
            </a:r>
          </a:p>
        </p:txBody>
      </p:sp>
      <p:sp>
        <p:nvSpPr>
          <p:cNvPr id="9" name="Rektangel 8"/>
          <p:cNvSpPr/>
          <p:nvPr userDrawn="1"/>
        </p:nvSpPr>
        <p:spPr>
          <a:xfrm>
            <a:off x="170143" y="3446489"/>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A</a:t>
            </a:r>
          </a:p>
        </p:txBody>
      </p:sp>
      <p:sp>
        <p:nvSpPr>
          <p:cNvPr id="10" name="Parallellogram 9">
            <a:hlinkClick r:id="rId13" action="ppaction://hlinksldjump"/>
          </p:cNvPr>
          <p:cNvSpPr/>
          <p:nvPr userDrawn="1"/>
        </p:nvSpPr>
        <p:spPr>
          <a:xfrm>
            <a:off x="5367340" y="6148372"/>
            <a:ext cx="1511308" cy="518400"/>
          </a:xfrm>
          <a:prstGeom prst="parallelogram">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1</a:t>
            </a:r>
          </a:p>
        </p:txBody>
      </p:sp>
      <p:sp>
        <p:nvSpPr>
          <p:cNvPr id="11" name="Parallellogram 10">
            <a:hlinkClick r:id="rId14" action="ppaction://hlinksldjump"/>
          </p:cNvPr>
          <p:cNvSpPr/>
          <p:nvPr userDrawn="1"/>
        </p:nvSpPr>
        <p:spPr>
          <a:xfrm>
            <a:off x="6877153"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2</a:t>
            </a:r>
          </a:p>
        </p:txBody>
      </p:sp>
      <p:sp>
        <p:nvSpPr>
          <p:cNvPr id="12" name="Parallellogram 11">
            <a:hlinkClick r:id="rId15" action="ppaction://hlinksldjump"/>
          </p:cNvPr>
          <p:cNvSpPr/>
          <p:nvPr userDrawn="1"/>
        </p:nvSpPr>
        <p:spPr>
          <a:xfrm>
            <a:off x="989827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4</a:t>
            </a:r>
          </a:p>
        </p:txBody>
      </p:sp>
      <p:sp>
        <p:nvSpPr>
          <p:cNvPr id="13" name="Parallellogram 12">
            <a:hlinkClick r:id="rId16" action="ppaction://hlinksldjump"/>
          </p:cNvPr>
          <p:cNvSpPr/>
          <p:nvPr userDrawn="1"/>
        </p:nvSpPr>
        <p:spPr>
          <a:xfrm>
            <a:off x="300038"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Trafikk-opplæringen</a:t>
            </a:r>
            <a:endParaRPr lang="nb-NO" sz="900" i="1" dirty="0">
              <a:solidFill>
                <a:schemeClr val="tx1"/>
              </a:solidFill>
            </a:endParaRPr>
          </a:p>
        </p:txBody>
      </p:sp>
      <p:sp>
        <p:nvSpPr>
          <p:cNvPr id="14" name="Parallellogram 13">
            <a:hlinkClick r:id="rId17" action="ppaction://hlinksldjump"/>
          </p:cNvPr>
          <p:cNvSpPr/>
          <p:nvPr userDrawn="1"/>
        </p:nvSpPr>
        <p:spPr>
          <a:xfrm>
            <a:off x="1542565" y="152613"/>
            <a:ext cx="1368000" cy="6840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Trafikk og førerrollen</a:t>
            </a:r>
            <a:endParaRPr lang="nb-NO" sz="900" i="1" dirty="0">
              <a:solidFill>
                <a:schemeClr val="tx1"/>
              </a:solidFill>
            </a:endParaRPr>
          </a:p>
        </p:txBody>
      </p:sp>
      <p:sp>
        <p:nvSpPr>
          <p:cNvPr id="15" name="Parallellogram 14">
            <a:hlinkClick r:id="rId18" action="ppaction://hlinksldjump"/>
          </p:cNvPr>
          <p:cNvSpPr/>
          <p:nvPr userDrawn="1"/>
        </p:nvSpPr>
        <p:spPr>
          <a:xfrm>
            <a:off x="2795685"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Mennesket i trafikken</a:t>
            </a:r>
            <a:endParaRPr lang="nb-NO" sz="900" i="1" dirty="0">
              <a:solidFill>
                <a:schemeClr val="tx1"/>
              </a:solidFill>
            </a:endParaRPr>
          </a:p>
        </p:txBody>
      </p:sp>
      <p:sp>
        <p:nvSpPr>
          <p:cNvPr id="16" name="Parallellogram 15">
            <a:hlinkClick r:id="rId19" action="ppaction://hlinksldjump"/>
          </p:cNvPr>
          <p:cNvSpPr/>
          <p:nvPr userDrawn="1"/>
        </p:nvSpPr>
        <p:spPr>
          <a:xfrm>
            <a:off x="4038212"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Øvingskjøring og kjøreerfaring</a:t>
            </a:r>
            <a:endParaRPr lang="nb-NO" sz="900" i="1" dirty="0">
              <a:solidFill>
                <a:schemeClr val="tx1"/>
              </a:solidFill>
            </a:endParaRPr>
          </a:p>
        </p:txBody>
      </p:sp>
      <p:sp>
        <p:nvSpPr>
          <p:cNvPr id="17" name="Parallellogram 16">
            <a:hlinkClick r:id="rId20" action="ppaction://hlinksldjump"/>
          </p:cNvPr>
          <p:cNvSpPr/>
          <p:nvPr userDrawn="1"/>
        </p:nvSpPr>
        <p:spPr>
          <a:xfrm>
            <a:off x="5291332"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Plikter ved trafikkuhell </a:t>
            </a:r>
            <a:endParaRPr lang="nb-NO" sz="900" i="1" dirty="0">
              <a:solidFill>
                <a:schemeClr val="tx1"/>
              </a:solidFill>
            </a:endParaRPr>
          </a:p>
        </p:txBody>
      </p:sp>
      <p:sp>
        <p:nvSpPr>
          <p:cNvPr id="18" name="Parallellogram 17">
            <a:hlinkClick r:id="rId21" action="ppaction://hlinksldjump"/>
          </p:cNvPr>
          <p:cNvSpPr/>
          <p:nvPr userDrawn="1"/>
        </p:nvSpPr>
        <p:spPr>
          <a:xfrm>
            <a:off x="6533859"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Tiltak ved trafikkulykke</a:t>
            </a:r>
            <a:endParaRPr lang="nb-NO" sz="900" i="1" dirty="0">
              <a:solidFill>
                <a:schemeClr val="tx1"/>
              </a:solidFill>
            </a:endParaRPr>
          </a:p>
        </p:txBody>
      </p:sp>
      <p:sp>
        <p:nvSpPr>
          <p:cNvPr id="19" name="Parallellogram 18">
            <a:hlinkClick r:id="rId22" action="ppaction://hlinksldjump"/>
          </p:cNvPr>
          <p:cNvSpPr/>
          <p:nvPr userDrawn="1"/>
        </p:nvSpPr>
        <p:spPr>
          <a:xfrm>
            <a:off x="7786979"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Trafikant i mørket</a:t>
            </a:r>
            <a:endParaRPr lang="nb-NO" sz="900" i="1" dirty="0">
              <a:solidFill>
                <a:schemeClr val="tx1"/>
              </a:solidFill>
            </a:endParaRPr>
          </a:p>
        </p:txBody>
      </p:sp>
      <p:sp>
        <p:nvSpPr>
          <p:cNvPr id="20" name="Rektangel 19"/>
          <p:cNvSpPr/>
          <p:nvPr userDrawn="1"/>
        </p:nvSpPr>
        <p:spPr>
          <a:xfrm>
            <a:off x="48893" y="406347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H</a:t>
            </a:r>
          </a:p>
        </p:txBody>
      </p:sp>
      <p:sp>
        <p:nvSpPr>
          <p:cNvPr id="25" name="Parallellogram 24">
            <a:hlinkClick r:id="rId17"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26" name="Parallellogram 25">
            <a:hlinkClick r:id="rId2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27" name="Parallellogram 26">
            <a:hlinkClick r:id="rId2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28" name="Parallellogram 27">
            <a:hlinkClick r:id="rId2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29" name="Parallellogram 28">
            <a:hlinkClick r:id="rId26" action="ppaction://hlinksldjump"/>
          </p:cNvPr>
          <p:cNvSpPr/>
          <p:nvPr userDrawn="1"/>
        </p:nvSpPr>
        <p:spPr>
          <a:xfrm>
            <a:off x="7469491"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30" name="Parallellogram 29">
            <a:hlinkClick r:id="rId27" action="ppaction://hlinksldjump"/>
          </p:cNvPr>
          <p:cNvSpPr/>
          <p:nvPr userDrawn="1"/>
        </p:nvSpPr>
        <p:spPr>
          <a:xfrm>
            <a:off x="8979304"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31" name="Parallellogram 30">
            <a:hlinkClick r:id="rId2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
        <p:nvSpPr>
          <p:cNvPr id="32" name="Parallellogram 31">
            <a:hlinkClick r:id="rId29" action="ppaction://hlinksldjump"/>
          </p:cNvPr>
          <p:cNvSpPr/>
          <p:nvPr userDrawn="1"/>
        </p:nvSpPr>
        <p:spPr>
          <a:xfrm>
            <a:off x="838771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3</a:t>
            </a:r>
          </a:p>
        </p:txBody>
      </p:sp>
      <p:sp>
        <p:nvSpPr>
          <p:cNvPr id="33" name="Handlingsknapp: gå til Hjem 32">
            <a:hlinkClick r:id="" action="ppaction://hlinkshowjump?jump=firstslide" highlightClick="1"/>
          </p:cNvPr>
          <p:cNvSpPr/>
          <p:nvPr userDrawn="1"/>
        </p:nvSpPr>
        <p:spPr>
          <a:xfrm>
            <a:off x="2792571" y="6148372"/>
            <a:ext cx="504000" cy="517667"/>
          </a:xfrm>
          <a:prstGeom prst="actionButtonHom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4" name="Handlingsknapp: gå tilbake eller til forrige 33">
            <a:hlinkClick r:id="" action="ppaction://hlinkshowjump?jump=previousslide" highlightClick="1"/>
          </p:cNvPr>
          <p:cNvSpPr/>
          <p:nvPr userDrawn="1"/>
        </p:nvSpPr>
        <p:spPr>
          <a:xfrm>
            <a:off x="3366413" y="6148372"/>
            <a:ext cx="504000" cy="517667"/>
          </a:xfrm>
          <a:prstGeom prst="actionButtonBackPrevious">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5" name="Handlingsknapp: gå framover eller til neste 34">
            <a:hlinkClick r:id="" action="ppaction://hlinkshowjump?jump=nextslide" highlightClick="1"/>
          </p:cNvPr>
          <p:cNvSpPr/>
          <p:nvPr userDrawn="1"/>
        </p:nvSpPr>
        <p:spPr>
          <a:xfrm>
            <a:off x="3940255" y="6148372"/>
            <a:ext cx="504000" cy="517667"/>
          </a:xfrm>
          <a:prstGeom prst="actionButtonForwardNex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36" name="Bilde 35" descr="Skjermutklipp">
            <a:hlinkClick r:id="rId30"/>
          </p:cNvPr>
          <p:cNvPicPr>
            <a:picLocks noChangeAspect="1"/>
          </p:cNvPicPr>
          <p:nvPr userDrawn="1"/>
        </p:nvPicPr>
        <p:blipFill>
          <a:blip r:embed="rId31">
            <a:extLst>
              <a:ext uri="{28A0092B-C50C-407E-A947-70E740481C1C}">
                <a14:useLocalDpi xmlns:a14="http://schemas.microsoft.com/office/drawing/2010/main" val="0"/>
              </a:ext>
            </a:extLst>
          </a:blip>
          <a:stretch>
            <a:fillRect/>
          </a:stretch>
        </p:blipFill>
        <p:spPr>
          <a:xfrm>
            <a:off x="4584245" y="6148372"/>
            <a:ext cx="398655" cy="504000"/>
          </a:xfrm>
          <a:prstGeom prst="rect">
            <a:avLst/>
          </a:prstGeom>
        </p:spPr>
      </p:pic>
      <p:pic>
        <p:nvPicPr>
          <p:cNvPr id="37" name="Bilde 36">
            <a:hlinkClick r:id="rId32"/>
          </p:cNvPr>
          <p:cNvPicPr>
            <a:picLocks noChangeAspect="1"/>
          </p:cNvPicPr>
          <p:nvPr userDrawn="1"/>
        </p:nvPicPr>
        <p:blipFill>
          <a:blip r:embed="rId33">
            <a:extLst>
              <a:ext uri="{28A0092B-C50C-407E-A947-70E740481C1C}">
                <a14:useLocalDpi xmlns:a14="http://schemas.microsoft.com/office/drawing/2010/main" val="0"/>
              </a:ext>
            </a:extLst>
          </a:blip>
          <a:stretch>
            <a:fillRect/>
          </a:stretch>
        </p:blipFill>
        <p:spPr>
          <a:xfrm>
            <a:off x="2135560" y="6147796"/>
            <a:ext cx="528384" cy="528384"/>
          </a:xfrm>
          <a:prstGeom prst="rect">
            <a:avLst/>
          </a:prstGeom>
        </p:spPr>
      </p:pic>
    </p:spTree>
    <p:extLst>
      <p:ext uri="{BB962C8B-B14F-4D97-AF65-F5344CB8AC3E}">
        <p14:creationId xmlns:p14="http://schemas.microsoft.com/office/powerpoint/2010/main" val="1448607054"/>
      </p:ext>
    </p:extLst>
  </p:cSld>
  <p:clrMap bg1="lt1" tx1="dk1" bg2="lt2" tx2="dk2" accent1="accent1" accent2="accent2" accent3="accent3" accent4="accent4" accent5="accent5" accent6="accent6" hlink="hlink" folHlink="folHlink"/>
  <p:sldLayoutIdLst>
    <p:sldLayoutId id="2147485684" r:id="rId1"/>
    <p:sldLayoutId id="2147485685" r:id="rId2"/>
    <p:sldLayoutId id="2147485686" r:id="rId3"/>
    <p:sldLayoutId id="2147485687" r:id="rId4"/>
    <p:sldLayoutId id="2147485688" r:id="rId5"/>
    <p:sldLayoutId id="2147485689" r:id="rId6"/>
    <p:sldLayoutId id="2147485690" r:id="rId7"/>
    <p:sldLayoutId id="2147485691" r:id="rId8"/>
    <p:sldLayoutId id="2147485692" r:id="rId9"/>
    <p:sldLayoutId id="2147485693" r:id="rId10"/>
    <p:sldLayoutId id="2147485694"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ittel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b-NO"/>
              <a:t>Klikk for å redigere tittelstil</a:t>
            </a:r>
          </a:p>
        </p:txBody>
      </p:sp>
      <p:sp>
        <p:nvSpPr>
          <p:cNvPr id="3" name="Plassholder for teks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04E0CA-3E59-4CB9-BFB8-C426EC20E419}" type="datetime1">
              <a:rPr lang="nb-NO" smtClean="0"/>
              <a:t>27.08.2024</a:t>
            </a:fld>
            <a:endParaRPr lang="nb-NO"/>
          </a:p>
        </p:txBody>
      </p:sp>
      <p:sp>
        <p:nvSpPr>
          <p:cNvPr id="5" name="Plassholder for bunntekst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nb-NO"/>
              <a:t>Control Trafikkskole</a:t>
            </a:r>
          </a:p>
        </p:txBody>
      </p:sp>
      <p:sp>
        <p:nvSpPr>
          <p:cNvPr id="6" name="Plassholder for lysbildenumm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EBBCFE-599B-47F9-B84D-4259C5E2055D}" type="slidenum">
              <a:rPr lang="nb-NO" smtClean="0"/>
              <a:t>‹#›</a:t>
            </a:fld>
            <a:endParaRPr lang="nb-NO"/>
          </a:p>
        </p:txBody>
      </p:sp>
      <p:sp>
        <p:nvSpPr>
          <p:cNvPr id="7" name="Rektangel 6"/>
          <p:cNvSpPr/>
          <p:nvPr userDrawn="1"/>
        </p:nvSpPr>
        <p:spPr>
          <a:xfrm>
            <a:off x="353025" y="2230305"/>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S</a:t>
            </a:r>
          </a:p>
        </p:txBody>
      </p:sp>
      <p:sp>
        <p:nvSpPr>
          <p:cNvPr id="8" name="Rektangel 7"/>
          <p:cNvSpPr/>
          <p:nvPr userDrawn="1"/>
        </p:nvSpPr>
        <p:spPr>
          <a:xfrm>
            <a:off x="262178" y="283839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O</a:t>
            </a:r>
          </a:p>
        </p:txBody>
      </p:sp>
      <p:sp>
        <p:nvSpPr>
          <p:cNvPr id="9" name="Rektangel 8"/>
          <p:cNvSpPr/>
          <p:nvPr userDrawn="1"/>
        </p:nvSpPr>
        <p:spPr>
          <a:xfrm>
            <a:off x="170143" y="3446489"/>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A</a:t>
            </a:r>
          </a:p>
        </p:txBody>
      </p:sp>
      <p:sp>
        <p:nvSpPr>
          <p:cNvPr id="10" name="Parallellogram 9">
            <a:hlinkClick r:id="rId13" action="ppaction://hlinksldjump"/>
          </p:cNvPr>
          <p:cNvSpPr/>
          <p:nvPr userDrawn="1"/>
        </p:nvSpPr>
        <p:spPr>
          <a:xfrm>
            <a:off x="5367340" y="6148372"/>
            <a:ext cx="1511308" cy="518400"/>
          </a:xfrm>
          <a:prstGeom prst="parallelogram">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1</a:t>
            </a:r>
          </a:p>
        </p:txBody>
      </p:sp>
      <p:sp>
        <p:nvSpPr>
          <p:cNvPr id="11" name="Parallellogram 10">
            <a:hlinkClick r:id="rId14" action="ppaction://hlinksldjump"/>
          </p:cNvPr>
          <p:cNvSpPr/>
          <p:nvPr userDrawn="1"/>
        </p:nvSpPr>
        <p:spPr>
          <a:xfrm>
            <a:off x="6877153"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2</a:t>
            </a:r>
          </a:p>
        </p:txBody>
      </p:sp>
      <p:sp>
        <p:nvSpPr>
          <p:cNvPr id="12" name="Parallellogram 11">
            <a:hlinkClick r:id="rId15" action="ppaction://hlinksldjump"/>
          </p:cNvPr>
          <p:cNvSpPr/>
          <p:nvPr userDrawn="1"/>
        </p:nvSpPr>
        <p:spPr>
          <a:xfrm>
            <a:off x="989827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4</a:t>
            </a:r>
          </a:p>
        </p:txBody>
      </p:sp>
      <p:sp>
        <p:nvSpPr>
          <p:cNvPr id="13" name="Parallellogram 12">
            <a:hlinkClick r:id="rId16" action="ppaction://hlinksldjump"/>
          </p:cNvPr>
          <p:cNvSpPr/>
          <p:nvPr userDrawn="1"/>
        </p:nvSpPr>
        <p:spPr>
          <a:xfrm>
            <a:off x="300038"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Trafikk-opplæringen</a:t>
            </a:r>
            <a:endParaRPr lang="nb-NO" sz="900" i="1" dirty="0">
              <a:solidFill>
                <a:schemeClr val="tx1"/>
              </a:solidFill>
            </a:endParaRPr>
          </a:p>
        </p:txBody>
      </p:sp>
      <p:sp>
        <p:nvSpPr>
          <p:cNvPr id="14" name="Parallellogram 13">
            <a:hlinkClick r:id="rId17" action="ppaction://hlinksldjump"/>
          </p:cNvPr>
          <p:cNvSpPr/>
          <p:nvPr userDrawn="1"/>
        </p:nvSpPr>
        <p:spPr>
          <a:xfrm>
            <a:off x="1542565" y="152613"/>
            <a:ext cx="1368000" cy="6840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Trafikk og førerrollen</a:t>
            </a:r>
            <a:endParaRPr lang="nb-NO" sz="900" i="1" dirty="0">
              <a:solidFill>
                <a:schemeClr val="tx1"/>
              </a:solidFill>
            </a:endParaRPr>
          </a:p>
        </p:txBody>
      </p:sp>
      <p:sp>
        <p:nvSpPr>
          <p:cNvPr id="15" name="Parallellogram 14">
            <a:hlinkClick r:id="rId18" action="ppaction://hlinksldjump"/>
          </p:cNvPr>
          <p:cNvSpPr/>
          <p:nvPr userDrawn="1"/>
        </p:nvSpPr>
        <p:spPr>
          <a:xfrm>
            <a:off x="2795685"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Mennesket i trafikken</a:t>
            </a:r>
            <a:endParaRPr lang="nb-NO" sz="900" i="1" dirty="0">
              <a:solidFill>
                <a:schemeClr val="tx1"/>
              </a:solidFill>
            </a:endParaRPr>
          </a:p>
        </p:txBody>
      </p:sp>
      <p:sp>
        <p:nvSpPr>
          <p:cNvPr id="16" name="Parallellogram 15">
            <a:hlinkClick r:id="rId19" action="ppaction://hlinksldjump"/>
          </p:cNvPr>
          <p:cNvSpPr/>
          <p:nvPr userDrawn="1"/>
        </p:nvSpPr>
        <p:spPr>
          <a:xfrm>
            <a:off x="4038212"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Øvingskjøring og kjøreerfaring</a:t>
            </a:r>
            <a:endParaRPr lang="nb-NO" sz="900" i="1" dirty="0">
              <a:solidFill>
                <a:schemeClr val="tx1"/>
              </a:solidFill>
            </a:endParaRPr>
          </a:p>
        </p:txBody>
      </p:sp>
      <p:sp>
        <p:nvSpPr>
          <p:cNvPr id="17" name="Parallellogram 16">
            <a:hlinkClick r:id="rId20" action="ppaction://hlinksldjump"/>
          </p:cNvPr>
          <p:cNvSpPr/>
          <p:nvPr userDrawn="1"/>
        </p:nvSpPr>
        <p:spPr>
          <a:xfrm>
            <a:off x="5291332"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Plikter ved trafikkuhell </a:t>
            </a:r>
            <a:endParaRPr lang="nb-NO" sz="900" i="1" dirty="0">
              <a:solidFill>
                <a:schemeClr val="tx1"/>
              </a:solidFill>
            </a:endParaRPr>
          </a:p>
        </p:txBody>
      </p:sp>
      <p:sp>
        <p:nvSpPr>
          <p:cNvPr id="18" name="Parallellogram 17">
            <a:hlinkClick r:id="rId21" action="ppaction://hlinksldjump"/>
          </p:cNvPr>
          <p:cNvSpPr/>
          <p:nvPr userDrawn="1"/>
        </p:nvSpPr>
        <p:spPr>
          <a:xfrm>
            <a:off x="6533859"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Tiltak ved trafikkulykke</a:t>
            </a:r>
            <a:endParaRPr lang="nb-NO" sz="900" i="1" dirty="0">
              <a:solidFill>
                <a:schemeClr val="tx1"/>
              </a:solidFill>
            </a:endParaRPr>
          </a:p>
        </p:txBody>
      </p:sp>
      <p:sp>
        <p:nvSpPr>
          <p:cNvPr id="19" name="Parallellogram 18">
            <a:hlinkClick r:id="rId22" action="ppaction://hlinksldjump"/>
          </p:cNvPr>
          <p:cNvSpPr/>
          <p:nvPr userDrawn="1"/>
        </p:nvSpPr>
        <p:spPr>
          <a:xfrm>
            <a:off x="7786979"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Trafikant i mørket</a:t>
            </a:r>
            <a:endParaRPr lang="nb-NO" sz="900" i="1" dirty="0">
              <a:solidFill>
                <a:schemeClr val="tx1"/>
              </a:solidFill>
            </a:endParaRPr>
          </a:p>
        </p:txBody>
      </p:sp>
      <p:sp>
        <p:nvSpPr>
          <p:cNvPr id="20" name="Rektangel 19"/>
          <p:cNvSpPr/>
          <p:nvPr userDrawn="1"/>
        </p:nvSpPr>
        <p:spPr>
          <a:xfrm>
            <a:off x="48893" y="406347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H</a:t>
            </a:r>
          </a:p>
        </p:txBody>
      </p:sp>
      <p:sp>
        <p:nvSpPr>
          <p:cNvPr id="25" name="Parallellogram 24">
            <a:hlinkClick r:id="rId17"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26" name="Parallellogram 25">
            <a:hlinkClick r:id="rId2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27" name="Parallellogram 26">
            <a:hlinkClick r:id="rId2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28" name="Parallellogram 27">
            <a:hlinkClick r:id="rId2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29" name="Parallellogram 28">
            <a:hlinkClick r:id="rId26" action="ppaction://hlinksldjump"/>
          </p:cNvPr>
          <p:cNvSpPr/>
          <p:nvPr userDrawn="1"/>
        </p:nvSpPr>
        <p:spPr>
          <a:xfrm>
            <a:off x="7469491"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30" name="Parallellogram 29">
            <a:hlinkClick r:id="rId27" action="ppaction://hlinksldjump"/>
          </p:cNvPr>
          <p:cNvSpPr/>
          <p:nvPr userDrawn="1"/>
        </p:nvSpPr>
        <p:spPr>
          <a:xfrm>
            <a:off x="897930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31" name="Parallellogram 30">
            <a:hlinkClick r:id="rId28" action="ppaction://hlinksldjump"/>
          </p:cNvPr>
          <p:cNvSpPr/>
          <p:nvPr userDrawn="1"/>
        </p:nvSpPr>
        <p:spPr>
          <a:xfrm>
            <a:off x="10489865"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
        <p:nvSpPr>
          <p:cNvPr id="32" name="Parallellogram 31">
            <a:hlinkClick r:id="rId29" action="ppaction://hlinksldjump"/>
          </p:cNvPr>
          <p:cNvSpPr/>
          <p:nvPr userDrawn="1"/>
        </p:nvSpPr>
        <p:spPr>
          <a:xfrm>
            <a:off x="838771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3</a:t>
            </a:r>
          </a:p>
        </p:txBody>
      </p:sp>
      <p:sp>
        <p:nvSpPr>
          <p:cNvPr id="33" name="Handlingsknapp: gå til Hjem 32">
            <a:hlinkClick r:id="" action="ppaction://hlinkshowjump?jump=firstslide" highlightClick="1"/>
          </p:cNvPr>
          <p:cNvSpPr/>
          <p:nvPr userDrawn="1"/>
        </p:nvSpPr>
        <p:spPr>
          <a:xfrm>
            <a:off x="2792571" y="6148372"/>
            <a:ext cx="504000" cy="517667"/>
          </a:xfrm>
          <a:prstGeom prst="actionButtonHom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4" name="Handlingsknapp: gå tilbake eller til forrige 33">
            <a:hlinkClick r:id="" action="ppaction://hlinkshowjump?jump=previousslide" highlightClick="1"/>
          </p:cNvPr>
          <p:cNvSpPr/>
          <p:nvPr userDrawn="1"/>
        </p:nvSpPr>
        <p:spPr>
          <a:xfrm>
            <a:off x="3366413" y="6148372"/>
            <a:ext cx="504000" cy="517667"/>
          </a:xfrm>
          <a:prstGeom prst="actionButtonBackPrevious">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5" name="Handlingsknapp: gå framover eller til neste 34">
            <a:hlinkClick r:id="" action="ppaction://hlinkshowjump?jump=nextslide" highlightClick="1"/>
          </p:cNvPr>
          <p:cNvSpPr/>
          <p:nvPr userDrawn="1"/>
        </p:nvSpPr>
        <p:spPr>
          <a:xfrm>
            <a:off x="3940255" y="6148372"/>
            <a:ext cx="504000" cy="517667"/>
          </a:xfrm>
          <a:prstGeom prst="actionButtonForwardNex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36" name="Bilde 35" descr="Skjermutklipp">
            <a:hlinkClick r:id="rId30"/>
          </p:cNvPr>
          <p:cNvPicPr>
            <a:picLocks noChangeAspect="1"/>
          </p:cNvPicPr>
          <p:nvPr userDrawn="1"/>
        </p:nvPicPr>
        <p:blipFill>
          <a:blip r:embed="rId31">
            <a:extLst>
              <a:ext uri="{28A0092B-C50C-407E-A947-70E740481C1C}">
                <a14:useLocalDpi xmlns:a14="http://schemas.microsoft.com/office/drawing/2010/main" val="0"/>
              </a:ext>
            </a:extLst>
          </a:blip>
          <a:stretch>
            <a:fillRect/>
          </a:stretch>
        </p:blipFill>
        <p:spPr>
          <a:xfrm>
            <a:off x="4584245" y="6148372"/>
            <a:ext cx="398655" cy="504000"/>
          </a:xfrm>
          <a:prstGeom prst="rect">
            <a:avLst/>
          </a:prstGeom>
        </p:spPr>
      </p:pic>
      <p:pic>
        <p:nvPicPr>
          <p:cNvPr id="37" name="Bilde 36">
            <a:hlinkClick r:id="rId32"/>
          </p:cNvPr>
          <p:cNvPicPr>
            <a:picLocks noChangeAspect="1"/>
          </p:cNvPicPr>
          <p:nvPr userDrawn="1"/>
        </p:nvPicPr>
        <p:blipFill>
          <a:blip r:embed="rId33">
            <a:extLst>
              <a:ext uri="{28A0092B-C50C-407E-A947-70E740481C1C}">
                <a14:useLocalDpi xmlns:a14="http://schemas.microsoft.com/office/drawing/2010/main" val="0"/>
              </a:ext>
            </a:extLst>
          </a:blip>
          <a:stretch>
            <a:fillRect/>
          </a:stretch>
        </p:blipFill>
        <p:spPr>
          <a:xfrm>
            <a:off x="2135560" y="6147796"/>
            <a:ext cx="528384" cy="528384"/>
          </a:xfrm>
          <a:prstGeom prst="rect">
            <a:avLst/>
          </a:prstGeom>
        </p:spPr>
      </p:pic>
    </p:spTree>
    <p:extLst>
      <p:ext uri="{BB962C8B-B14F-4D97-AF65-F5344CB8AC3E}">
        <p14:creationId xmlns:p14="http://schemas.microsoft.com/office/powerpoint/2010/main" val="1935426531"/>
      </p:ext>
    </p:extLst>
  </p:cSld>
  <p:clrMap bg1="lt1" tx1="dk1" bg2="lt2" tx2="dk2" accent1="accent1" accent2="accent2" accent3="accent3" accent4="accent4" accent5="accent5" accent6="accent6" hlink="hlink" folHlink="folHlink"/>
  <p:sldLayoutIdLst>
    <p:sldLayoutId id="2147485696" r:id="rId1"/>
    <p:sldLayoutId id="2147485697" r:id="rId2"/>
    <p:sldLayoutId id="2147485698" r:id="rId3"/>
    <p:sldLayoutId id="2147485699" r:id="rId4"/>
    <p:sldLayoutId id="2147485700" r:id="rId5"/>
    <p:sldLayoutId id="2147485701" r:id="rId6"/>
    <p:sldLayoutId id="2147485702" r:id="rId7"/>
    <p:sldLayoutId id="2147485703" r:id="rId8"/>
    <p:sldLayoutId id="2147485704" r:id="rId9"/>
    <p:sldLayoutId id="2147485705" r:id="rId10"/>
    <p:sldLayoutId id="2147485706"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ittel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b-NO"/>
              <a:t>Klikk for å redigere tittelstil</a:t>
            </a:r>
          </a:p>
        </p:txBody>
      </p:sp>
      <p:sp>
        <p:nvSpPr>
          <p:cNvPr id="3" name="Plassholder for teks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B443946-9F06-4032-BE6B-EEB46C18EF6A}" type="datetime1">
              <a:rPr lang="nb-NO" smtClean="0"/>
              <a:t>27.08.2024</a:t>
            </a:fld>
            <a:endParaRPr lang="nb-NO"/>
          </a:p>
        </p:txBody>
      </p:sp>
      <p:sp>
        <p:nvSpPr>
          <p:cNvPr id="5" name="Plassholder for bunntekst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nb-NO"/>
              <a:t>Control Trafikkskole</a:t>
            </a:r>
          </a:p>
        </p:txBody>
      </p:sp>
      <p:sp>
        <p:nvSpPr>
          <p:cNvPr id="6" name="Plassholder for lysbildenumm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EBBCFE-599B-47F9-B84D-4259C5E2055D}" type="slidenum">
              <a:rPr lang="nb-NO" smtClean="0"/>
              <a:t>‹#›</a:t>
            </a:fld>
            <a:endParaRPr lang="nb-NO"/>
          </a:p>
        </p:txBody>
      </p:sp>
      <p:sp>
        <p:nvSpPr>
          <p:cNvPr id="7" name="Rektangel 6"/>
          <p:cNvSpPr/>
          <p:nvPr userDrawn="1"/>
        </p:nvSpPr>
        <p:spPr>
          <a:xfrm>
            <a:off x="353025" y="2230305"/>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S</a:t>
            </a:r>
          </a:p>
        </p:txBody>
      </p:sp>
      <p:sp>
        <p:nvSpPr>
          <p:cNvPr id="8" name="Rektangel 7"/>
          <p:cNvSpPr/>
          <p:nvPr userDrawn="1"/>
        </p:nvSpPr>
        <p:spPr>
          <a:xfrm>
            <a:off x="262178" y="283839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O</a:t>
            </a:r>
          </a:p>
        </p:txBody>
      </p:sp>
      <p:sp>
        <p:nvSpPr>
          <p:cNvPr id="9" name="Rektangel 8"/>
          <p:cNvSpPr/>
          <p:nvPr userDrawn="1"/>
        </p:nvSpPr>
        <p:spPr>
          <a:xfrm>
            <a:off x="170143" y="3446489"/>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A</a:t>
            </a:r>
          </a:p>
        </p:txBody>
      </p:sp>
      <p:sp>
        <p:nvSpPr>
          <p:cNvPr id="10" name="Parallellogram 9">
            <a:hlinkClick r:id="rId13" action="ppaction://hlinksldjump"/>
          </p:cNvPr>
          <p:cNvSpPr/>
          <p:nvPr userDrawn="1"/>
        </p:nvSpPr>
        <p:spPr>
          <a:xfrm>
            <a:off x="5367340" y="6148372"/>
            <a:ext cx="1511308" cy="518400"/>
          </a:xfrm>
          <a:prstGeom prst="parallelogram">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1</a:t>
            </a:r>
          </a:p>
        </p:txBody>
      </p:sp>
      <p:sp>
        <p:nvSpPr>
          <p:cNvPr id="11" name="Parallellogram 10">
            <a:hlinkClick r:id="rId14" action="ppaction://hlinksldjump"/>
          </p:cNvPr>
          <p:cNvSpPr/>
          <p:nvPr userDrawn="1"/>
        </p:nvSpPr>
        <p:spPr>
          <a:xfrm>
            <a:off x="6877153"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2</a:t>
            </a:r>
          </a:p>
        </p:txBody>
      </p:sp>
      <p:sp>
        <p:nvSpPr>
          <p:cNvPr id="12" name="Parallellogram 11">
            <a:hlinkClick r:id="rId15" action="ppaction://hlinksldjump"/>
          </p:cNvPr>
          <p:cNvSpPr/>
          <p:nvPr userDrawn="1"/>
        </p:nvSpPr>
        <p:spPr>
          <a:xfrm>
            <a:off x="989827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4</a:t>
            </a:r>
          </a:p>
        </p:txBody>
      </p:sp>
      <p:sp>
        <p:nvSpPr>
          <p:cNvPr id="13" name="Parallellogram 12">
            <a:hlinkClick r:id="rId16" action="ppaction://hlinksldjump"/>
          </p:cNvPr>
          <p:cNvSpPr/>
          <p:nvPr userDrawn="1"/>
        </p:nvSpPr>
        <p:spPr>
          <a:xfrm>
            <a:off x="300038"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Trafikk-opplæringen</a:t>
            </a:r>
            <a:endParaRPr lang="nb-NO" sz="900" i="1" dirty="0">
              <a:solidFill>
                <a:schemeClr val="tx1"/>
              </a:solidFill>
            </a:endParaRPr>
          </a:p>
        </p:txBody>
      </p:sp>
      <p:sp>
        <p:nvSpPr>
          <p:cNvPr id="14" name="Parallellogram 13">
            <a:hlinkClick r:id="rId17" action="ppaction://hlinksldjump"/>
          </p:cNvPr>
          <p:cNvSpPr/>
          <p:nvPr userDrawn="1"/>
        </p:nvSpPr>
        <p:spPr>
          <a:xfrm>
            <a:off x="1542565"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Trafikk og førerrollen</a:t>
            </a:r>
            <a:endParaRPr lang="nb-NO" sz="900" i="1" dirty="0">
              <a:solidFill>
                <a:schemeClr val="tx1"/>
              </a:solidFill>
            </a:endParaRPr>
          </a:p>
        </p:txBody>
      </p:sp>
      <p:sp>
        <p:nvSpPr>
          <p:cNvPr id="15" name="Parallellogram 14">
            <a:hlinkClick r:id="rId18" action="ppaction://hlinksldjump"/>
          </p:cNvPr>
          <p:cNvSpPr/>
          <p:nvPr userDrawn="1"/>
        </p:nvSpPr>
        <p:spPr>
          <a:xfrm>
            <a:off x="2795685" y="152613"/>
            <a:ext cx="1368000" cy="6840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Mennesket i trafikken</a:t>
            </a:r>
            <a:endParaRPr lang="nb-NO" sz="900" i="1" dirty="0">
              <a:solidFill>
                <a:schemeClr val="tx1"/>
              </a:solidFill>
            </a:endParaRPr>
          </a:p>
        </p:txBody>
      </p:sp>
      <p:sp>
        <p:nvSpPr>
          <p:cNvPr id="16" name="Parallellogram 15">
            <a:hlinkClick r:id="rId19" action="ppaction://hlinksldjump"/>
          </p:cNvPr>
          <p:cNvSpPr/>
          <p:nvPr userDrawn="1"/>
        </p:nvSpPr>
        <p:spPr>
          <a:xfrm>
            <a:off x="4038212"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Øvingskjøring og kjøreerfaring</a:t>
            </a:r>
            <a:endParaRPr lang="nb-NO" sz="900" i="1" dirty="0">
              <a:solidFill>
                <a:schemeClr val="tx1"/>
              </a:solidFill>
            </a:endParaRPr>
          </a:p>
        </p:txBody>
      </p:sp>
      <p:sp>
        <p:nvSpPr>
          <p:cNvPr id="17" name="Parallellogram 16">
            <a:hlinkClick r:id="rId20" action="ppaction://hlinksldjump"/>
          </p:cNvPr>
          <p:cNvSpPr/>
          <p:nvPr userDrawn="1"/>
        </p:nvSpPr>
        <p:spPr>
          <a:xfrm>
            <a:off x="5291332"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Plikter ved trafikkuhell </a:t>
            </a:r>
            <a:endParaRPr lang="nb-NO" sz="900" i="1" dirty="0">
              <a:solidFill>
                <a:schemeClr val="tx1"/>
              </a:solidFill>
            </a:endParaRPr>
          </a:p>
        </p:txBody>
      </p:sp>
      <p:sp>
        <p:nvSpPr>
          <p:cNvPr id="18" name="Parallellogram 17">
            <a:hlinkClick r:id="rId21" action="ppaction://hlinksldjump"/>
          </p:cNvPr>
          <p:cNvSpPr/>
          <p:nvPr userDrawn="1"/>
        </p:nvSpPr>
        <p:spPr>
          <a:xfrm>
            <a:off x="6533859"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Tiltak ved trafikkulykke</a:t>
            </a:r>
            <a:endParaRPr lang="nb-NO" sz="900" i="1" dirty="0">
              <a:solidFill>
                <a:schemeClr val="tx1"/>
              </a:solidFill>
            </a:endParaRPr>
          </a:p>
        </p:txBody>
      </p:sp>
      <p:sp>
        <p:nvSpPr>
          <p:cNvPr id="19" name="Parallellogram 18">
            <a:hlinkClick r:id="rId22" action="ppaction://hlinksldjump"/>
          </p:cNvPr>
          <p:cNvSpPr/>
          <p:nvPr userDrawn="1"/>
        </p:nvSpPr>
        <p:spPr>
          <a:xfrm>
            <a:off x="7786979"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Trafikant i mørket</a:t>
            </a:r>
            <a:endParaRPr lang="nb-NO" sz="900" i="1" dirty="0">
              <a:solidFill>
                <a:schemeClr val="tx1"/>
              </a:solidFill>
            </a:endParaRPr>
          </a:p>
        </p:txBody>
      </p:sp>
      <p:sp>
        <p:nvSpPr>
          <p:cNvPr id="20" name="Rektangel 19"/>
          <p:cNvSpPr/>
          <p:nvPr userDrawn="1"/>
        </p:nvSpPr>
        <p:spPr>
          <a:xfrm>
            <a:off x="48893" y="406347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H</a:t>
            </a:r>
          </a:p>
        </p:txBody>
      </p:sp>
      <p:sp>
        <p:nvSpPr>
          <p:cNvPr id="25" name="Parallellogram 24">
            <a:hlinkClick r:id="rId18" action="ppaction://hlinksldjump"/>
          </p:cNvPr>
          <p:cNvSpPr/>
          <p:nvPr userDrawn="1"/>
        </p:nvSpPr>
        <p:spPr>
          <a:xfrm>
            <a:off x="1428744"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26" name="Parallellogram 25">
            <a:hlinkClick r:id="rId2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27" name="Parallellogram 26">
            <a:hlinkClick r:id="rId2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28" name="Parallellogram 27">
            <a:hlinkClick r:id="rId2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29" name="Parallellogram 28">
            <a:hlinkClick r:id="rId2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30" name="Parallellogram 29">
            <a:hlinkClick r:id="rId2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31" name="Parallellogram 30">
            <a:hlinkClick r:id="rId2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
        <p:nvSpPr>
          <p:cNvPr id="32" name="Parallellogram 31">
            <a:hlinkClick r:id="rId29" action="ppaction://hlinksldjump"/>
          </p:cNvPr>
          <p:cNvSpPr/>
          <p:nvPr userDrawn="1"/>
        </p:nvSpPr>
        <p:spPr>
          <a:xfrm>
            <a:off x="838771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3</a:t>
            </a:r>
          </a:p>
        </p:txBody>
      </p:sp>
      <p:sp>
        <p:nvSpPr>
          <p:cNvPr id="33" name="Handlingsknapp: gå til Hjem 32">
            <a:hlinkClick r:id="" action="ppaction://hlinkshowjump?jump=firstslide" highlightClick="1"/>
          </p:cNvPr>
          <p:cNvSpPr/>
          <p:nvPr userDrawn="1"/>
        </p:nvSpPr>
        <p:spPr>
          <a:xfrm>
            <a:off x="2792571" y="6148372"/>
            <a:ext cx="504000" cy="517667"/>
          </a:xfrm>
          <a:prstGeom prst="actionButtonHom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4" name="Handlingsknapp: gå tilbake eller til forrige 33">
            <a:hlinkClick r:id="" action="ppaction://hlinkshowjump?jump=previousslide" highlightClick="1"/>
          </p:cNvPr>
          <p:cNvSpPr/>
          <p:nvPr userDrawn="1"/>
        </p:nvSpPr>
        <p:spPr>
          <a:xfrm>
            <a:off x="3366413" y="6148372"/>
            <a:ext cx="504000" cy="517667"/>
          </a:xfrm>
          <a:prstGeom prst="actionButtonBackPrevious">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5" name="Handlingsknapp: gå framover eller til neste 34">
            <a:hlinkClick r:id="" action="ppaction://hlinkshowjump?jump=nextslide" highlightClick="1"/>
          </p:cNvPr>
          <p:cNvSpPr/>
          <p:nvPr userDrawn="1"/>
        </p:nvSpPr>
        <p:spPr>
          <a:xfrm>
            <a:off x="3940255" y="6148372"/>
            <a:ext cx="504000" cy="517667"/>
          </a:xfrm>
          <a:prstGeom prst="actionButtonForwardNex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36" name="Bilde 35" descr="Skjermutklipp">
            <a:hlinkClick r:id="rId30"/>
          </p:cNvPr>
          <p:cNvPicPr>
            <a:picLocks noChangeAspect="1"/>
          </p:cNvPicPr>
          <p:nvPr userDrawn="1"/>
        </p:nvPicPr>
        <p:blipFill>
          <a:blip r:embed="rId31">
            <a:extLst>
              <a:ext uri="{28A0092B-C50C-407E-A947-70E740481C1C}">
                <a14:useLocalDpi xmlns:a14="http://schemas.microsoft.com/office/drawing/2010/main" val="0"/>
              </a:ext>
            </a:extLst>
          </a:blip>
          <a:stretch>
            <a:fillRect/>
          </a:stretch>
        </p:blipFill>
        <p:spPr>
          <a:xfrm>
            <a:off x="4584245" y="6148372"/>
            <a:ext cx="398655" cy="504000"/>
          </a:xfrm>
          <a:prstGeom prst="rect">
            <a:avLst/>
          </a:prstGeom>
        </p:spPr>
      </p:pic>
      <p:pic>
        <p:nvPicPr>
          <p:cNvPr id="37" name="Bilde 36">
            <a:hlinkClick r:id="rId32"/>
          </p:cNvPr>
          <p:cNvPicPr>
            <a:picLocks noChangeAspect="1"/>
          </p:cNvPicPr>
          <p:nvPr userDrawn="1"/>
        </p:nvPicPr>
        <p:blipFill>
          <a:blip r:embed="rId33">
            <a:extLst>
              <a:ext uri="{28A0092B-C50C-407E-A947-70E740481C1C}">
                <a14:useLocalDpi xmlns:a14="http://schemas.microsoft.com/office/drawing/2010/main" val="0"/>
              </a:ext>
            </a:extLst>
          </a:blip>
          <a:stretch>
            <a:fillRect/>
          </a:stretch>
        </p:blipFill>
        <p:spPr>
          <a:xfrm>
            <a:off x="2135560" y="6147796"/>
            <a:ext cx="528384" cy="528384"/>
          </a:xfrm>
          <a:prstGeom prst="rect">
            <a:avLst/>
          </a:prstGeom>
        </p:spPr>
      </p:pic>
    </p:spTree>
    <p:extLst>
      <p:ext uri="{BB962C8B-B14F-4D97-AF65-F5344CB8AC3E}">
        <p14:creationId xmlns:p14="http://schemas.microsoft.com/office/powerpoint/2010/main" val="3507277941"/>
      </p:ext>
    </p:extLst>
  </p:cSld>
  <p:clrMap bg1="lt1" tx1="dk1" bg2="lt2" tx2="dk2" accent1="accent1" accent2="accent2" accent3="accent3" accent4="accent4" accent5="accent5" accent6="accent6" hlink="hlink" folHlink="folHlink"/>
  <p:sldLayoutIdLst>
    <p:sldLayoutId id="2147485708" r:id="rId1"/>
    <p:sldLayoutId id="2147485709" r:id="rId2"/>
    <p:sldLayoutId id="2147485710" r:id="rId3"/>
    <p:sldLayoutId id="2147485711" r:id="rId4"/>
    <p:sldLayoutId id="2147485712" r:id="rId5"/>
    <p:sldLayoutId id="2147485713" r:id="rId6"/>
    <p:sldLayoutId id="2147485714" r:id="rId7"/>
    <p:sldLayoutId id="2147485715" r:id="rId8"/>
    <p:sldLayoutId id="2147485716" r:id="rId9"/>
    <p:sldLayoutId id="2147485717" r:id="rId10"/>
    <p:sldLayoutId id="2147485718"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ittel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b-NO"/>
              <a:t>Klikk for å redigere tittelstil</a:t>
            </a:r>
          </a:p>
        </p:txBody>
      </p:sp>
      <p:sp>
        <p:nvSpPr>
          <p:cNvPr id="3" name="Plassholder for teks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792CD6A-70B0-4618-92AF-9674F516C615}" type="datetime1">
              <a:rPr lang="nb-NO" smtClean="0"/>
              <a:t>27.08.2024</a:t>
            </a:fld>
            <a:endParaRPr lang="nb-NO"/>
          </a:p>
        </p:txBody>
      </p:sp>
      <p:sp>
        <p:nvSpPr>
          <p:cNvPr id="5" name="Plassholder for bunntekst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nb-NO"/>
              <a:t>Control Trafikkskole</a:t>
            </a:r>
          </a:p>
        </p:txBody>
      </p:sp>
      <p:sp>
        <p:nvSpPr>
          <p:cNvPr id="6" name="Plassholder for lysbildenumm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EBBCFE-599B-47F9-B84D-4259C5E2055D}" type="slidenum">
              <a:rPr lang="nb-NO" smtClean="0"/>
              <a:t>‹#›</a:t>
            </a:fld>
            <a:endParaRPr lang="nb-NO"/>
          </a:p>
        </p:txBody>
      </p:sp>
      <p:sp>
        <p:nvSpPr>
          <p:cNvPr id="7" name="Rektangel 6"/>
          <p:cNvSpPr/>
          <p:nvPr userDrawn="1"/>
        </p:nvSpPr>
        <p:spPr>
          <a:xfrm>
            <a:off x="353025" y="2230305"/>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S</a:t>
            </a:r>
          </a:p>
        </p:txBody>
      </p:sp>
      <p:sp>
        <p:nvSpPr>
          <p:cNvPr id="8" name="Rektangel 7"/>
          <p:cNvSpPr/>
          <p:nvPr userDrawn="1"/>
        </p:nvSpPr>
        <p:spPr>
          <a:xfrm>
            <a:off x="262178" y="283839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O</a:t>
            </a:r>
          </a:p>
        </p:txBody>
      </p:sp>
      <p:sp>
        <p:nvSpPr>
          <p:cNvPr id="9" name="Rektangel 8"/>
          <p:cNvSpPr/>
          <p:nvPr userDrawn="1"/>
        </p:nvSpPr>
        <p:spPr>
          <a:xfrm>
            <a:off x="170143" y="3446489"/>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A</a:t>
            </a:r>
          </a:p>
        </p:txBody>
      </p:sp>
      <p:sp>
        <p:nvSpPr>
          <p:cNvPr id="10" name="Parallellogram 9">
            <a:hlinkClick r:id="rId13" action="ppaction://hlinksldjump"/>
          </p:cNvPr>
          <p:cNvSpPr/>
          <p:nvPr userDrawn="1"/>
        </p:nvSpPr>
        <p:spPr>
          <a:xfrm>
            <a:off x="5367340" y="6148372"/>
            <a:ext cx="1511308" cy="518400"/>
          </a:xfrm>
          <a:prstGeom prst="parallelogram">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1</a:t>
            </a:r>
          </a:p>
        </p:txBody>
      </p:sp>
      <p:sp>
        <p:nvSpPr>
          <p:cNvPr id="11" name="Parallellogram 10">
            <a:hlinkClick r:id="rId14" action="ppaction://hlinksldjump"/>
          </p:cNvPr>
          <p:cNvSpPr/>
          <p:nvPr userDrawn="1"/>
        </p:nvSpPr>
        <p:spPr>
          <a:xfrm>
            <a:off x="6877153"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2</a:t>
            </a:r>
          </a:p>
        </p:txBody>
      </p:sp>
      <p:sp>
        <p:nvSpPr>
          <p:cNvPr id="12" name="Parallellogram 11">
            <a:hlinkClick r:id="rId15" action="ppaction://hlinksldjump"/>
          </p:cNvPr>
          <p:cNvSpPr/>
          <p:nvPr userDrawn="1"/>
        </p:nvSpPr>
        <p:spPr>
          <a:xfrm>
            <a:off x="989827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4</a:t>
            </a:r>
          </a:p>
        </p:txBody>
      </p:sp>
      <p:sp>
        <p:nvSpPr>
          <p:cNvPr id="13" name="Parallellogram 12">
            <a:hlinkClick r:id="rId16" action="ppaction://hlinksldjump"/>
          </p:cNvPr>
          <p:cNvSpPr/>
          <p:nvPr userDrawn="1"/>
        </p:nvSpPr>
        <p:spPr>
          <a:xfrm>
            <a:off x="300038"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Trafikk-opplæringen</a:t>
            </a:r>
            <a:endParaRPr lang="nb-NO" sz="900" i="1" dirty="0">
              <a:solidFill>
                <a:schemeClr val="tx1"/>
              </a:solidFill>
            </a:endParaRPr>
          </a:p>
        </p:txBody>
      </p:sp>
      <p:sp>
        <p:nvSpPr>
          <p:cNvPr id="14" name="Parallellogram 13">
            <a:hlinkClick r:id="rId17" action="ppaction://hlinksldjump"/>
          </p:cNvPr>
          <p:cNvSpPr/>
          <p:nvPr userDrawn="1"/>
        </p:nvSpPr>
        <p:spPr>
          <a:xfrm>
            <a:off x="1542565"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Trafikk og førerrollen</a:t>
            </a:r>
            <a:endParaRPr lang="nb-NO" sz="900" i="1" dirty="0">
              <a:solidFill>
                <a:schemeClr val="tx1"/>
              </a:solidFill>
            </a:endParaRPr>
          </a:p>
        </p:txBody>
      </p:sp>
      <p:sp>
        <p:nvSpPr>
          <p:cNvPr id="15" name="Parallellogram 14">
            <a:hlinkClick r:id="rId18" action="ppaction://hlinksldjump"/>
          </p:cNvPr>
          <p:cNvSpPr/>
          <p:nvPr userDrawn="1"/>
        </p:nvSpPr>
        <p:spPr>
          <a:xfrm>
            <a:off x="2795685" y="152613"/>
            <a:ext cx="1368000" cy="6840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Mennesket i trafikken</a:t>
            </a:r>
            <a:endParaRPr lang="nb-NO" sz="900" i="1" dirty="0">
              <a:solidFill>
                <a:schemeClr val="tx1"/>
              </a:solidFill>
            </a:endParaRPr>
          </a:p>
        </p:txBody>
      </p:sp>
      <p:sp>
        <p:nvSpPr>
          <p:cNvPr id="16" name="Parallellogram 15">
            <a:hlinkClick r:id="rId19" action="ppaction://hlinksldjump"/>
          </p:cNvPr>
          <p:cNvSpPr/>
          <p:nvPr userDrawn="1"/>
        </p:nvSpPr>
        <p:spPr>
          <a:xfrm>
            <a:off x="4038212"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Øvingskjøring og kjøreerfaring</a:t>
            </a:r>
            <a:endParaRPr lang="nb-NO" sz="900" i="1" dirty="0">
              <a:solidFill>
                <a:schemeClr val="tx1"/>
              </a:solidFill>
            </a:endParaRPr>
          </a:p>
        </p:txBody>
      </p:sp>
      <p:sp>
        <p:nvSpPr>
          <p:cNvPr id="17" name="Parallellogram 16">
            <a:hlinkClick r:id="rId20" action="ppaction://hlinksldjump"/>
          </p:cNvPr>
          <p:cNvSpPr/>
          <p:nvPr userDrawn="1"/>
        </p:nvSpPr>
        <p:spPr>
          <a:xfrm>
            <a:off x="5291332"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Plikter ved trafikkuhell </a:t>
            </a:r>
            <a:endParaRPr lang="nb-NO" sz="900" i="1" dirty="0">
              <a:solidFill>
                <a:schemeClr val="tx1"/>
              </a:solidFill>
            </a:endParaRPr>
          </a:p>
        </p:txBody>
      </p:sp>
      <p:sp>
        <p:nvSpPr>
          <p:cNvPr id="18" name="Parallellogram 17">
            <a:hlinkClick r:id="rId21" action="ppaction://hlinksldjump"/>
          </p:cNvPr>
          <p:cNvSpPr/>
          <p:nvPr userDrawn="1"/>
        </p:nvSpPr>
        <p:spPr>
          <a:xfrm>
            <a:off x="6533859"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Tiltak ved trafikkulykke</a:t>
            </a:r>
            <a:endParaRPr lang="nb-NO" sz="900" i="1" dirty="0">
              <a:solidFill>
                <a:schemeClr val="tx1"/>
              </a:solidFill>
            </a:endParaRPr>
          </a:p>
        </p:txBody>
      </p:sp>
      <p:sp>
        <p:nvSpPr>
          <p:cNvPr id="19" name="Parallellogram 18">
            <a:hlinkClick r:id="rId22" action="ppaction://hlinksldjump"/>
          </p:cNvPr>
          <p:cNvSpPr/>
          <p:nvPr userDrawn="1"/>
        </p:nvSpPr>
        <p:spPr>
          <a:xfrm>
            <a:off x="7786979"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Trafikant i mørket</a:t>
            </a:r>
            <a:endParaRPr lang="nb-NO" sz="900" i="1" dirty="0">
              <a:solidFill>
                <a:schemeClr val="tx1"/>
              </a:solidFill>
            </a:endParaRPr>
          </a:p>
        </p:txBody>
      </p:sp>
      <p:sp>
        <p:nvSpPr>
          <p:cNvPr id="20" name="Rektangel 19"/>
          <p:cNvSpPr/>
          <p:nvPr userDrawn="1"/>
        </p:nvSpPr>
        <p:spPr>
          <a:xfrm>
            <a:off x="48893" y="406347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H</a:t>
            </a:r>
          </a:p>
        </p:txBody>
      </p:sp>
      <p:sp>
        <p:nvSpPr>
          <p:cNvPr id="25" name="Parallellogram 24">
            <a:hlinkClick r:id="rId18"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26" name="Parallellogram 25">
            <a:hlinkClick r:id="rId23" action="ppaction://hlinksldjump"/>
          </p:cNvPr>
          <p:cNvSpPr/>
          <p:nvPr userDrawn="1"/>
        </p:nvSpPr>
        <p:spPr>
          <a:xfrm>
            <a:off x="2938557"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27" name="Parallellogram 26">
            <a:hlinkClick r:id="rId24" action="ppaction://hlinksldjump"/>
          </p:cNvPr>
          <p:cNvSpPr/>
          <p:nvPr userDrawn="1"/>
        </p:nvSpPr>
        <p:spPr>
          <a:xfrm>
            <a:off x="444911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28" name="Parallellogram 27">
            <a:hlinkClick r:id="rId2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29" name="Parallellogram 28">
            <a:hlinkClick r:id="rId2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30" name="Parallellogram 29">
            <a:hlinkClick r:id="rId2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31" name="Parallellogram 30">
            <a:hlinkClick r:id="rId2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
        <p:nvSpPr>
          <p:cNvPr id="32" name="Parallellogram 31">
            <a:hlinkClick r:id="rId29" action="ppaction://hlinksldjump"/>
          </p:cNvPr>
          <p:cNvSpPr/>
          <p:nvPr userDrawn="1"/>
        </p:nvSpPr>
        <p:spPr>
          <a:xfrm>
            <a:off x="838771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3</a:t>
            </a:r>
          </a:p>
        </p:txBody>
      </p:sp>
      <p:sp>
        <p:nvSpPr>
          <p:cNvPr id="33" name="Handlingsknapp: gå til Hjem 32">
            <a:hlinkClick r:id="" action="ppaction://hlinkshowjump?jump=firstslide" highlightClick="1"/>
          </p:cNvPr>
          <p:cNvSpPr/>
          <p:nvPr userDrawn="1"/>
        </p:nvSpPr>
        <p:spPr>
          <a:xfrm>
            <a:off x="2792571" y="6148372"/>
            <a:ext cx="504000" cy="517667"/>
          </a:xfrm>
          <a:prstGeom prst="actionButtonHom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4" name="Handlingsknapp: gå tilbake eller til forrige 33">
            <a:hlinkClick r:id="" action="ppaction://hlinkshowjump?jump=previousslide" highlightClick="1"/>
          </p:cNvPr>
          <p:cNvSpPr/>
          <p:nvPr userDrawn="1"/>
        </p:nvSpPr>
        <p:spPr>
          <a:xfrm>
            <a:off x="3366413" y="6148372"/>
            <a:ext cx="504000" cy="517667"/>
          </a:xfrm>
          <a:prstGeom prst="actionButtonBackPrevious">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5" name="Handlingsknapp: gå framover eller til neste 34">
            <a:hlinkClick r:id="" action="ppaction://hlinkshowjump?jump=nextslide" highlightClick="1"/>
          </p:cNvPr>
          <p:cNvSpPr/>
          <p:nvPr userDrawn="1"/>
        </p:nvSpPr>
        <p:spPr>
          <a:xfrm>
            <a:off x="3940255" y="6148372"/>
            <a:ext cx="504000" cy="517667"/>
          </a:xfrm>
          <a:prstGeom prst="actionButtonForwardNex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36" name="Bilde 35" descr="Skjermutklipp">
            <a:hlinkClick r:id="rId30"/>
          </p:cNvPr>
          <p:cNvPicPr>
            <a:picLocks noChangeAspect="1"/>
          </p:cNvPicPr>
          <p:nvPr userDrawn="1"/>
        </p:nvPicPr>
        <p:blipFill>
          <a:blip r:embed="rId31">
            <a:extLst>
              <a:ext uri="{28A0092B-C50C-407E-A947-70E740481C1C}">
                <a14:useLocalDpi xmlns:a14="http://schemas.microsoft.com/office/drawing/2010/main" val="0"/>
              </a:ext>
            </a:extLst>
          </a:blip>
          <a:stretch>
            <a:fillRect/>
          </a:stretch>
        </p:blipFill>
        <p:spPr>
          <a:xfrm>
            <a:off x="4584245" y="6148372"/>
            <a:ext cx="398655" cy="504000"/>
          </a:xfrm>
          <a:prstGeom prst="rect">
            <a:avLst/>
          </a:prstGeom>
        </p:spPr>
      </p:pic>
      <p:pic>
        <p:nvPicPr>
          <p:cNvPr id="37" name="Bilde 36">
            <a:hlinkClick r:id="rId32"/>
          </p:cNvPr>
          <p:cNvPicPr>
            <a:picLocks noChangeAspect="1"/>
          </p:cNvPicPr>
          <p:nvPr userDrawn="1"/>
        </p:nvPicPr>
        <p:blipFill>
          <a:blip r:embed="rId33">
            <a:extLst>
              <a:ext uri="{28A0092B-C50C-407E-A947-70E740481C1C}">
                <a14:useLocalDpi xmlns:a14="http://schemas.microsoft.com/office/drawing/2010/main" val="0"/>
              </a:ext>
            </a:extLst>
          </a:blip>
          <a:stretch>
            <a:fillRect/>
          </a:stretch>
        </p:blipFill>
        <p:spPr>
          <a:xfrm>
            <a:off x="2135560" y="6147796"/>
            <a:ext cx="528384" cy="528384"/>
          </a:xfrm>
          <a:prstGeom prst="rect">
            <a:avLst/>
          </a:prstGeom>
        </p:spPr>
      </p:pic>
    </p:spTree>
    <p:extLst>
      <p:ext uri="{BB962C8B-B14F-4D97-AF65-F5344CB8AC3E}">
        <p14:creationId xmlns:p14="http://schemas.microsoft.com/office/powerpoint/2010/main" val="2454047562"/>
      </p:ext>
    </p:extLst>
  </p:cSld>
  <p:clrMap bg1="lt1" tx1="dk1" bg2="lt2" tx2="dk2" accent1="accent1" accent2="accent2" accent3="accent3" accent4="accent4" accent5="accent5" accent6="accent6" hlink="hlink" folHlink="folHlink"/>
  <p:sldLayoutIdLst>
    <p:sldLayoutId id="2147485720" r:id="rId1"/>
    <p:sldLayoutId id="2147485721" r:id="rId2"/>
    <p:sldLayoutId id="2147485722" r:id="rId3"/>
    <p:sldLayoutId id="2147485723" r:id="rId4"/>
    <p:sldLayoutId id="2147485724" r:id="rId5"/>
    <p:sldLayoutId id="2147485725" r:id="rId6"/>
    <p:sldLayoutId id="2147485726" r:id="rId7"/>
    <p:sldLayoutId id="2147485727" r:id="rId8"/>
    <p:sldLayoutId id="2147485728" r:id="rId9"/>
    <p:sldLayoutId id="2147485729" r:id="rId10"/>
    <p:sldLayoutId id="2147485730"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ittel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b-NO"/>
              <a:t>Klikk for å redigere tittelstil</a:t>
            </a:r>
          </a:p>
        </p:txBody>
      </p:sp>
      <p:sp>
        <p:nvSpPr>
          <p:cNvPr id="3" name="Plassholder for teks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3AAD7DA-9226-452A-8C91-93E7D2C38AAB}" type="datetime1">
              <a:rPr lang="nb-NO" smtClean="0"/>
              <a:t>27.08.2024</a:t>
            </a:fld>
            <a:endParaRPr lang="nb-NO"/>
          </a:p>
        </p:txBody>
      </p:sp>
      <p:sp>
        <p:nvSpPr>
          <p:cNvPr id="5" name="Plassholder for bunntekst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nb-NO"/>
              <a:t>Control Trafikkskole</a:t>
            </a:r>
          </a:p>
        </p:txBody>
      </p:sp>
      <p:sp>
        <p:nvSpPr>
          <p:cNvPr id="6" name="Plassholder for lysbildenumm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EBBCFE-599B-47F9-B84D-4259C5E2055D}" type="slidenum">
              <a:rPr lang="nb-NO" smtClean="0"/>
              <a:t>‹#›</a:t>
            </a:fld>
            <a:endParaRPr lang="nb-NO"/>
          </a:p>
        </p:txBody>
      </p:sp>
      <p:sp>
        <p:nvSpPr>
          <p:cNvPr id="7" name="Rektangel 6"/>
          <p:cNvSpPr/>
          <p:nvPr userDrawn="1"/>
        </p:nvSpPr>
        <p:spPr>
          <a:xfrm>
            <a:off x="353025" y="2230305"/>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S</a:t>
            </a:r>
          </a:p>
        </p:txBody>
      </p:sp>
      <p:sp>
        <p:nvSpPr>
          <p:cNvPr id="8" name="Rektangel 7"/>
          <p:cNvSpPr/>
          <p:nvPr userDrawn="1"/>
        </p:nvSpPr>
        <p:spPr>
          <a:xfrm>
            <a:off x="262178" y="283839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O</a:t>
            </a:r>
          </a:p>
        </p:txBody>
      </p:sp>
      <p:sp>
        <p:nvSpPr>
          <p:cNvPr id="9" name="Rektangel 8"/>
          <p:cNvSpPr/>
          <p:nvPr userDrawn="1"/>
        </p:nvSpPr>
        <p:spPr>
          <a:xfrm>
            <a:off x="170143" y="3446489"/>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A</a:t>
            </a:r>
          </a:p>
        </p:txBody>
      </p:sp>
      <p:sp>
        <p:nvSpPr>
          <p:cNvPr id="10" name="Parallellogram 9">
            <a:hlinkClick r:id="rId13" action="ppaction://hlinksldjump"/>
          </p:cNvPr>
          <p:cNvSpPr/>
          <p:nvPr userDrawn="1"/>
        </p:nvSpPr>
        <p:spPr>
          <a:xfrm>
            <a:off x="5367340" y="6148372"/>
            <a:ext cx="1511308" cy="518400"/>
          </a:xfrm>
          <a:prstGeom prst="parallelogram">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1</a:t>
            </a:r>
          </a:p>
        </p:txBody>
      </p:sp>
      <p:sp>
        <p:nvSpPr>
          <p:cNvPr id="11" name="Parallellogram 10">
            <a:hlinkClick r:id="rId14" action="ppaction://hlinksldjump"/>
          </p:cNvPr>
          <p:cNvSpPr/>
          <p:nvPr userDrawn="1"/>
        </p:nvSpPr>
        <p:spPr>
          <a:xfrm>
            <a:off x="6877153"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2</a:t>
            </a:r>
          </a:p>
        </p:txBody>
      </p:sp>
      <p:sp>
        <p:nvSpPr>
          <p:cNvPr id="12" name="Parallellogram 11">
            <a:hlinkClick r:id="rId15" action="ppaction://hlinksldjump"/>
          </p:cNvPr>
          <p:cNvSpPr/>
          <p:nvPr userDrawn="1"/>
        </p:nvSpPr>
        <p:spPr>
          <a:xfrm>
            <a:off x="989827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4</a:t>
            </a:r>
          </a:p>
        </p:txBody>
      </p:sp>
      <p:sp>
        <p:nvSpPr>
          <p:cNvPr id="13" name="Parallellogram 12">
            <a:hlinkClick r:id="rId16" action="ppaction://hlinksldjump"/>
          </p:cNvPr>
          <p:cNvSpPr/>
          <p:nvPr userDrawn="1"/>
        </p:nvSpPr>
        <p:spPr>
          <a:xfrm>
            <a:off x="300038"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Trafikk-opplæringen</a:t>
            </a:r>
            <a:endParaRPr lang="nb-NO" sz="900" i="1" dirty="0">
              <a:solidFill>
                <a:schemeClr val="tx1"/>
              </a:solidFill>
            </a:endParaRPr>
          </a:p>
        </p:txBody>
      </p:sp>
      <p:sp>
        <p:nvSpPr>
          <p:cNvPr id="14" name="Parallellogram 13">
            <a:hlinkClick r:id="rId17" action="ppaction://hlinksldjump"/>
          </p:cNvPr>
          <p:cNvSpPr/>
          <p:nvPr userDrawn="1"/>
        </p:nvSpPr>
        <p:spPr>
          <a:xfrm>
            <a:off x="1542565"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Trafikk og førerrollen</a:t>
            </a:r>
            <a:endParaRPr lang="nb-NO" sz="900" i="1" dirty="0">
              <a:solidFill>
                <a:schemeClr val="tx1"/>
              </a:solidFill>
            </a:endParaRPr>
          </a:p>
        </p:txBody>
      </p:sp>
      <p:sp>
        <p:nvSpPr>
          <p:cNvPr id="15" name="Parallellogram 14">
            <a:hlinkClick r:id="rId18" action="ppaction://hlinksldjump"/>
          </p:cNvPr>
          <p:cNvSpPr/>
          <p:nvPr userDrawn="1"/>
        </p:nvSpPr>
        <p:spPr>
          <a:xfrm>
            <a:off x="2795685" y="152613"/>
            <a:ext cx="1368000" cy="6840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Mennesket i trafikken</a:t>
            </a:r>
            <a:endParaRPr lang="nb-NO" sz="900" i="1" dirty="0">
              <a:solidFill>
                <a:schemeClr val="tx1"/>
              </a:solidFill>
            </a:endParaRPr>
          </a:p>
        </p:txBody>
      </p:sp>
      <p:sp>
        <p:nvSpPr>
          <p:cNvPr id="16" name="Parallellogram 15">
            <a:hlinkClick r:id="rId19" action="ppaction://hlinksldjump"/>
          </p:cNvPr>
          <p:cNvSpPr/>
          <p:nvPr userDrawn="1"/>
        </p:nvSpPr>
        <p:spPr>
          <a:xfrm>
            <a:off x="4038212"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Øvingskjøring og kjøreerfaring</a:t>
            </a:r>
            <a:endParaRPr lang="nb-NO" sz="900" i="1" dirty="0">
              <a:solidFill>
                <a:schemeClr val="tx1"/>
              </a:solidFill>
            </a:endParaRPr>
          </a:p>
        </p:txBody>
      </p:sp>
      <p:sp>
        <p:nvSpPr>
          <p:cNvPr id="17" name="Parallellogram 16">
            <a:hlinkClick r:id="rId20" action="ppaction://hlinksldjump"/>
          </p:cNvPr>
          <p:cNvSpPr/>
          <p:nvPr userDrawn="1"/>
        </p:nvSpPr>
        <p:spPr>
          <a:xfrm>
            <a:off x="5291332"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Plikter ved trafikkuhell </a:t>
            </a:r>
            <a:endParaRPr lang="nb-NO" sz="900" i="1" dirty="0">
              <a:solidFill>
                <a:schemeClr val="tx1"/>
              </a:solidFill>
            </a:endParaRPr>
          </a:p>
        </p:txBody>
      </p:sp>
      <p:sp>
        <p:nvSpPr>
          <p:cNvPr id="18" name="Parallellogram 17">
            <a:hlinkClick r:id="rId21" action="ppaction://hlinksldjump"/>
          </p:cNvPr>
          <p:cNvSpPr/>
          <p:nvPr userDrawn="1"/>
        </p:nvSpPr>
        <p:spPr>
          <a:xfrm>
            <a:off x="6533859"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Tiltak ved trafikkulykke</a:t>
            </a:r>
            <a:endParaRPr lang="nb-NO" sz="900" i="1" dirty="0">
              <a:solidFill>
                <a:schemeClr val="tx1"/>
              </a:solidFill>
            </a:endParaRPr>
          </a:p>
        </p:txBody>
      </p:sp>
      <p:sp>
        <p:nvSpPr>
          <p:cNvPr id="19" name="Parallellogram 18">
            <a:hlinkClick r:id="rId22" action="ppaction://hlinksldjump"/>
          </p:cNvPr>
          <p:cNvSpPr/>
          <p:nvPr userDrawn="1"/>
        </p:nvSpPr>
        <p:spPr>
          <a:xfrm>
            <a:off x="7786979"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Trafikant i mørket</a:t>
            </a:r>
            <a:endParaRPr lang="nb-NO" sz="900" i="1" dirty="0">
              <a:solidFill>
                <a:schemeClr val="tx1"/>
              </a:solidFill>
            </a:endParaRPr>
          </a:p>
        </p:txBody>
      </p:sp>
      <p:sp>
        <p:nvSpPr>
          <p:cNvPr id="20" name="Rektangel 19"/>
          <p:cNvSpPr/>
          <p:nvPr userDrawn="1"/>
        </p:nvSpPr>
        <p:spPr>
          <a:xfrm>
            <a:off x="48893" y="406347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H</a:t>
            </a:r>
          </a:p>
        </p:txBody>
      </p:sp>
      <p:sp>
        <p:nvSpPr>
          <p:cNvPr id="25" name="Parallellogram 24">
            <a:hlinkClick r:id="rId18"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26" name="Parallellogram 25">
            <a:hlinkClick r:id="rId2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27" name="Parallellogram 26">
            <a:hlinkClick r:id="rId24" action="ppaction://hlinksldjump"/>
          </p:cNvPr>
          <p:cNvSpPr/>
          <p:nvPr userDrawn="1"/>
        </p:nvSpPr>
        <p:spPr>
          <a:xfrm>
            <a:off x="4449118"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28" name="Parallellogram 27">
            <a:hlinkClick r:id="rId25" action="ppaction://hlinksldjump"/>
          </p:cNvPr>
          <p:cNvSpPr/>
          <p:nvPr userDrawn="1"/>
        </p:nvSpPr>
        <p:spPr>
          <a:xfrm>
            <a:off x="5959678"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29" name="Parallellogram 28">
            <a:hlinkClick r:id="rId2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30" name="Parallellogram 29">
            <a:hlinkClick r:id="rId2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31" name="Parallellogram 30">
            <a:hlinkClick r:id="rId2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
        <p:nvSpPr>
          <p:cNvPr id="32" name="Parallellogram 31">
            <a:hlinkClick r:id="rId29" action="ppaction://hlinksldjump"/>
          </p:cNvPr>
          <p:cNvSpPr/>
          <p:nvPr userDrawn="1"/>
        </p:nvSpPr>
        <p:spPr>
          <a:xfrm>
            <a:off x="838771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3</a:t>
            </a:r>
          </a:p>
        </p:txBody>
      </p:sp>
      <p:sp>
        <p:nvSpPr>
          <p:cNvPr id="33" name="Handlingsknapp: gå til Hjem 32">
            <a:hlinkClick r:id="" action="ppaction://hlinkshowjump?jump=firstslide" highlightClick="1"/>
          </p:cNvPr>
          <p:cNvSpPr/>
          <p:nvPr userDrawn="1"/>
        </p:nvSpPr>
        <p:spPr>
          <a:xfrm>
            <a:off x="2792571" y="6148372"/>
            <a:ext cx="504000" cy="517667"/>
          </a:xfrm>
          <a:prstGeom prst="actionButtonHom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4" name="Handlingsknapp: gå tilbake eller til forrige 33">
            <a:hlinkClick r:id="" action="ppaction://hlinkshowjump?jump=previousslide" highlightClick="1"/>
          </p:cNvPr>
          <p:cNvSpPr/>
          <p:nvPr userDrawn="1"/>
        </p:nvSpPr>
        <p:spPr>
          <a:xfrm>
            <a:off x="3366413" y="6148372"/>
            <a:ext cx="504000" cy="517667"/>
          </a:xfrm>
          <a:prstGeom prst="actionButtonBackPrevious">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5" name="Handlingsknapp: gå framover eller til neste 34">
            <a:hlinkClick r:id="" action="ppaction://hlinkshowjump?jump=nextslide" highlightClick="1"/>
          </p:cNvPr>
          <p:cNvSpPr/>
          <p:nvPr userDrawn="1"/>
        </p:nvSpPr>
        <p:spPr>
          <a:xfrm>
            <a:off x="3940255" y="6148372"/>
            <a:ext cx="504000" cy="517667"/>
          </a:xfrm>
          <a:prstGeom prst="actionButtonForwardNex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36" name="Bilde 35" descr="Skjermutklipp">
            <a:hlinkClick r:id="rId30"/>
          </p:cNvPr>
          <p:cNvPicPr>
            <a:picLocks noChangeAspect="1"/>
          </p:cNvPicPr>
          <p:nvPr userDrawn="1"/>
        </p:nvPicPr>
        <p:blipFill>
          <a:blip r:embed="rId31">
            <a:extLst>
              <a:ext uri="{28A0092B-C50C-407E-A947-70E740481C1C}">
                <a14:useLocalDpi xmlns:a14="http://schemas.microsoft.com/office/drawing/2010/main" val="0"/>
              </a:ext>
            </a:extLst>
          </a:blip>
          <a:stretch>
            <a:fillRect/>
          </a:stretch>
        </p:blipFill>
        <p:spPr>
          <a:xfrm>
            <a:off x="4584245" y="6148372"/>
            <a:ext cx="398655" cy="504000"/>
          </a:xfrm>
          <a:prstGeom prst="rect">
            <a:avLst/>
          </a:prstGeom>
        </p:spPr>
      </p:pic>
      <p:pic>
        <p:nvPicPr>
          <p:cNvPr id="37" name="Bilde 36">
            <a:hlinkClick r:id="rId32"/>
          </p:cNvPr>
          <p:cNvPicPr>
            <a:picLocks noChangeAspect="1"/>
          </p:cNvPicPr>
          <p:nvPr userDrawn="1"/>
        </p:nvPicPr>
        <p:blipFill>
          <a:blip r:embed="rId33">
            <a:extLst>
              <a:ext uri="{28A0092B-C50C-407E-A947-70E740481C1C}">
                <a14:useLocalDpi xmlns:a14="http://schemas.microsoft.com/office/drawing/2010/main" val="0"/>
              </a:ext>
            </a:extLst>
          </a:blip>
          <a:stretch>
            <a:fillRect/>
          </a:stretch>
        </p:blipFill>
        <p:spPr>
          <a:xfrm>
            <a:off x="2135560" y="6147796"/>
            <a:ext cx="528384" cy="528384"/>
          </a:xfrm>
          <a:prstGeom prst="rect">
            <a:avLst/>
          </a:prstGeom>
        </p:spPr>
      </p:pic>
    </p:spTree>
    <p:extLst>
      <p:ext uri="{BB962C8B-B14F-4D97-AF65-F5344CB8AC3E}">
        <p14:creationId xmlns:p14="http://schemas.microsoft.com/office/powerpoint/2010/main" val="3023027190"/>
      </p:ext>
    </p:extLst>
  </p:cSld>
  <p:clrMap bg1="lt1" tx1="dk1" bg2="lt2" tx2="dk2" accent1="accent1" accent2="accent2" accent3="accent3" accent4="accent4" accent5="accent5" accent6="accent6" hlink="hlink" folHlink="folHlink"/>
  <p:sldLayoutIdLst>
    <p:sldLayoutId id="2147485732" r:id="rId1"/>
    <p:sldLayoutId id="2147485733" r:id="rId2"/>
    <p:sldLayoutId id="2147485734" r:id="rId3"/>
    <p:sldLayoutId id="2147485735" r:id="rId4"/>
    <p:sldLayoutId id="2147485736" r:id="rId5"/>
    <p:sldLayoutId id="2147485737" r:id="rId6"/>
    <p:sldLayoutId id="2147485738" r:id="rId7"/>
    <p:sldLayoutId id="2147485739" r:id="rId8"/>
    <p:sldLayoutId id="2147485740" r:id="rId9"/>
    <p:sldLayoutId id="2147485741" r:id="rId10"/>
    <p:sldLayoutId id="2147485742"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ittel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b-NO"/>
              <a:t>Klikk for å redigere tittelstil</a:t>
            </a:r>
          </a:p>
        </p:txBody>
      </p:sp>
      <p:sp>
        <p:nvSpPr>
          <p:cNvPr id="3" name="Plassholder for teks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8D2C70B-9663-4D2A-B066-33CBAA6B6DAB}" type="datetime1">
              <a:rPr lang="nb-NO" smtClean="0"/>
              <a:t>27.08.2024</a:t>
            </a:fld>
            <a:endParaRPr lang="nb-NO"/>
          </a:p>
        </p:txBody>
      </p:sp>
      <p:sp>
        <p:nvSpPr>
          <p:cNvPr id="5" name="Plassholder for bunntekst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nb-NO"/>
              <a:t>Control Trafikkskole</a:t>
            </a:r>
          </a:p>
        </p:txBody>
      </p:sp>
      <p:sp>
        <p:nvSpPr>
          <p:cNvPr id="6" name="Plassholder for lysbildenumm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EBBCFE-599B-47F9-B84D-4259C5E2055D}" type="slidenum">
              <a:rPr lang="nb-NO" smtClean="0"/>
              <a:t>‹#›</a:t>
            </a:fld>
            <a:endParaRPr lang="nb-NO"/>
          </a:p>
        </p:txBody>
      </p:sp>
      <p:sp>
        <p:nvSpPr>
          <p:cNvPr id="7" name="Rektangel 6"/>
          <p:cNvSpPr/>
          <p:nvPr userDrawn="1"/>
        </p:nvSpPr>
        <p:spPr>
          <a:xfrm>
            <a:off x="353025" y="2230305"/>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S</a:t>
            </a:r>
          </a:p>
        </p:txBody>
      </p:sp>
      <p:sp>
        <p:nvSpPr>
          <p:cNvPr id="8" name="Rektangel 7"/>
          <p:cNvSpPr/>
          <p:nvPr userDrawn="1"/>
        </p:nvSpPr>
        <p:spPr>
          <a:xfrm>
            <a:off x="262178" y="283839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O</a:t>
            </a:r>
          </a:p>
        </p:txBody>
      </p:sp>
      <p:sp>
        <p:nvSpPr>
          <p:cNvPr id="9" name="Rektangel 8"/>
          <p:cNvSpPr/>
          <p:nvPr userDrawn="1"/>
        </p:nvSpPr>
        <p:spPr>
          <a:xfrm>
            <a:off x="170143" y="3446489"/>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A</a:t>
            </a:r>
          </a:p>
        </p:txBody>
      </p:sp>
      <p:sp>
        <p:nvSpPr>
          <p:cNvPr id="10" name="Parallellogram 9">
            <a:hlinkClick r:id="rId13" action="ppaction://hlinksldjump"/>
          </p:cNvPr>
          <p:cNvSpPr/>
          <p:nvPr userDrawn="1"/>
        </p:nvSpPr>
        <p:spPr>
          <a:xfrm>
            <a:off x="5367340" y="6148372"/>
            <a:ext cx="1511308" cy="518400"/>
          </a:xfrm>
          <a:prstGeom prst="parallelogram">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1</a:t>
            </a:r>
          </a:p>
        </p:txBody>
      </p:sp>
      <p:sp>
        <p:nvSpPr>
          <p:cNvPr id="11" name="Parallellogram 10">
            <a:hlinkClick r:id="rId14" action="ppaction://hlinksldjump"/>
          </p:cNvPr>
          <p:cNvSpPr/>
          <p:nvPr userDrawn="1"/>
        </p:nvSpPr>
        <p:spPr>
          <a:xfrm>
            <a:off x="6877153"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2</a:t>
            </a:r>
          </a:p>
        </p:txBody>
      </p:sp>
      <p:sp>
        <p:nvSpPr>
          <p:cNvPr id="12" name="Parallellogram 11">
            <a:hlinkClick r:id="rId15" action="ppaction://hlinksldjump"/>
          </p:cNvPr>
          <p:cNvSpPr/>
          <p:nvPr userDrawn="1"/>
        </p:nvSpPr>
        <p:spPr>
          <a:xfrm>
            <a:off x="989827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4</a:t>
            </a:r>
          </a:p>
        </p:txBody>
      </p:sp>
      <p:sp>
        <p:nvSpPr>
          <p:cNvPr id="13" name="Parallellogram 12">
            <a:hlinkClick r:id="rId16" action="ppaction://hlinksldjump"/>
          </p:cNvPr>
          <p:cNvSpPr/>
          <p:nvPr userDrawn="1"/>
        </p:nvSpPr>
        <p:spPr>
          <a:xfrm>
            <a:off x="300038"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Trafikk-opplæringen</a:t>
            </a:r>
            <a:endParaRPr lang="nb-NO" sz="900" i="1" dirty="0">
              <a:solidFill>
                <a:schemeClr val="tx1"/>
              </a:solidFill>
            </a:endParaRPr>
          </a:p>
        </p:txBody>
      </p:sp>
      <p:sp>
        <p:nvSpPr>
          <p:cNvPr id="14" name="Parallellogram 13">
            <a:hlinkClick r:id="rId17" action="ppaction://hlinksldjump"/>
          </p:cNvPr>
          <p:cNvSpPr/>
          <p:nvPr userDrawn="1"/>
        </p:nvSpPr>
        <p:spPr>
          <a:xfrm>
            <a:off x="1542565"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Trafikk og førerrollen</a:t>
            </a:r>
            <a:endParaRPr lang="nb-NO" sz="900" i="1" dirty="0">
              <a:solidFill>
                <a:schemeClr val="tx1"/>
              </a:solidFill>
            </a:endParaRPr>
          </a:p>
        </p:txBody>
      </p:sp>
      <p:sp>
        <p:nvSpPr>
          <p:cNvPr id="15" name="Parallellogram 14">
            <a:hlinkClick r:id="rId18" action="ppaction://hlinksldjump"/>
          </p:cNvPr>
          <p:cNvSpPr/>
          <p:nvPr userDrawn="1"/>
        </p:nvSpPr>
        <p:spPr>
          <a:xfrm>
            <a:off x="2795685" y="152613"/>
            <a:ext cx="1368000" cy="6840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Mennesket i trafikken</a:t>
            </a:r>
            <a:endParaRPr lang="nb-NO" sz="900" i="1" dirty="0">
              <a:solidFill>
                <a:schemeClr val="tx1"/>
              </a:solidFill>
            </a:endParaRPr>
          </a:p>
        </p:txBody>
      </p:sp>
      <p:sp>
        <p:nvSpPr>
          <p:cNvPr id="16" name="Parallellogram 15">
            <a:hlinkClick r:id="rId19" action="ppaction://hlinksldjump"/>
          </p:cNvPr>
          <p:cNvSpPr/>
          <p:nvPr userDrawn="1"/>
        </p:nvSpPr>
        <p:spPr>
          <a:xfrm>
            <a:off x="4038212"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Øvingskjøring og kjøreerfaring</a:t>
            </a:r>
            <a:endParaRPr lang="nb-NO" sz="900" i="1" dirty="0">
              <a:solidFill>
                <a:schemeClr val="tx1"/>
              </a:solidFill>
            </a:endParaRPr>
          </a:p>
        </p:txBody>
      </p:sp>
      <p:sp>
        <p:nvSpPr>
          <p:cNvPr id="17" name="Parallellogram 16">
            <a:hlinkClick r:id="rId20" action="ppaction://hlinksldjump"/>
          </p:cNvPr>
          <p:cNvSpPr/>
          <p:nvPr userDrawn="1"/>
        </p:nvSpPr>
        <p:spPr>
          <a:xfrm>
            <a:off x="5291332"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Plikter ved trafikkuhell </a:t>
            </a:r>
            <a:endParaRPr lang="nb-NO" sz="900" i="1" dirty="0">
              <a:solidFill>
                <a:schemeClr val="tx1"/>
              </a:solidFill>
            </a:endParaRPr>
          </a:p>
        </p:txBody>
      </p:sp>
      <p:sp>
        <p:nvSpPr>
          <p:cNvPr id="18" name="Parallellogram 17">
            <a:hlinkClick r:id="rId21" action="ppaction://hlinksldjump"/>
          </p:cNvPr>
          <p:cNvSpPr/>
          <p:nvPr userDrawn="1"/>
        </p:nvSpPr>
        <p:spPr>
          <a:xfrm>
            <a:off x="6533859"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Tiltak ved trafikkulykke</a:t>
            </a:r>
            <a:endParaRPr lang="nb-NO" sz="900" i="1" dirty="0">
              <a:solidFill>
                <a:schemeClr val="tx1"/>
              </a:solidFill>
            </a:endParaRPr>
          </a:p>
        </p:txBody>
      </p:sp>
      <p:sp>
        <p:nvSpPr>
          <p:cNvPr id="19" name="Parallellogram 18">
            <a:hlinkClick r:id="rId22" action="ppaction://hlinksldjump"/>
          </p:cNvPr>
          <p:cNvSpPr/>
          <p:nvPr userDrawn="1"/>
        </p:nvSpPr>
        <p:spPr>
          <a:xfrm>
            <a:off x="7786979"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Trafikant i mørket</a:t>
            </a:r>
            <a:endParaRPr lang="nb-NO" sz="900" i="1" dirty="0">
              <a:solidFill>
                <a:schemeClr val="tx1"/>
              </a:solidFill>
            </a:endParaRPr>
          </a:p>
        </p:txBody>
      </p:sp>
      <p:sp>
        <p:nvSpPr>
          <p:cNvPr id="20" name="Rektangel 19"/>
          <p:cNvSpPr/>
          <p:nvPr userDrawn="1"/>
        </p:nvSpPr>
        <p:spPr>
          <a:xfrm>
            <a:off x="48893" y="406347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H</a:t>
            </a:r>
          </a:p>
        </p:txBody>
      </p:sp>
      <p:sp>
        <p:nvSpPr>
          <p:cNvPr id="25" name="Parallellogram 24">
            <a:hlinkClick r:id="rId18"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26" name="Parallellogram 25">
            <a:hlinkClick r:id="rId2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27" name="Parallellogram 26">
            <a:hlinkClick r:id="rId2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28" name="Parallellogram 27">
            <a:hlinkClick r:id="rId25" action="ppaction://hlinksldjump"/>
          </p:cNvPr>
          <p:cNvSpPr/>
          <p:nvPr userDrawn="1"/>
        </p:nvSpPr>
        <p:spPr>
          <a:xfrm>
            <a:off x="5959678"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29" name="Parallellogram 28">
            <a:hlinkClick r:id="rId26" action="ppaction://hlinksldjump"/>
          </p:cNvPr>
          <p:cNvSpPr/>
          <p:nvPr userDrawn="1"/>
        </p:nvSpPr>
        <p:spPr>
          <a:xfrm>
            <a:off x="7469491"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30" name="Parallellogram 29">
            <a:hlinkClick r:id="rId2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31" name="Parallellogram 30">
            <a:hlinkClick r:id="rId2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
        <p:nvSpPr>
          <p:cNvPr id="32" name="Parallellogram 31">
            <a:hlinkClick r:id="rId29" action="ppaction://hlinksldjump"/>
          </p:cNvPr>
          <p:cNvSpPr/>
          <p:nvPr userDrawn="1"/>
        </p:nvSpPr>
        <p:spPr>
          <a:xfrm>
            <a:off x="838771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3</a:t>
            </a:r>
          </a:p>
        </p:txBody>
      </p:sp>
      <p:sp>
        <p:nvSpPr>
          <p:cNvPr id="33" name="Handlingsknapp: gå til Hjem 32">
            <a:hlinkClick r:id="" action="ppaction://hlinkshowjump?jump=firstslide" highlightClick="1"/>
          </p:cNvPr>
          <p:cNvSpPr/>
          <p:nvPr userDrawn="1"/>
        </p:nvSpPr>
        <p:spPr>
          <a:xfrm>
            <a:off x="2792571" y="6148372"/>
            <a:ext cx="504000" cy="517667"/>
          </a:xfrm>
          <a:prstGeom prst="actionButtonHom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4" name="Handlingsknapp: gå tilbake eller til forrige 33">
            <a:hlinkClick r:id="" action="ppaction://hlinkshowjump?jump=previousslide" highlightClick="1"/>
          </p:cNvPr>
          <p:cNvSpPr/>
          <p:nvPr userDrawn="1"/>
        </p:nvSpPr>
        <p:spPr>
          <a:xfrm>
            <a:off x="3366413" y="6148372"/>
            <a:ext cx="504000" cy="517667"/>
          </a:xfrm>
          <a:prstGeom prst="actionButtonBackPrevious">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5" name="Handlingsknapp: gå framover eller til neste 34">
            <a:hlinkClick r:id="" action="ppaction://hlinkshowjump?jump=nextslide" highlightClick="1"/>
          </p:cNvPr>
          <p:cNvSpPr/>
          <p:nvPr userDrawn="1"/>
        </p:nvSpPr>
        <p:spPr>
          <a:xfrm>
            <a:off x="3940255" y="6148372"/>
            <a:ext cx="504000" cy="517667"/>
          </a:xfrm>
          <a:prstGeom prst="actionButtonForwardNex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36" name="Bilde 35" descr="Skjermutklipp">
            <a:hlinkClick r:id="rId30"/>
          </p:cNvPr>
          <p:cNvPicPr>
            <a:picLocks noChangeAspect="1"/>
          </p:cNvPicPr>
          <p:nvPr userDrawn="1"/>
        </p:nvPicPr>
        <p:blipFill>
          <a:blip r:embed="rId31">
            <a:extLst>
              <a:ext uri="{28A0092B-C50C-407E-A947-70E740481C1C}">
                <a14:useLocalDpi xmlns:a14="http://schemas.microsoft.com/office/drawing/2010/main" val="0"/>
              </a:ext>
            </a:extLst>
          </a:blip>
          <a:stretch>
            <a:fillRect/>
          </a:stretch>
        </p:blipFill>
        <p:spPr>
          <a:xfrm>
            <a:off x="4584245" y="6148372"/>
            <a:ext cx="398655" cy="504000"/>
          </a:xfrm>
          <a:prstGeom prst="rect">
            <a:avLst/>
          </a:prstGeom>
        </p:spPr>
      </p:pic>
      <p:pic>
        <p:nvPicPr>
          <p:cNvPr id="37" name="Bilde 36">
            <a:hlinkClick r:id="rId32"/>
          </p:cNvPr>
          <p:cNvPicPr>
            <a:picLocks noChangeAspect="1"/>
          </p:cNvPicPr>
          <p:nvPr userDrawn="1"/>
        </p:nvPicPr>
        <p:blipFill>
          <a:blip r:embed="rId33">
            <a:extLst>
              <a:ext uri="{28A0092B-C50C-407E-A947-70E740481C1C}">
                <a14:useLocalDpi xmlns:a14="http://schemas.microsoft.com/office/drawing/2010/main" val="0"/>
              </a:ext>
            </a:extLst>
          </a:blip>
          <a:stretch>
            <a:fillRect/>
          </a:stretch>
        </p:blipFill>
        <p:spPr>
          <a:xfrm>
            <a:off x="2135560" y="6147796"/>
            <a:ext cx="528384" cy="528384"/>
          </a:xfrm>
          <a:prstGeom prst="rect">
            <a:avLst/>
          </a:prstGeom>
        </p:spPr>
      </p:pic>
    </p:spTree>
    <p:extLst>
      <p:ext uri="{BB962C8B-B14F-4D97-AF65-F5344CB8AC3E}">
        <p14:creationId xmlns:p14="http://schemas.microsoft.com/office/powerpoint/2010/main" val="376995589"/>
      </p:ext>
    </p:extLst>
  </p:cSld>
  <p:clrMap bg1="lt1" tx1="dk1" bg2="lt2" tx2="dk2" accent1="accent1" accent2="accent2" accent3="accent3" accent4="accent4" accent5="accent5" accent6="accent6" hlink="hlink" folHlink="folHlink"/>
  <p:sldLayoutIdLst>
    <p:sldLayoutId id="2147485744" r:id="rId1"/>
    <p:sldLayoutId id="2147485745" r:id="rId2"/>
    <p:sldLayoutId id="2147485746" r:id="rId3"/>
    <p:sldLayoutId id="2147485747" r:id="rId4"/>
    <p:sldLayoutId id="2147485748" r:id="rId5"/>
    <p:sldLayoutId id="2147485749" r:id="rId6"/>
    <p:sldLayoutId id="2147485750" r:id="rId7"/>
    <p:sldLayoutId id="2147485751" r:id="rId8"/>
    <p:sldLayoutId id="2147485752" r:id="rId9"/>
    <p:sldLayoutId id="2147485753" r:id="rId10"/>
    <p:sldLayoutId id="2147485754"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ittel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b-NO"/>
              <a:t>Klikk for å redigere tittelstil</a:t>
            </a:r>
          </a:p>
        </p:txBody>
      </p:sp>
      <p:sp>
        <p:nvSpPr>
          <p:cNvPr id="3" name="Plassholder for teks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86AFA4-5780-4665-A9EE-8C5518C5F9C4}" type="datetime1">
              <a:rPr lang="nb-NO" smtClean="0"/>
              <a:t>27.08.2024</a:t>
            </a:fld>
            <a:endParaRPr lang="nb-NO"/>
          </a:p>
        </p:txBody>
      </p:sp>
      <p:sp>
        <p:nvSpPr>
          <p:cNvPr id="5" name="Plassholder for bunntekst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nb-NO"/>
              <a:t>Control Trafikkskole</a:t>
            </a:r>
          </a:p>
        </p:txBody>
      </p:sp>
      <p:sp>
        <p:nvSpPr>
          <p:cNvPr id="6" name="Plassholder for lysbildenumm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EBBCFE-599B-47F9-B84D-4259C5E2055D}" type="slidenum">
              <a:rPr lang="nb-NO" smtClean="0"/>
              <a:t>‹#›</a:t>
            </a:fld>
            <a:endParaRPr lang="nb-NO"/>
          </a:p>
        </p:txBody>
      </p:sp>
      <p:sp>
        <p:nvSpPr>
          <p:cNvPr id="7" name="Rektangel 6"/>
          <p:cNvSpPr/>
          <p:nvPr userDrawn="1"/>
        </p:nvSpPr>
        <p:spPr>
          <a:xfrm>
            <a:off x="353025" y="2230305"/>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S</a:t>
            </a:r>
          </a:p>
        </p:txBody>
      </p:sp>
      <p:sp>
        <p:nvSpPr>
          <p:cNvPr id="8" name="Rektangel 7"/>
          <p:cNvSpPr/>
          <p:nvPr userDrawn="1"/>
        </p:nvSpPr>
        <p:spPr>
          <a:xfrm>
            <a:off x="262178" y="283839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O</a:t>
            </a:r>
          </a:p>
        </p:txBody>
      </p:sp>
      <p:sp>
        <p:nvSpPr>
          <p:cNvPr id="9" name="Rektangel 8"/>
          <p:cNvSpPr/>
          <p:nvPr userDrawn="1"/>
        </p:nvSpPr>
        <p:spPr>
          <a:xfrm>
            <a:off x="170143" y="3446489"/>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A</a:t>
            </a:r>
          </a:p>
        </p:txBody>
      </p:sp>
      <p:sp>
        <p:nvSpPr>
          <p:cNvPr id="10" name="Parallellogram 9">
            <a:hlinkClick r:id="rId13" action="ppaction://hlinksldjump"/>
          </p:cNvPr>
          <p:cNvSpPr/>
          <p:nvPr userDrawn="1"/>
        </p:nvSpPr>
        <p:spPr>
          <a:xfrm>
            <a:off x="5367340" y="6148372"/>
            <a:ext cx="1511308" cy="518400"/>
          </a:xfrm>
          <a:prstGeom prst="parallelogram">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1</a:t>
            </a:r>
          </a:p>
        </p:txBody>
      </p:sp>
      <p:sp>
        <p:nvSpPr>
          <p:cNvPr id="11" name="Parallellogram 10">
            <a:hlinkClick r:id="rId14" action="ppaction://hlinksldjump"/>
          </p:cNvPr>
          <p:cNvSpPr/>
          <p:nvPr userDrawn="1"/>
        </p:nvSpPr>
        <p:spPr>
          <a:xfrm>
            <a:off x="6877153"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2</a:t>
            </a:r>
          </a:p>
        </p:txBody>
      </p:sp>
      <p:sp>
        <p:nvSpPr>
          <p:cNvPr id="12" name="Parallellogram 11">
            <a:hlinkClick r:id="rId15" action="ppaction://hlinksldjump"/>
          </p:cNvPr>
          <p:cNvSpPr/>
          <p:nvPr userDrawn="1"/>
        </p:nvSpPr>
        <p:spPr>
          <a:xfrm>
            <a:off x="989827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4</a:t>
            </a:r>
          </a:p>
        </p:txBody>
      </p:sp>
      <p:sp>
        <p:nvSpPr>
          <p:cNvPr id="13" name="Parallellogram 12">
            <a:hlinkClick r:id="rId16" action="ppaction://hlinksldjump"/>
          </p:cNvPr>
          <p:cNvSpPr/>
          <p:nvPr userDrawn="1"/>
        </p:nvSpPr>
        <p:spPr>
          <a:xfrm>
            <a:off x="300038"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Trafikk-opplæringen</a:t>
            </a:r>
            <a:endParaRPr lang="nb-NO" sz="900" i="1" dirty="0">
              <a:solidFill>
                <a:schemeClr val="tx1"/>
              </a:solidFill>
            </a:endParaRPr>
          </a:p>
        </p:txBody>
      </p:sp>
      <p:sp>
        <p:nvSpPr>
          <p:cNvPr id="14" name="Parallellogram 13">
            <a:hlinkClick r:id="rId17" action="ppaction://hlinksldjump"/>
          </p:cNvPr>
          <p:cNvSpPr/>
          <p:nvPr userDrawn="1"/>
        </p:nvSpPr>
        <p:spPr>
          <a:xfrm>
            <a:off x="1542565"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Trafikk og førerrollen</a:t>
            </a:r>
            <a:endParaRPr lang="nb-NO" sz="900" i="1" dirty="0">
              <a:solidFill>
                <a:schemeClr val="tx1"/>
              </a:solidFill>
            </a:endParaRPr>
          </a:p>
        </p:txBody>
      </p:sp>
      <p:sp>
        <p:nvSpPr>
          <p:cNvPr id="15" name="Parallellogram 14">
            <a:hlinkClick r:id="rId18" action="ppaction://hlinksldjump"/>
          </p:cNvPr>
          <p:cNvSpPr/>
          <p:nvPr userDrawn="1"/>
        </p:nvSpPr>
        <p:spPr>
          <a:xfrm>
            <a:off x="2795685" y="152613"/>
            <a:ext cx="1368000" cy="6840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Mennesket i trafikken</a:t>
            </a:r>
            <a:endParaRPr lang="nb-NO" sz="900" i="1" dirty="0">
              <a:solidFill>
                <a:schemeClr val="tx1"/>
              </a:solidFill>
            </a:endParaRPr>
          </a:p>
        </p:txBody>
      </p:sp>
      <p:sp>
        <p:nvSpPr>
          <p:cNvPr id="16" name="Parallellogram 15">
            <a:hlinkClick r:id="rId19" action="ppaction://hlinksldjump"/>
          </p:cNvPr>
          <p:cNvSpPr/>
          <p:nvPr userDrawn="1"/>
        </p:nvSpPr>
        <p:spPr>
          <a:xfrm>
            <a:off x="4038212"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Øvingskjøring og kjøreerfaring</a:t>
            </a:r>
            <a:endParaRPr lang="nb-NO" sz="900" i="1" dirty="0">
              <a:solidFill>
                <a:schemeClr val="tx1"/>
              </a:solidFill>
            </a:endParaRPr>
          </a:p>
        </p:txBody>
      </p:sp>
      <p:sp>
        <p:nvSpPr>
          <p:cNvPr id="17" name="Parallellogram 16">
            <a:hlinkClick r:id="rId20" action="ppaction://hlinksldjump"/>
          </p:cNvPr>
          <p:cNvSpPr/>
          <p:nvPr userDrawn="1"/>
        </p:nvSpPr>
        <p:spPr>
          <a:xfrm>
            <a:off x="5291332"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Plikter ved trafikkuhell </a:t>
            </a:r>
            <a:endParaRPr lang="nb-NO" sz="900" i="1" dirty="0">
              <a:solidFill>
                <a:schemeClr val="tx1"/>
              </a:solidFill>
            </a:endParaRPr>
          </a:p>
        </p:txBody>
      </p:sp>
      <p:sp>
        <p:nvSpPr>
          <p:cNvPr id="18" name="Parallellogram 17">
            <a:hlinkClick r:id="rId21" action="ppaction://hlinksldjump"/>
          </p:cNvPr>
          <p:cNvSpPr/>
          <p:nvPr userDrawn="1"/>
        </p:nvSpPr>
        <p:spPr>
          <a:xfrm>
            <a:off x="6533859"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Tiltak ved trafikkulykke</a:t>
            </a:r>
            <a:endParaRPr lang="nb-NO" sz="900" i="1" dirty="0">
              <a:solidFill>
                <a:schemeClr val="tx1"/>
              </a:solidFill>
            </a:endParaRPr>
          </a:p>
        </p:txBody>
      </p:sp>
      <p:sp>
        <p:nvSpPr>
          <p:cNvPr id="19" name="Parallellogram 18">
            <a:hlinkClick r:id="rId22" action="ppaction://hlinksldjump"/>
          </p:cNvPr>
          <p:cNvSpPr/>
          <p:nvPr userDrawn="1"/>
        </p:nvSpPr>
        <p:spPr>
          <a:xfrm>
            <a:off x="7786979"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Trafikant i mørket</a:t>
            </a:r>
            <a:endParaRPr lang="nb-NO" sz="900" i="1" dirty="0">
              <a:solidFill>
                <a:schemeClr val="tx1"/>
              </a:solidFill>
            </a:endParaRPr>
          </a:p>
        </p:txBody>
      </p:sp>
      <p:sp>
        <p:nvSpPr>
          <p:cNvPr id="20" name="Rektangel 19"/>
          <p:cNvSpPr/>
          <p:nvPr userDrawn="1"/>
        </p:nvSpPr>
        <p:spPr>
          <a:xfrm>
            <a:off x="48893" y="406347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H</a:t>
            </a:r>
          </a:p>
        </p:txBody>
      </p:sp>
      <p:sp>
        <p:nvSpPr>
          <p:cNvPr id="25" name="Parallellogram 24">
            <a:hlinkClick r:id="rId18"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26" name="Parallellogram 25">
            <a:hlinkClick r:id="rId2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27" name="Parallellogram 26">
            <a:hlinkClick r:id="rId2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28" name="Parallellogram 27">
            <a:hlinkClick r:id="rId2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29" name="Parallellogram 28">
            <a:hlinkClick r:id="rId26" action="ppaction://hlinksldjump"/>
          </p:cNvPr>
          <p:cNvSpPr/>
          <p:nvPr userDrawn="1"/>
        </p:nvSpPr>
        <p:spPr>
          <a:xfrm>
            <a:off x="7469491"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30" name="Parallellogram 29">
            <a:hlinkClick r:id="rId27" action="ppaction://hlinksldjump"/>
          </p:cNvPr>
          <p:cNvSpPr/>
          <p:nvPr userDrawn="1"/>
        </p:nvSpPr>
        <p:spPr>
          <a:xfrm>
            <a:off x="8979304"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31" name="Parallellogram 30">
            <a:hlinkClick r:id="rId2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
        <p:nvSpPr>
          <p:cNvPr id="32" name="Parallellogram 31">
            <a:hlinkClick r:id="rId29" action="ppaction://hlinksldjump"/>
          </p:cNvPr>
          <p:cNvSpPr/>
          <p:nvPr userDrawn="1"/>
        </p:nvSpPr>
        <p:spPr>
          <a:xfrm>
            <a:off x="838771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3</a:t>
            </a:r>
          </a:p>
        </p:txBody>
      </p:sp>
      <p:sp>
        <p:nvSpPr>
          <p:cNvPr id="33" name="Handlingsknapp: gå til Hjem 32">
            <a:hlinkClick r:id="" action="ppaction://hlinkshowjump?jump=firstslide" highlightClick="1"/>
          </p:cNvPr>
          <p:cNvSpPr/>
          <p:nvPr userDrawn="1"/>
        </p:nvSpPr>
        <p:spPr>
          <a:xfrm>
            <a:off x="2792571" y="6148372"/>
            <a:ext cx="504000" cy="517667"/>
          </a:xfrm>
          <a:prstGeom prst="actionButtonHom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4" name="Handlingsknapp: gå tilbake eller til forrige 33">
            <a:hlinkClick r:id="" action="ppaction://hlinkshowjump?jump=previousslide" highlightClick="1"/>
          </p:cNvPr>
          <p:cNvSpPr/>
          <p:nvPr userDrawn="1"/>
        </p:nvSpPr>
        <p:spPr>
          <a:xfrm>
            <a:off x="3366413" y="6148372"/>
            <a:ext cx="504000" cy="517667"/>
          </a:xfrm>
          <a:prstGeom prst="actionButtonBackPrevious">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5" name="Handlingsknapp: gå framover eller til neste 34">
            <a:hlinkClick r:id="" action="ppaction://hlinkshowjump?jump=nextslide" highlightClick="1"/>
          </p:cNvPr>
          <p:cNvSpPr/>
          <p:nvPr userDrawn="1"/>
        </p:nvSpPr>
        <p:spPr>
          <a:xfrm>
            <a:off x="3940255" y="6148372"/>
            <a:ext cx="504000" cy="517667"/>
          </a:xfrm>
          <a:prstGeom prst="actionButtonForwardNex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36" name="Bilde 35" descr="Skjermutklipp">
            <a:hlinkClick r:id="rId30"/>
          </p:cNvPr>
          <p:cNvPicPr>
            <a:picLocks noChangeAspect="1"/>
          </p:cNvPicPr>
          <p:nvPr userDrawn="1"/>
        </p:nvPicPr>
        <p:blipFill>
          <a:blip r:embed="rId31">
            <a:extLst>
              <a:ext uri="{28A0092B-C50C-407E-A947-70E740481C1C}">
                <a14:useLocalDpi xmlns:a14="http://schemas.microsoft.com/office/drawing/2010/main" val="0"/>
              </a:ext>
            </a:extLst>
          </a:blip>
          <a:stretch>
            <a:fillRect/>
          </a:stretch>
        </p:blipFill>
        <p:spPr>
          <a:xfrm>
            <a:off x="4584245" y="6148372"/>
            <a:ext cx="398655" cy="504000"/>
          </a:xfrm>
          <a:prstGeom prst="rect">
            <a:avLst/>
          </a:prstGeom>
        </p:spPr>
      </p:pic>
      <p:pic>
        <p:nvPicPr>
          <p:cNvPr id="37" name="Bilde 36">
            <a:hlinkClick r:id="rId32"/>
          </p:cNvPr>
          <p:cNvPicPr>
            <a:picLocks noChangeAspect="1"/>
          </p:cNvPicPr>
          <p:nvPr userDrawn="1"/>
        </p:nvPicPr>
        <p:blipFill>
          <a:blip r:embed="rId33">
            <a:extLst>
              <a:ext uri="{28A0092B-C50C-407E-A947-70E740481C1C}">
                <a14:useLocalDpi xmlns:a14="http://schemas.microsoft.com/office/drawing/2010/main" val="0"/>
              </a:ext>
            </a:extLst>
          </a:blip>
          <a:stretch>
            <a:fillRect/>
          </a:stretch>
        </p:blipFill>
        <p:spPr>
          <a:xfrm>
            <a:off x="2135560" y="6147796"/>
            <a:ext cx="528384" cy="528384"/>
          </a:xfrm>
          <a:prstGeom prst="rect">
            <a:avLst/>
          </a:prstGeom>
        </p:spPr>
      </p:pic>
    </p:spTree>
    <p:extLst>
      <p:ext uri="{BB962C8B-B14F-4D97-AF65-F5344CB8AC3E}">
        <p14:creationId xmlns:p14="http://schemas.microsoft.com/office/powerpoint/2010/main" val="2325682930"/>
      </p:ext>
    </p:extLst>
  </p:cSld>
  <p:clrMap bg1="lt1" tx1="dk1" bg2="lt2" tx2="dk2" accent1="accent1" accent2="accent2" accent3="accent3" accent4="accent4" accent5="accent5" accent6="accent6" hlink="hlink" folHlink="folHlink"/>
  <p:sldLayoutIdLst>
    <p:sldLayoutId id="2147485756" r:id="rId1"/>
    <p:sldLayoutId id="2147485757" r:id="rId2"/>
    <p:sldLayoutId id="2147485758" r:id="rId3"/>
    <p:sldLayoutId id="2147485759" r:id="rId4"/>
    <p:sldLayoutId id="2147485760" r:id="rId5"/>
    <p:sldLayoutId id="2147485761" r:id="rId6"/>
    <p:sldLayoutId id="2147485762" r:id="rId7"/>
    <p:sldLayoutId id="2147485763" r:id="rId8"/>
    <p:sldLayoutId id="2147485764" r:id="rId9"/>
    <p:sldLayoutId id="2147485765" r:id="rId10"/>
    <p:sldLayoutId id="2147485766"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ittel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b-NO"/>
              <a:t>Klikk for å redigere tittelstil</a:t>
            </a:r>
          </a:p>
        </p:txBody>
      </p:sp>
      <p:sp>
        <p:nvSpPr>
          <p:cNvPr id="3" name="Plassholder for teks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509CE3A-903A-4C74-8DD9-49E202A30361}" type="datetime1">
              <a:rPr lang="nb-NO" smtClean="0"/>
              <a:t>27.08.2024</a:t>
            </a:fld>
            <a:endParaRPr lang="nb-NO"/>
          </a:p>
        </p:txBody>
      </p:sp>
      <p:sp>
        <p:nvSpPr>
          <p:cNvPr id="5" name="Plassholder for bunntekst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nb-NO"/>
              <a:t>Control Trafikkskole</a:t>
            </a:r>
          </a:p>
        </p:txBody>
      </p:sp>
      <p:sp>
        <p:nvSpPr>
          <p:cNvPr id="6" name="Plassholder for lysbildenumm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EBBCFE-599B-47F9-B84D-4259C5E2055D}" type="slidenum">
              <a:rPr lang="nb-NO" smtClean="0"/>
              <a:t>‹#›</a:t>
            </a:fld>
            <a:endParaRPr lang="nb-NO"/>
          </a:p>
        </p:txBody>
      </p:sp>
      <p:sp>
        <p:nvSpPr>
          <p:cNvPr id="7" name="Rektangel 6"/>
          <p:cNvSpPr/>
          <p:nvPr userDrawn="1"/>
        </p:nvSpPr>
        <p:spPr>
          <a:xfrm>
            <a:off x="353025" y="2230305"/>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S</a:t>
            </a:r>
          </a:p>
        </p:txBody>
      </p:sp>
      <p:sp>
        <p:nvSpPr>
          <p:cNvPr id="8" name="Rektangel 7"/>
          <p:cNvSpPr/>
          <p:nvPr userDrawn="1"/>
        </p:nvSpPr>
        <p:spPr>
          <a:xfrm>
            <a:off x="262178" y="283839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O</a:t>
            </a:r>
          </a:p>
        </p:txBody>
      </p:sp>
      <p:sp>
        <p:nvSpPr>
          <p:cNvPr id="9" name="Rektangel 8"/>
          <p:cNvSpPr/>
          <p:nvPr userDrawn="1"/>
        </p:nvSpPr>
        <p:spPr>
          <a:xfrm>
            <a:off x="170143" y="3446489"/>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A</a:t>
            </a:r>
          </a:p>
        </p:txBody>
      </p:sp>
      <p:sp>
        <p:nvSpPr>
          <p:cNvPr id="10" name="Parallellogram 9">
            <a:hlinkClick r:id="rId13" action="ppaction://hlinksldjump"/>
          </p:cNvPr>
          <p:cNvSpPr/>
          <p:nvPr userDrawn="1"/>
        </p:nvSpPr>
        <p:spPr>
          <a:xfrm>
            <a:off x="5367340" y="6148372"/>
            <a:ext cx="1511308" cy="518400"/>
          </a:xfrm>
          <a:prstGeom prst="parallelogram">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1</a:t>
            </a:r>
          </a:p>
        </p:txBody>
      </p:sp>
      <p:sp>
        <p:nvSpPr>
          <p:cNvPr id="11" name="Parallellogram 10">
            <a:hlinkClick r:id="rId14" action="ppaction://hlinksldjump"/>
          </p:cNvPr>
          <p:cNvSpPr/>
          <p:nvPr userDrawn="1"/>
        </p:nvSpPr>
        <p:spPr>
          <a:xfrm>
            <a:off x="6877153"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2</a:t>
            </a:r>
          </a:p>
        </p:txBody>
      </p:sp>
      <p:sp>
        <p:nvSpPr>
          <p:cNvPr id="12" name="Parallellogram 11">
            <a:hlinkClick r:id="rId15" action="ppaction://hlinksldjump"/>
          </p:cNvPr>
          <p:cNvSpPr/>
          <p:nvPr userDrawn="1"/>
        </p:nvSpPr>
        <p:spPr>
          <a:xfrm>
            <a:off x="989827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4</a:t>
            </a:r>
          </a:p>
        </p:txBody>
      </p:sp>
      <p:sp>
        <p:nvSpPr>
          <p:cNvPr id="13" name="Parallellogram 12">
            <a:hlinkClick r:id="rId16" action="ppaction://hlinksldjump"/>
          </p:cNvPr>
          <p:cNvSpPr/>
          <p:nvPr userDrawn="1"/>
        </p:nvSpPr>
        <p:spPr>
          <a:xfrm>
            <a:off x="300038"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Trafikk-opplæringen</a:t>
            </a:r>
            <a:endParaRPr lang="nb-NO" sz="900" i="1" dirty="0">
              <a:solidFill>
                <a:schemeClr val="tx1"/>
              </a:solidFill>
            </a:endParaRPr>
          </a:p>
        </p:txBody>
      </p:sp>
      <p:sp>
        <p:nvSpPr>
          <p:cNvPr id="14" name="Parallellogram 13">
            <a:hlinkClick r:id="rId17" action="ppaction://hlinksldjump"/>
          </p:cNvPr>
          <p:cNvSpPr/>
          <p:nvPr userDrawn="1"/>
        </p:nvSpPr>
        <p:spPr>
          <a:xfrm>
            <a:off x="1542565"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Trafikk og førerrollen</a:t>
            </a:r>
            <a:endParaRPr lang="nb-NO" sz="900" i="1" dirty="0">
              <a:solidFill>
                <a:schemeClr val="tx1"/>
              </a:solidFill>
            </a:endParaRPr>
          </a:p>
        </p:txBody>
      </p:sp>
      <p:sp>
        <p:nvSpPr>
          <p:cNvPr id="15" name="Parallellogram 14">
            <a:hlinkClick r:id="rId18" action="ppaction://hlinksldjump"/>
          </p:cNvPr>
          <p:cNvSpPr/>
          <p:nvPr userDrawn="1"/>
        </p:nvSpPr>
        <p:spPr>
          <a:xfrm>
            <a:off x="2795685" y="152613"/>
            <a:ext cx="1368000" cy="6840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Mennesket i trafikken</a:t>
            </a:r>
            <a:endParaRPr lang="nb-NO" sz="900" i="1" dirty="0">
              <a:solidFill>
                <a:schemeClr val="tx1"/>
              </a:solidFill>
            </a:endParaRPr>
          </a:p>
        </p:txBody>
      </p:sp>
      <p:sp>
        <p:nvSpPr>
          <p:cNvPr id="16" name="Parallellogram 15">
            <a:hlinkClick r:id="rId19" action="ppaction://hlinksldjump"/>
          </p:cNvPr>
          <p:cNvSpPr/>
          <p:nvPr userDrawn="1"/>
        </p:nvSpPr>
        <p:spPr>
          <a:xfrm>
            <a:off x="4038212"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Øvingskjøring og kjøreerfaring</a:t>
            </a:r>
            <a:endParaRPr lang="nb-NO" sz="900" i="1" dirty="0">
              <a:solidFill>
                <a:schemeClr val="tx1"/>
              </a:solidFill>
            </a:endParaRPr>
          </a:p>
        </p:txBody>
      </p:sp>
      <p:sp>
        <p:nvSpPr>
          <p:cNvPr id="17" name="Parallellogram 16">
            <a:hlinkClick r:id="rId20" action="ppaction://hlinksldjump"/>
          </p:cNvPr>
          <p:cNvSpPr/>
          <p:nvPr userDrawn="1"/>
        </p:nvSpPr>
        <p:spPr>
          <a:xfrm>
            <a:off x="5291332"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Plikter ved trafikkuhell </a:t>
            </a:r>
            <a:endParaRPr lang="nb-NO" sz="900" i="1" dirty="0">
              <a:solidFill>
                <a:schemeClr val="tx1"/>
              </a:solidFill>
            </a:endParaRPr>
          </a:p>
        </p:txBody>
      </p:sp>
      <p:sp>
        <p:nvSpPr>
          <p:cNvPr id="18" name="Parallellogram 17">
            <a:hlinkClick r:id="rId21" action="ppaction://hlinksldjump"/>
          </p:cNvPr>
          <p:cNvSpPr/>
          <p:nvPr userDrawn="1"/>
        </p:nvSpPr>
        <p:spPr>
          <a:xfrm>
            <a:off x="6533859"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Tiltak ved trafikkulykke</a:t>
            </a:r>
            <a:endParaRPr lang="nb-NO" sz="900" i="1" dirty="0">
              <a:solidFill>
                <a:schemeClr val="tx1"/>
              </a:solidFill>
            </a:endParaRPr>
          </a:p>
        </p:txBody>
      </p:sp>
      <p:sp>
        <p:nvSpPr>
          <p:cNvPr id="19" name="Parallellogram 18">
            <a:hlinkClick r:id="rId22" action="ppaction://hlinksldjump"/>
          </p:cNvPr>
          <p:cNvSpPr/>
          <p:nvPr userDrawn="1"/>
        </p:nvSpPr>
        <p:spPr>
          <a:xfrm>
            <a:off x="7786979"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Trafikant i mørket</a:t>
            </a:r>
            <a:endParaRPr lang="nb-NO" sz="900" i="1" dirty="0">
              <a:solidFill>
                <a:schemeClr val="tx1"/>
              </a:solidFill>
            </a:endParaRPr>
          </a:p>
        </p:txBody>
      </p:sp>
      <p:sp>
        <p:nvSpPr>
          <p:cNvPr id="20" name="Rektangel 19"/>
          <p:cNvSpPr/>
          <p:nvPr userDrawn="1"/>
        </p:nvSpPr>
        <p:spPr>
          <a:xfrm>
            <a:off x="48893" y="406347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H</a:t>
            </a:r>
          </a:p>
        </p:txBody>
      </p:sp>
      <p:sp>
        <p:nvSpPr>
          <p:cNvPr id="25" name="Parallellogram 24">
            <a:hlinkClick r:id="rId18"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26" name="Parallellogram 25">
            <a:hlinkClick r:id="rId2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27" name="Parallellogram 26">
            <a:hlinkClick r:id="rId2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28" name="Parallellogram 27">
            <a:hlinkClick r:id="rId2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29" name="Parallellogram 28">
            <a:hlinkClick r:id="rId26" action="ppaction://hlinksldjump"/>
          </p:cNvPr>
          <p:cNvSpPr/>
          <p:nvPr userDrawn="1"/>
        </p:nvSpPr>
        <p:spPr>
          <a:xfrm>
            <a:off x="7469491"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30" name="Parallellogram 29">
            <a:hlinkClick r:id="rId27" action="ppaction://hlinksldjump"/>
          </p:cNvPr>
          <p:cNvSpPr/>
          <p:nvPr userDrawn="1"/>
        </p:nvSpPr>
        <p:spPr>
          <a:xfrm>
            <a:off x="8979304"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31" name="Parallellogram 30">
            <a:hlinkClick r:id="rId28" action="ppaction://hlinksldjump"/>
          </p:cNvPr>
          <p:cNvSpPr/>
          <p:nvPr userDrawn="1"/>
        </p:nvSpPr>
        <p:spPr>
          <a:xfrm>
            <a:off x="10489865" y="991186"/>
            <a:ext cx="1511308" cy="5184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
        <p:nvSpPr>
          <p:cNvPr id="32" name="Parallellogram 31">
            <a:hlinkClick r:id="rId29" action="ppaction://hlinksldjump"/>
          </p:cNvPr>
          <p:cNvSpPr/>
          <p:nvPr userDrawn="1"/>
        </p:nvSpPr>
        <p:spPr>
          <a:xfrm>
            <a:off x="838771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3</a:t>
            </a:r>
          </a:p>
        </p:txBody>
      </p:sp>
      <p:sp>
        <p:nvSpPr>
          <p:cNvPr id="33" name="Handlingsknapp: gå til Hjem 32">
            <a:hlinkClick r:id="" action="ppaction://hlinkshowjump?jump=firstslide" highlightClick="1"/>
          </p:cNvPr>
          <p:cNvSpPr/>
          <p:nvPr userDrawn="1"/>
        </p:nvSpPr>
        <p:spPr>
          <a:xfrm>
            <a:off x="2792571" y="6148372"/>
            <a:ext cx="504000" cy="517667"/>
          </a:xfrm>
          <a:prstGeom prst="actionButtonHom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4" name="Handlingsknapp: gå tilbake eller til forrige 33">
            <a:hlinkClick r:id="" action="ppaction://hlinkshowjump?jump=previousslide" highlightClick="1"/>
          </p:cNvPr>
          <p:cNvSpPr/>
          <p:nvPr userDrawn="1"/>
        </p:nvSpPr>
        <p:spPr>
          <a:xfrm>
            <a:off x="3366413" y="6148372"/>
            <a:ext cx="504000" cy="517667"/>
          </a:xfrm>
          <a:prstGeom prst="actionButtonBackPrevious">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5" name="Handlingsknapp: gå framover eller til neste 34">
            <a:hlinkClick r:id="" action="ppaction://hlinkshowjump?jump=nextslide" highlightClick="1"/>
          </p:cNvPr>
          <p:cNvSpPr/>
          <p:nvPr userDrawn="1"/>
        </p:nvSpPr>
        <p:spPr>
          <a:xfrm>
            <a:off x="3940255" y="6148372"/>
            <a:ext cx="504000" cy="517667"/>
          </a:xfrm>
          <a:prstGeom prst="actionButtonForwardNex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36" name="Bilde 35" descr="Skjermutklipp">
            <a:hlinkClick r:id="rId30"/>
          </p:cNvPr>
          <p:cNvPicPr>
            <a:picLocks noChangeAspect="1"/>
          </p:cNvPicPr>
          <p:nvPr userDrawn="1"/>
        </p:nvPicPr>
        <p:blipFill>
          <a:blip r:embed="rId31">
            <a:extLst>
              <a:ext uri="{28A0092B-C50C-407E-A947-70E740481C1C}">
                <a14:useLocalDpi xmlns:a14="http://schemas.microsoft.com/office/drawing/2010/main" val="0"/>
              </a:ext>
            </a:extLst>
          </a:blip>
          <a:stretch>
            <a:fillRect/>
          </a:stretch>
        </p:blipFill>
        <p:spPr>
          <a:xfrm>
            <a:off x="4584245" y="6148372"/>
            <a:ext cx="398655" cy="504000"/>
          </a:xfrm>
          <a:prstGeom prst="rect">
            <a:avLst/>
          </a:prstGeom>
        </p:spPr>
      </p:pic>
      <p:pic>
        <p:nvPicPr>
          <p:cNvPr id="37" name="Bilde 36">
            <a:hlinkClick r:id="rId32"/>
          </p:cNvPr>
          <p:cNvPicPr>
            <a:picLocks noChangeAspect="1"/>
          </p:cNvPicPr>
          <p:nvPr userDrawn="1"/>
        </p:nvPicPr>
        <p:blipFill>
          <a:blip r:embed="rId33">
            <a:extLst>
              <a:ext uri="{28A0092B-C50C-407E-A947-70E740481C1C}">
                <a14:useLocalDpi xmlns:a14="http://schemas.microsoft.com/office/drawing/2010/main" val="0"/>
              </a:ext>
            </a:extLst>
          </a:blip>
          <a:stretch>
            <a:fillRect/>
          </a:stretch>
        </p:blipFill>
        <p:spPr>
          <a:xfrm>
            <a:off x="2135560" y="6147796"/>
            <a:ext cx="528384" cy="528384"/>
          </a:xfrm>
          <a:prstGeom prst="rect">
            <a:avLst/>
          </a:prstGeom>
        </p:spPr>
      </p:pic>
    </p:spTree>
    <p:extLst>
      <p:ext uri="{BB962C8B-B14F-4D97-AF65-F5344CB8AC3E}">
        <p14:creationId xmlns:p14="http://schemas.microsoft.com/office/powerpoint/2010/main" val="3728579290"/>
      </p:ext>
    </p:extLst>
  </p:cSld>
  <p:clrMap bg1="lt1" tx1="dk1" bg2="lt2" tx2="dk2" accent1="accent1" accent2="accent2" accent3="accent3" accent4="accent4" accent5="accent5" accent6="accent6" hlink="hlink" folHlink="folHlink"/>
  <p:sldLayoutIdLst>
    <p:sldLayoutId id="2147485768" r:id="rId1"/>
    <p:sldLayoutId id="2147485769" r:id="rId2"/>
    <p:sldLayoutId id="2147485770" r:id="rId3"/>
    <p:sldLayoutId id="2147485771" r:id="rId4"/>
    <p:sldLayoutId id="2147485772" r:id="rId5"/>
    <p:sldLayoutId id="2147485773" r:id="rId6"/>
    <p:sldLayoutId id="2147485774" r:id="rId7"/>
    <p:sldLayoutId id="2147485775" r:id="rId8"/>
    <p:sldLayoutId id="2147485776" r:id="rId9"/>
    <p:sldLayoutId id="2147485777" r:id="rId10"/>
    <p:sldLayoutId id="2147485778"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ittel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b-NO"/>
              <a:t>Klikk for å redigere tittelstil</a:t>
            </a:r>
          </a:p>
        </p:txBody>
      </p:sp>
      <p:sp>
        <p:nvSpPr>
          <p:cNvPr id="3" name="Plassholder for teks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98BE078-741D-48B8-BFEE-2266F1196034}" type="datetime1">
              <a:rPr lang="nb-NO" smtClean="0"/>
              <a:t>27.08.2024</a:t>
            </a:fld>
            <a:endParaRPr lang="nb-NO"/>
          </a:p>
        </p:txBody>
      </p:sp>
      <p:sp>
        <p:nvSpPr>
          <p:cNvPr id="5" name="Plassholder for bunntekst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nb-NO"/>
              <a:t>Control Trafikkskole</a:t>
            </a:r>
          </a:p>
        </p:txBody>
      </p:sp>
      <p:sp>
        <p:nvSpPr>
          <p:cNvPr id="6" name="Plassholder for lysbildenumm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EBBCFE-599B-47F9-B84D-4259C5E2055D}" type="slidenum">
              <a:rPr lang="nb-NO" smtClean="0"/>
              <a:t>‹#›</a:t>
            </a:fld>
            <a:endParaRPr lang="nb-NO"/>
          </a:p>
        </p:txBody>
      </p:sp>
      <p:sp>
        <p:nvSpPr>
          <p:cNvPr id="7" name="Rektangel 6"/>
          <p:cNvSpPr/>
          <p:nvPr userDrawn="1"/>
        </p:nvSpPr>
        <p:spPr>
          <a:xfrm>
            <a:off x="353025" y="2230305"/>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S</a:t>
            </a:r>
          </a:p>
        </p:txBody>
      </p:sp>
      <p:sp>
        <p:nvSpPr>
          <p:cNvPr id="8" name="Rektangel 7"/>
          <p:cNvSpPr/>
          <p:nvPr userDrawn="1"/>
        </p:nvSpPr>
        <p:spPr>
          <a:xfrm>
            <a:off x="262178" y="283839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O</a:t>
            </a:r>
          </a:p>
        </p:txBody>
      </p:sp>
      <p:sp>
        <p:nvSpPr>
          <p:cNvPr id="9" name="Rektangel 8"/>
          <p:cNvSpPr/>
          <p:nvPr userDrawn="1"/>
        </p:nvSpPr>
        <p:spPr>
          <a:xfrm>
            <a:off x="170143" y="3446489"/>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A</a:t>
            </a:r>
          </a:p>
        </p:txBody>
      </p:sp>
      <p:sp>
        <p:nvSpPr>
          <p:cNvPr id="10" name="Parallellogram 9">
            <a:hlinkClick r:id="rId13" action="ppaction://hlinksldjump"/>
          </p:cNvPr>
          <p:cNvSpPr/>
          <p:nvPr userDrawn="1"/>
        </p:nvSpPr>
        <p:spPr>
          <a:xfrm>
            <a:off x="5367340" y="6148372"/>
            <a:ext cx="1511308" cy="518400"/>
          </a:xfrm>
          <a:prstGeom prst="parallelogram">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1</a:t>
            </a:r>
          </a:p>
        </p:txBody>
      </p:sp>
      <p:sp>
        <p:nvSpPr>
          <p:cNvPr id="11" name="Parallellogram 10">
            <a:hlinkClick r:id="rId14" action="ppaction://hlinksldjump"/>
          </p:cNvPr>
          <p:cNvSpPr/>
          <p:nvPr userDrawn="1"/>
        </p:nvSpPr>
        <p:spPr>
          <a:xfrm>
            <a:off x="6877153"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2</a:t>
            </a:r>
          </a:p>
        </p:txBody>
      </p:sp>
      <p:sp>
        <p:nvSpPr>
          <p:cNvPr id="12" name="Parallellogram 11">
            <a:hlinkClick r:id="rId15" action="ppaction://hlinksldjump"/>
          </p:cNvPr>
          <p:cNvSpPr/>
          <p:nvPr userDrawn="1"/>
        </p:nvSpPr>
        <p:spPr>
          <a:xfrm>
            <a:off x="989827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4</a:t>
            </a:r>
          </a:p>
        </p:txBody>
      </p:sp>
      <p:sp>
        <p:nvSpPr>
          <p:cNvPr id="13" name="Parallellogram 12">
            <a:hlinkClick r:id="rId16" action="ppaction://hlinksldjump"/>
          </p:cNvPr>
          <p:cNvSpPr/>
          <p:nvPr userDrawn="1"/>
        </p:nvSpPr>
        <p:spPr>
          <a:xfrm>
            <a:off x="300038"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Trafikk-opplæringen</a:t>
            </a:r>
            <a:endParaRPr lang="nb-NO" sz="900" i="1" dirty="0">
              <a:solidFill>
                <a:schemeClr val="tx1"/>
              </a:solidFill>
            </a:endParaRPr>
          </a:p>
        </p:txBody>
      </p:sp>
      <p:sp>
        <p:nvSpPr>
          <p:cNvPr id="14" name="Parallellogram 13">
            <a:hlinkClick r:id="rId17" action="ppaction://hlinksldjump"/>
          </p:cNvPr>
          <p:cNvSpPr/>
          <p:nvPr userDrawn="1"/>
        </p:nvSpPr>
        <p:spPr>
          <a:xfrm>
            <a:off x="1542565"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Trafikk og førerrollen</a:t>
            </a:r>
            <a:endParaRPr lang="nb-NO" sz="900" i="1" dirty="0">
              <a:solidFill>
                <a:schemeClr val="tx1"/>
              </a:solidFill>
            </a:endParaRPr>
          </a:p>
        </p:txBody>
      </p:sp>
      <p:sp>
        <p:nvSpPr>
          <p:cNvPr id="15" name="Parallellogram 14">
            <a:hlinkClick r:id="rId18" action="ppaction://hlinksldjump"/>
          </p:cNvPr>
          <p:cNvSpPr/>
          <p:nvPr userDrawn="1"/>
        </p:nvSpPr>
        <p:spPr>
          <a:xfrm>
            <a:off x="2795685" y="152613"/>
            <a:ext cx="1368000" cy="6840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Mennesket i trafikken</a:t>
            </a:r>
            <a:endParaRPr lang="nb-NO" sz="900" i="1" dirty="0">
              <a:solidFill>
                <a:schemeClr val="tx1"/>
              </a:solidFill>
            </a:endParaRPr>
          </a:p>
        </p:txBody>
      </p:sp>
      <p:sp>
        <p:nvSpPr>
          <p:cNvPr id="16" name="Parallellogram 15">
            <a:hlinkClick r:id="rId19" action="ppaction://hlinksldjump"/>
          </p:cNvPr>
          <p:cNvSpPr/>
          <p:nvPr userDrawn="1"/>
        </p:nvSpPr>
        <p:spPr>
          <a:xfrm>
            <a:off x="4038212"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Øvingskjøring og kjøreerfaring</a:t>
            </a:r>
            <a:endParaRPr lang="nb-NO" sz="900" i="1" dirty="0">
              <a:solidFill>
                <a:schemeClr val="tx1"/>
              </a:solidFill>
            </a:endParaRPr>
          </a:p>
        </p:txBody>
      </p:sp>
      <p:sp>
        <p:nvSpPr>
          <p:cNvPr id="17" name="Parallellogram 16">
            <a:hlinkClick r:id="rId20" action="ppaction://hlinksldjump"/>
          </p:cNvPr>
          <p:cNvSpPr/>
          <p:nvPr userDrawn="1"/>
        </p:nvSpPr>
        <p:spPr>
          <a:xfrm>
            <a:off x="5291332"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Plikter ved trafikkuhell </a:t>
            </a:r>
            <a:endParaRPr lang="nb-NO" sz="900" i="1" dirty="0">
              <a:solidFill>
                <a:schemeClr val="tx1"/>
              </a:solidFill>
            </a:endParaRPr>
          </a:p>
        </p:txBody>
      </p:sp>
      <p:sp>
        <p:nvSpPr>
          <p:cNvPr id="18" name="Parallellogram 17">
            <a:hlinkClick r:id="rId21" action="ppaction://hlinksldjump"/>
          </p:cNvPr>
          <p:cNvSpPr/>
          <p:nvPr userDrawn="1"/>
        </p:nvSpPr>
        <p:spPr>
          <a:xfrm>
            <a:off x="6533859"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Tiltak ved trafikkulykke</a:t>
            </a:r>
            <a:endParaRPr lang="nb-NO" sz="900" i="1" dirty="0">
              <a:solidFill>
                <a:schemeClr val="tx1"/>
              </a:solidFill>
            </a:endParaRPr>
          </a:p>
        </p:txBody>
      </p:sp>
      <p:sp>
        <p:nvSpPr>
          <p:cNvPr id="19" name="Parallellogram 18">
            <a:hlinkClick r:id="rId22" action="ppaction://hlinksldjump"/>
          </p:cNvPr>
          <p:cNvSpPr/>
          <p:nvPr userDrawn="1"/>
        </p:nvSpPr>
        <p:spPr>
          <a:xfrm>
            <a:off x="7786979"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Trafikant i mørket</a:t>
            </a:r>
            <a:endParaRPr lang="nb-NO" sz="900" i="1" dirty="0">
              <a:solidFill>
                <a:schemeClr val="tx1"/>
              </a:solidFill>
            </a:endParaRPr>
          </a:p>
        </p:txBody>
      </p:sp>
      <p:sp>
        <p:nvSpPr>
          <p:cNvPr id="20" name="Rektangel 19"/>
          <p:cNvSpPr/>
          <p:nvPr userDrawn="1"/>
        </p:nvSpPr>
        <p:spPr>
          <a:xfrm>
            <a:off x="48893" y="406347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H</a:t>
            </a:r>
          </a:p>
        </p:txBody>
      </p:sp>
      <p:sp>
        <p:nvSpPr>
          <p:cNvPr id="25" name="Parallellogram 24">
            <a:hlinkClick r:id="rId18"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26" name="Parallellogram 25">
            <a:hlinkClick r:id="rId2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27" name="Parallellogram 26">
            <a:hlinkClick r:id="rId2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28" name="Parallellogram 27">
            <a:hlinkClick r:id="rId2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29" name="Parallellogram 28">
            <a:hlinkClick r:id="rId26" action="ppaction://hlinksldjump"/>
          </p:cNvPr>
          <p:cNvSpPr/>
          <p:nvPr userDrawn="1"/>
        </p:nvSpPr>
        <p:spPr>
          <a:xfrm>
            <a:off x="7469491"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30" name="Parallellogram 29">
            <a:hlinkClick r:id="rId27" action="ppaction://hlinksldjump"/>
          </p:cNvPr>
          <p:cNvSpPr/>
          <p:nvPr userDrawn="1"/>
        </p:nvSpPr>
        <p:spPr>
          <a:xfrm>
            <a:off x="897930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31" name="Parallellogram 30">
            <a:hlinkClick r:id="rId28" action="ppaction://hlinksldjump"/>
          </p:cNvPr>
          <p:cNvSpPr/>
          <p:nvPr userDrawn="1"/>
        </p:nvSpPr>
        <p:spPr>
          <a:xfrm>
            <a:off x="10489865"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
        <p:nvSpPr>
          <p:cNvPr id="32" name="Parallellogram 31">
            <a:hlinkClick r:id="rId29" action="ppaction://hlinksldjump"/>
          </p:cNvPr>
          <p:cNvSpPr/>
          <p:nvPr userDrawn="1"/>
        </p:nvSpPr>
        <p:spPr>
          <a:xfrm>
            <a:off x="838771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3</a:t>
            </a:r>
          </a:p>
        </p:txBody>
      </p:sp>
      <p:sp>
        <p:nvSpPr>
          <p:cNvPr id="33" name="Handlingsknapp: gå til Hjem 32">
            <a:hlinkClick r:id="" action="ppaction://hlinkshowjump?jump=firstslide" highlightClick="1"/>
          </p:cNvPr>
          <p:cNvSpPr/>
          <p:nvPr userDrawn="1"/>
        </p:nvSpPr>
        <p:spPr>
          <a:xfrm>
            <a:off x="2792571" y="6148372"/>
            <a:ext cx="504000" cy="517667"/>
          </a:xfrm>
          <a:prstGeom prst="actionButtonHom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4" name="Handlingsknapp: gå tilbake eller til forrige 33">
            <a:hlinkClick r:id="" action="ppaction://hlinkshowjump?jump=previousslide" highlightClick="1"/>
          </p:cNvPr>
          <p:cNvSpPr/>
          <p:nvPr userDrawn="1"/>
        </p:nvSpPr>
        <p:spPr>
          <a:xfrm>
            <a:off x="3366413" y="6148372"/>
            <a:ext cx="504000" cy="517667"/>
          </a:xfrm>
          <a:prstGeom prst="actionButtonBackPrevious">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5" name="Handlingsknapp: gå framover eller til neste 34">
            <a:hlinkClick r:id="" action="ppaction://hlinkshowjump?jump=nextslide" highlightClick="1"/>
          </p:cNvPr>
          <p:cNvSpPr/>
          <p:nvPr userDrawn="1"/>
        </p:nvSpPr>
        <p:spPr>
          <a:xfrm>
            <a:off x="3940255" y="6148372"/>
            <a:ext cx="504000" cy="517667"/>
          </a:xfrm>
          <a:prstGeom prst="actionButtonForwardNex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36" name="Bilde 35" descr="Skjermutklipp">
            <a:hlinkClick r:id="rId30"/>
          </p:cNvPr>
          <p:cNvPicPr>
            <a:picLocks noChangeAspect="1"/>
          </p:cNvPicPr>
          <p:nvPr userDrawn="1"/>
        </p:nvPicPr>
        <p:blipFill>
          <a:blip r:embed="rId31">
            <a:extLst>
              <a:ext uri="{28A0092B-C50C-407E-A947-70E740481C1C}">
                <a14:useLocalDpi xmlns:a14="http://schemas.microsoft.com/office/drawing/2010/main" val="0"/>
              </a:ext>
            </a:extLst>
          </a:blip>
          <a:stretch>
            <a:fillRect/>
          </a:stretch>
        </p:blipFill>
        <p:spPr>
          <a:xfrm>
            <a:off x="4584245" y="6148372"/>
            <a:ext cx="398655" cy="504000"/>
          </a:xfrm>
          <a:prstGeom prst="rect">
            <a:avLst/>
          </a:prstGeom>
        </p:spPr>
      </p:pic>
      <p:pic>
        <p:nvPicPr>
          <p:cNvPr id="37" name="Bilde 36">
            <a:hlinkClick r:id="rId32"/>
          </p:cNvPr>
          <p:cNvPicPr>
            <a:picLocks noChangeAspect="1"/>
          </p:cNvPicPr>
          <p:nvPr userDrawn="1"/>
        </p:nvPicPr>
        <p:blipFill>
          <a:blip r:embed="rId33">
            <a:extLst>
              <a:ext uri="{28A0092B-C50C-407E-A947-70E740481C1C}">
                <a14:useLocalDpi xmlns:a14="http://schemas.microsoft.com/office/drawing/2010/main" val="0"/>
              </a:ext>
            </a:extLst>
          </a:blip>
          <a:stretch>
            <a:fillRect/>
          </a:stretch>
        </p:blipFill>
        <p:spPr>
          <a:xfrm>
            <a:off x="2135560" y="6147796"/>
            <a:ext cx="528384" cy="528384"/>
          </a:xfrm>
          <a:prstGeom prst="rect">
            <a:avLst/>
          </a:prstGeom>
        </p:spPr>
      </p:pic>
    </p:spTree>
    <p:extLst>
      <p:ext uri="{BB962C8B-B14F-4D97-AF65-F5344CB8AC3E}">
        <p14:creationId xmlns:p14="http://schemas.microsoft.com/office/powerpoint/2010/main" val="3228003979"/>
      </p:ext>
    </p:extLst>
  </p:cSld>
  <p:clrMap bg1="lt1" tx1="dk1" bg2="lt2" tx2="dk2" accent1="accent1" accent2="accent2" accent3="accent3" accent4="accent4" accent5="accent5" accent6="accent6" hlink="hlink" folHlink="folHlink"/>
  <p:sldLayoutIdLst>
    <p:sldLayoutId id="2147485780" r:id="rId1"/>
    <p:sldLayoutId id="2147485781" r:id="rId2"/>
    <p:sldLayoutId id="2147485782" r:id="rId3"/>
    <p:sldLayoutId id="2147485783" r:id="rId4"/>
    <p:sldLayoutId id="2147485784" r:id="rId5"/>
    <p:sldLayoutId id="2147485785" r:id="rId6"/>
    <p:sldLayoutId id="2147485786" r:id="rId7"/>
    <p:sldLayoutId id="2147485787" r:id="rId8"/>
    <p:sldLayoutId id="2147485788" r:id="rId9"/>
    <p:sldLayoutId id="2147485789" r:id="rId10"/>
    <p:sldLayoutId id="2147485790"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ittel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b-NO"/>
              <a:t>Klikk for å redigere tittelstil</a:t>
            </a:r>
          </a:p>
        </p:txBody>
      </p:sp>
      <p:sp>
        <p:nvSpPr>
          <p:cNvPr id="3" name="Plassholder for teks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F81EAA-3045-4029-949A-207E72B1C360}" type="datetime1">
              <a:rPr lang="nb-NO" smtClean="0"/>
              <a:t>27.08.2024</a:t>
            </a:fld>
            <a:endParaRPr lang="nb-NO"/>
          </a:p>
        </p:txBody>
      </p:sp>
      <p:sp>
        <p:nvSpPr>
          <p:cNvPr id="5" name="Plassholder for bunntekst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nb-NO"/>
              <a:t>Control Trafikkskole</a:t>
            </a:r>
          </a:p>
        </p:txBody>
      </p:sp>
      <p:sp>
        <p:nvSpPr>
          <p:cNvPr id="6" name="Plassholder for lysbildenumm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EBBCFE-599B-47F9-B84D-4259C5E2055D}" type="slidenum">
              <a:rPr lang="nb-NO" smtClean="0"/>
              <a:t>‹#›</a:t>
            </a:fld>
            <a:endParaRPr lang="nb-NO"/>
          </a:p>
        </p:txBody>
      </p:sp>
      <p:sp>
        <p:nvSpPr>
          <p:cNvPr id="7" name="Rektangel 6"/>
          <p:cNvSpPr/>
          <p:nvPr userDrawn="1"/>
        </p:nvSpPr>
        <p:spPr>
          <a:xfrm>
            <a:off x="353025" y="2230305"/>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S</a:t>
            </a:r>
          </a:p>
        </p:txBody>
      </p:sp>
      <p:sp>
        <p:nvSpPr>
          <p:cNvPr id="8" name="Rektangel 7"/>
          <p:cNvSpPr/>
          <p:nvPr userDrawn="1"/>
        </p:nvSpPr>
        <p:spPr>
          <a:xfrm>
            <a:off x="262178" y="283839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O</a:t>
            </a:r>
          </a:p>
        </p:txBody>
      </p:sp>
      <p:sp>
        <p:nvSpPr>
          <p:cNvPr id="9" name="Rektangel 8"/>
          <p:cNvSpPr/>
          <p:nvPr userDrawn="1"/>
        </p:nvSpPr>
        <p:spPr>
          <a:xfrm>
            <a:off x="170143" y="3446489"/>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A</a:t>
            </a:r>
          </a:p>
        </p:txBody>
      </p:sp>
      <p:sp>
        <p:nvSpPr>
          <p:cNvPr id="10" name="Parallellogram 9">
            <a:hlinkClick r:id="rId19" action="ppaction://hlinksldjump"/>
          </p:cNvPr>
          <p:cNvSpPr/>
          <p:nvPr userDrawn="1"/>
        </p:nvSpPr>
        <p:spPr>
          <a:xfrm>
            <a:off x="5367340" y="6148372"/>
            <a:ext cx="1511308" cy="518400"/>
          </a:xfrm>
          <a:prstGeom prst="parallelogram">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1</a:t>
            </a:r>
          </a:p>
        </p:txBody>
      </p:sp>
      <p:sp>
        <p:nvSpPr>
          <p:cNvPr id="11" name="Parallellogram 10">
            <a:hlinkClick r:id="rId20" action="ppaction://hlinksldjump"/>
          </p:cNvPr>
          <p:cNvSpPr/>
          <p:nvPr userDrawn="1"/>
        </p:nvSpPr>
        <p:spPr>
          <a:xfrm>
            <a:off x="6877153"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2</a:t>
            </a:r>
          </a:p>
        </p:txBody>
      </p:sp>
      <p:sp>
        <p:nvSpPr>
          <p:cNvPr id="12" name="Parallellogram 11">
            <a:hlinkClick r:id="rId21" action="ppaction://hlinksldjump"/>
          </p:cNvPr>
          <p:cNvSpPr/>
          <p:nvPr userDrawn="1"/>
        </p:nvSpPr>
        <p:spPr>
          <a:xfrm>
            <a:off x="989827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4</a:t>
            </a:r>
          </a:p>
        </p:txBody>
      </p:sp>
      <p:sp>
        <p:nvSpPr>
          <p:cNvPr id="13" name="Parallellogram 12">
            <a:hlinkClick r:id="rId22" action="ppaction://hlinksldjump"/>
          </p:cNvPr>
          <p:cNvSpPr/>
          <p:nvPr userDrawn="1"/>
        </p:nvSpPr>
        <p:spPr>
          <a:xfrm>
            <a:off x="300038"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Trafikk-opplæringen</a:t>
            </a:r>
            <a:endParaRPr lang="nb-NO" sz="900" i="1" dirty="0">
              <a:solidFill>
                <a:schemeClr val="tx1"/>
              </a:solidFill>
            </a:endParaRPr>
          </a:p>
        </p:txBody>
      </p:sp>
      <p:sp>
        <p:nvSpPr>
          <p:cNvPr id="14" name="Parallellogram 13">
            <a:hlinkClick r:id="rId23" action="ppaction://hlinksldjump"/>
          </p:cNvPr>
          <p:cNvSpPr/>
          <p:nvPr userDrawn="1"/>
        </p:nvSpPr>
        <p:spPr>
          <a:xfrm>
            <a:off x="1542565"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Trafikk og førerrollen</a:t>
            </a:r>
            <a:endParaRPr lang="nb-NO" sz="900" i="1" dirty="0">
              <a:solidFill>
                <a:schemeClr val="tx1"/>
              </a:solidFill>
            </a:endParaRPr>
          </a:p>
        </p:txBody>
      </p:sp>
      <p:sp>
        <p:nvSpPr>
          <p:cNvPr id="15" name="Parallellogram 14">
            <a:hlinkClick r:id="rId24" action="ppaction://hlinksldjump"/>
          </p:cNvPr>
          <p:cNvSpPr/>
          <p:nvPr userDrawn="1"/>
        </p:nvSpPr>
        <p:spPr>
          <a:xfrm>
            <a:off x="2795685"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Mennesket i trafikken</a:t>
            </a:r>
            <a:endParaRPr lang="nb-NO" sz="900" i="1" dirty="0">
              <a:solidFill>
                <a:schemeClr val="tx1"/>
              </a:solidFill>
            </a:endParaRPr>
          </a:p>
        </p:txBody>
      </p:sp>
      <p:sp>
        <p:nvSpPr>
          <p:cNvPr id="16" name="Parallellogram 15">
            <a:hlinkClick r:id="rId25" action="ppaction://hlinksldjump"/>
          </p:cNvPr>
          <p:cNvSpPr/>
          <p:nvPr userDrawn="1"/>
        </p:nvSpPr>
        <p:spPr>
          <a:xfrm>
            <a:off x="4038212" y="152613"/>
            <a:ext cx="1368000" cy="6840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Øvingskjøring og kjøreerfaring</a:t>
            </a:r>
            <a:endParaRPr lang="nb-NO" sz="900" i="1" dirty="0">
              <a:solidFill>
                <a:schemeClr val="tx1"/>
              </a:solidFill>
            </a:endParaRPr>
          </a:p>
        </p:txBody>
      </p:sp>
      <p:sp>
        <p:nvSpPr>
          <p:cNvPr id="17" name="Parallellogram 16">
            <a:hlinkClick r:id="rId26" action="ppaction://hlinksldjump"/>
          </p:cNvPr>
          <p:cNvSpPr/>
          <p:nvPr userDrawn="1"/>
        </p:nvSpPr>
        <p:spPr>
          <a:xfrm>
            <a:off x="5291332"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Plikter ved trafikkuhell </a:t>
            </a:r>
            <a:endParaRPr lang="nb-NO" sz="900" i="1" dirty="0">
              <a:solidFill>
                <a:schemeClr val="tx1"/>
              </a:solidFill>
            </a:endParaRPr>
          </a:p>
        </p:txBody>
      </p:sp>
      <p:sp>
        <p:nvSpPr>
          <p:cNvPr id="18" name="Parallellogram 17">
            <a:hlinkClick r:id="rId27" action="ppaction://hlinksldjump"/>
          </p:cNvPr>
          <p:cNvSpPr/>
          <p:nvPr userDrawn="1"/>
        </p:nvSpPr>
        <p:spPr>
          <a:xfrm>
            <a:off x="6533859"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Tiltak ved trafikkulykke</a:t>
            </a:r>
            <a:endParaRPr lang="nb-NO" sz="900" i="1" dirty="0">
              <a:solidFill>
                <a:schemeClr val="tx1"/>
              </a:solidFill>
            </a:endParaRPr>
          </a:p>
        </p:txBody>
      </p:sp>
      <p:sp>
        <p:nvSpPr>
          <p:cNvPr id="19" name="Parallellogram 18">
            <a:hlinkClick r:id="rId28" action="ppaction://hlinksldjump"/>
          </p:cNvPr>
          <p:cNvSpPr/>
          <p:nvPr userDrawn="1"/>
        </p:nvSpPr>
        <p:spPr>
          <a:xfrm>
            <a:off x="7786979"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Trafikant i mørket</a:t>
            </a:r>
            <a:endParaRPr lang="nb-NO" sz="900" i="1" dirty="0">
              <a:solidFill>
                <a:schemeClr val="tx1"/>
              </a:solidFill>
            </a:endParaRPr>
          </a:p>
        </p:txBody>
      </p:sp>
      <p:sp>
        <p:nvSpPr>
          <p:cNvPr id="20" name="Rektangel 19"/>
          <p:cNvSpPr/>
          <p:nvPr userDrawn="1"/>
        </p:nvSpPr>
        <p:spPr>
          <a:xfrm>
            <a:off x="48893" y="406347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H</a:t>
            </a:r>
          </a:p>
        </p:txBody>
      </p:sp>
      <p:sp>
        <p:nvSpPr>
          <p:cNvPr id="25" name="Parallellogram 24">
            <a:hlinkClick r:id="rId29" action="ppaction://hlinksldjump"/>
          </p:cNvPr>
          <p:cNvSpPr/>
          <p:nvPr userDrawn="1"/>
        </p:nvSpPr>
        <p:spPr>
          <a:xfrm>
            <a:off x="838771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3</a:t>
            </a:r>
          </a:p>
        </p:txBody>
      </p:sp>
      <p:sp>
        <p:nvSpPr>
          <p:cNvPr id="26" name="Handlingsknapp: gå til Hjem 25">
            <a:hlinkClick r:id="" action="ppaction://hlinkshowjump?jump=firstslide" highlightClick="1"/>
          </p:cNvPr>
          <p:cNvSpPr/>
          <p:nvPr userDrawn="1"/>
        </p:nvSpPr>
        <p:spPr>
          <a:xfrm>
            <a:off x="2792571" y="6148372"/>
            <a:ext cx="504000" cy="517667"/>
          </a:xfrm>
          <a:prstGeom prst="actionButtonHom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27" name="Handlingsknapp: gå tilbake eller til forrige 26">
            <a:hlinkClick r:id="" action="ppaction://hlinkshowjump?jump=previousslide" highlightClick="1"/>
          </p:cNvPr>
          <p:cNvSpPr/>
          <p:nvPr userDrawn="1"/>
        </p:nvSpPr>
        <p:spPr>
          <a:xfrm>
            <a:off x="3366413" y="6148372"/>
            <a:ext cx="504000" cy="517667"/>
          </a:xfrm>
          <a:prstGeom prst="actionButtonBackPrevious">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28" name="Handlingsknapp: gå framover eller til neste 27">
            <a:hlinkClick r:id="" action="ppaction://hlinkshowjump?jump=nextslide" highlightClick="1"/>
          </p:cNvPr>
          <p:cNvSpPr/>
          <p:nvPr userDrawn="1"/>
        </p:nvSpPr>
        <p:spPr>
          <a:xfrm>
            <a:off x="3940255" y="6148372"/>
            <a:ext cx="504000" cy="517667"/>
          </a:xfrm>
          <a:prstGeom prst="actionButtonForwardNex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29" name="Bilde 28" descr="Skjermutklipp">
            <a:hlinkClick r:id="rId30"/>
          </p:cNvPr>
          <p:cNvPicPr>
            <a:picLocks noChangeAspect="1"/>
          </p:cNvPicPr>
          <p:nvPr userDrawn="1"/>
        </p:nvPicPr>
        <p:blipFill>
          <a:blip r:embed="rId31">
            <a:extLst>
              <a:ext uri="{28A0092B-C50C-407E-A947-70E740481C1C}">
                <a14:useLocalDpi xmlns:a14="http://schemas.microsoft.com/office/drawing/2010/main" val="0"/>
              </a:ext>
            </a:extLst>
          </a:blip>
          <a:stretch>
            <a:fillRect/>
          </a:stretch>
        </p:blipFill>
        <p:spPr>
          <a:xfrm>
            <a:off x="4584245" y="6148372"/>
            <a:ext cx="398655" cy="504000"/>
          </a:xfrm>
          <a:prstGeom prst="rect">
            <a:avLst/>
          </a:prstGeom>
        </p:spPr>
      </p:pic>
      <p:pic>
        <p:nvPicPr>
          <p:cNvPr id="30" name="Bilde 29">
            <a:hlinkClick r:id="rId32"/>
          </p:cNvPr>
          <p:cNvPicPr>
            <a:picLocks noChangeAspect="1"/>
          </p:cNvPicPr>
          <p:nvPr userDrawn="1"/>
        </p:nvPicPr>
        <p:blipFill>
          <a:blip r:embed="rId33">
            <a:extLst>
              <a:ext uri="{28A0092B-C50C-407E-A947-70E740481C1C}">
                <a14:useLocalDpi xmlns:a14="http://schemas.microsoft.com/office/drawing/2010/main" val="0"/>
              </a:ext>
            </a:extLst>
          </a:blip>
          <a:stretch>
            <a:fillRect/>
          </a:stretch>
        </p:blipFill>
        <p:spPr>
          <a:xfrm>
            <a:off x="2135560" y="6147796"/>
            <a:ext cx="528384" cy="528384"/>
          </a:xfrm>
          <a:prstGeom prst="rect">
            <a:avLst/>
          </a:prstGeom>
        </p:spPr>
      </p:pic>
    </p:spTree>
    <p:extLst>
      <p:ext uri="{BB962C8B-B14F-4D97-AF65-F5344CB8AC3E}">
        <p14:creationId xmlns:p14="http://schemas.microsoft.com/office/powerpoint/2010/main" val="4231577490"/>
      </p:ext>
    </p:extLst>
  </p:cSld>
  <p:clrMap bg1="lt1" tx1="dk1" bg2="lt2" tx2="dk2" accent1="accent1" accent2="accent2" accent3="accent3" accent4="accent4" accent5="accent5" accent6="accent6" hlink="hlink" folHlink="folHlink"/>
  <p:sldLayoutIdLst>
    <p:sldLayoutId id="2147485792" r:id="rId1"/>
    <p:sldLayoutId id="2147485793" r:id="rId2"/>
    <p:sldLayoutId id="2147485794" r:id="rId3"/>
    <p:sldLayoutId id="2147485795" r:id="rId4"/>
    <p:sldLayoutId id="2147485796" r:id="rId5"/>
    <p:sldLayoutId id="2147485797" r:id="rId6"/>
    <p:sldLayoutId id="2147485798" r:id="rId7"/>
    <p:sldLayoutId id="2147485799" r:id="rId8"/>
    <p:sldLayoutId id="2147485800" r:id="rId9"/>
    <p:sldLayoutId id="2147485801" r:id="rId10"/>
    <p:sldLayoutId id="2147485802" r:id="rId11"/>
    <p:sldLayoutId id="2147485803" r:id="rId12"/>
    <p:sldLayoutId id="2147485804" r:id="rId13"/>
    <p:sldLayoutId id="2147485805" r:id="rId14"/>
    <p:sldLayoutId id="2147485806" r:id="rId15"/>
    <p:sldLayoutId id="2147485807" r:id="rId16"/>
    <p:sldLayoutId id="2147485808" r:id="rId17"/>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ittel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b-NO"/>
              <a:t>Klikk for å redigere tittelstil</a:t>
            </a:r>
          </a:p>
        </p:txBody>
      </p:sp>
      <p:sp>
        <p:nvSpPr>
          <p:cNvPr id="3" name="Plassholder for teks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2BC295-7136-46B5-A942-546EFABBACA9}" type="datetime1">
              <a:rPr lang="nb-NO" smtClean="0"/>
              <a:t>27.08.2024</a:t>
            </a:fld>
            <a:endParaRPr lang="nb-NO"/>
          </a:p>
        </p:txBody>
      </p:sp>
      <p:sp>
        <p:nvSpPr>
          <p:cNvPr id="5" name="Plassholder for bunntekst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nb-NO"/>
              <a:t>Control Trafikkskole</a:t>
            </a:r>
          </a:p>
        </p:txBody>
      </p:sp>
      <p:sp>
        <p:nvSpPr>
          <p:cNvPr id="6" name="Plassholder for lysbildenumm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EBBCFE-599B-47F9-B84D-4259C5E2055D}" type="slidenum">
              <a:rPr lang="nb-NO" smtClean="0"/>
              <a:t>‹#›</a:t>
            </a:fld>
            <a:endParaRPr lang="nb-NO"/>
          </a:p>
        </p:txBody>
      </p:sp>
      <p:sp>
        <p:nvSpPr>
          <p:cNvPr id="7" name="Rektangel 6"/>
          <p:cNvSpPr/>
          <p:nvPr userDrawn="1"/>
        </p:nvSpPr>
        <p:spPr>
          <a:xfrm>
            <a:off x="353025" y="2230305"/>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S</a:t>
            </a:r>
          </a:p>
        </p:txBody>
      </p:sp>
      <p:sp>
        <p:nvSpPr>
          <p:cNvPr id="8" name="Rektangel 7"/>
          <p:cNvSpPr/>
          <p:nvPr userDrawn="1"/>
        </p:nvSpPr>
        <p:spPr>
          <a:xfrm>
            <a:off x="262178" y="283839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O</a:t>
            </a:r>
          </a:p>
        </p:txBody>
      </p:sp>
      <p:sp>
        <p:nvSpPr>
          <p:cNvPr id="9" name="Rektangel 8"/>
          <p:cNvSpPr/>
          <p:nvPr userDrawn="1"/>
        </p:nvSpPr>
        <p:spPr>
          <a:xfrm>
            <a:off x="170143" y="3446489"/>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A</a:t>
            </a:r>
          </a:p>
        </p:txBody>
      </p:sp>
      <p:sp>
        <p:nvSpPr>
          <p:cNvPr id="10" name="Parallellogram 9">
            <a:hlinkClick r:id="rId19" action="ppaction://hlinksldjump"/>
          </p:cNvPr>
          <p:cNvSpPr/>
          <p:nvPr userDrawn="1"/>
        </p:nvSpPr>
        <p:spPr>
          <a:xfrm>
            <a:off x="5367340" y="6148372"/>
            <a:ext cx="1511308" cy="518400"/>
          </a:xfrm>
          <a:prstGeom prst="parallelogram">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1</a:t>
            </a:r>
          </a:p>
        </p:txBody>
      </p:sp>
      <p:sp>
        <p:nvSpPr>
          <p:cNvPr id="11" name="Parallellogram 10">
            <a:hlinkClick r:id="rId20" action="ppaction://hlinksldjump"/>
          </p:cNvPr>
          <p:cNvSpPr/>
          <p:nvPr userDrawn="1"/>
        </p:nvSpPr>
        <p:spPr>
          <a:xfrm>
            <a:off x="6877153"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2</a:t>
            </a:r>
          </a:p>
        </p:txBody>
      </p:sp>
      <p:sp>
        <p:nvSpPr>
          <p:cNvPr id="12" name="Parallellogram 11">
            <a:hlinkClick r:id="rId21" action="ppaction://hlinksldjump"/>
          </p:cNvPr>
          <p:cNvSpPr/>
          <p:nvPr userDrawn="1"/>
        </p:nvSpPr>
        <p:spPr>
          <a:xfrm>
            <a:off x="989827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4</a:t>
            </a:r>
          </a:p>
        </p:txBody>
      </p:sp>
      <p:sp>
        <p:nvSpPr>
          <p:cNvPr id="13" name="Parallellogram 12">
            <a:hlinkClick r:id="rId22" action="ppaction://hlinksldjump"/>
          </p:cNvPr>
          <p:cNvSpPr/>
          <p:nvPr userDrawn="1"/>
        </p:nvSpPr>
        <p:spPr>
          <a:xfrm>
            <a:off x="300038"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Trafikk-opplæringen</a:t>
            </a:r>
            <a:endParaRPr lang="nb-NO" sz="900" i="1" dirty="0">
              <a:solidFill>
                <a:schemeClr val="tx1"/>
              </a:solidFill>
            </a:endParaRPr>
          </a:p>
        </p:txBody>
      </p:sp>
      <p:sp>
        <p:nvSpPr>
          <p:cNvPr id="14" name="Parallellogram 13">
            <a:hlinkClick r:id="rId23" action="ppaction://hlinksldjump"/>
          </p:cNvPr>
          <p:cNvSpPr/>
          <p:nvPr userDrawn="1"/>
        </p:nvSpPr>
        <p:spPr>
          <a:xfrm>
            <a:off x="1542565"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Trafikk og førerrollen</a:t>
            </a:r>
            <a:endParaRPr lang="nb-NO" sz="900" i="1" dirty="0">
              <a:solidFill>
                <a:schemeClr val="tx1"/>
              </a:solidFill>
            </a:endParaRPr>
          </a:p>
        </p:txBody>
      </p:sp>
      <p:sp>
        <p:nvSpPr>
          <p:cNvPr id="15" name="Parallellogram 14">
            <a:hlinkClick r:id="rId24" action="ppaction://hlinksldjump"/>
          </p:cNvPr>
          <p:cNvSpPr/>
          <p:nvPr userDrawn="1"/>
        </p:nvSpPr>
        <p:spPr>
          <a:xfrm>
            <a:off x="2795685"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Mennesket i trafikken</a:t>
            </a:r>
            <a:endParaRPr lang="nb-NO" sz="900" i="1" dirty="0">
              <a:solidFill>
                <a:schemeClr val="tx1"/>
              </a:solidFill>
            </a:endParaRPr>
          </a:p>
        </p:txBody>
      </p:sp>
      <p:sp>
        <p:nvSpPr>
          <p:cNvPr id="16" name="Parallellogram 15">
            <a:hlinkClick r:id="rId25" action="ppaction://hlinksldjump"/>
          </p:cNvPr>
          <p:cNvSpPr/>
          <p:nvPr userDrawn="1"/>
        </p:nvSpPr>
        <p:spPr>
          <a:xfrm>
            <a:off x="4038212"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Øvingskjøring og kjøreerfaring</a:t>
            </a:r>
            <a:endParaRPr lang="nb-NO" sz="900" i="1" dirty="0">
              <a:solidFill>
                <a:schemeClr val="tx1"/>
              </a:solidFill>
            </a:endParaRPr>
          </a:p>
        </p:txBody>
      </p:sp>
      <p:sp>
        <p:nvSpPr>
          <p:cNvPr id="17" name="Parallellogram 16">
            <a:hlinkClick r:id="rId26" action="ppaction://hlinksldjump"/>
          </p:cNvPr>
          <p:cNvSpPr/>
          <p:nvPr userDrawn="1"/>
        </p:nvSpPr>
        <p:spPr>
          <a:xfrm>
            <a:off x="5291332" y="152613"/>
            <a:ext cx="1368000" cy="6840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Plikter ved trafikkuhell </a:t>
            </a:r>
            <a:endParaRPr lang="nb-NO" sz="900" i="1" dirty="0">
              <a:solidFill>
                <a:schemeClr val="tx1"/>
              </a:solidFill>
            </a:endParaRPr>
          </a:p>
        </p:txBody>
      </p:sp>
      <p:sp>
        <p:nvSpPr>
          <p:cNvPr id="18" name="Parallellogram 17">
            <a:hlinkClick r:id="rId27" action="ppaction://hlinksldjump"/>
          </p:cNvPr>
          <p:cNvSpPr/>
          <p:nvPr userDrawn="1"/>
        </p:nvSpPr>
        <p:spPr>
          <a:xfrm>
            <a:off x="6533859"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Tiltak ved trafikkulykke</a:t>
            </a:r>
            <a:endParaRPr lang="nb-NO" sz="900" i="1" dirty="0">
              <a:solidFill>
                <a:schemeClr val="tx1"/>
              </a:solidFill>
            </a:endParaRPr>
          </a:p>
        </p:txBody>
      </p:sp>
      <p:sp>
        <p:nvSpPr>
          <p:cNvPr id="19" name="Parallellogram 18">
            <a:hlinkClick r:id="rId28" action="ppaction://hlinksldjump"/>
          </p:cNvPr>
          <p:cNvSpPr/>
          <p:nvPr userDrawn="1"/>
        </p:nvSpPr>
        <p:spPr>
          <a:xfrm>
            <a:off x="7786979"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Trafikant i mørket</a:t>
            </a:r>
            <a:endParaRPr lang="nb-NO" sz="900" i="1" dirty="0">
              <a:solidFill>
                <a:schemeClr val="tx1"/>
              </a:solidFill>
            </a:endParaRPr>
          </a:p>
        </p:txBody>
      </p:sp>
      <p:sp>
        <p:nvSpPr>
          <p:cNvPr id="20" name="Rektangel 19"/>
          <p:cNvSpPr/>
          <p:nvPr userDrawn="1"/>
        </p:nvSpPr>
        <p:spPr>
          <a:xfrm>
            <a:off x="48893" y="406347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H</a:t>
            </a:r>
          </a:p>
        </p:txBody>
      </p:sp>
      <p:sp>
        <p:nvSpPr>
          <p:cNvPr id="25" name="Parallellogram 24">
            <a:hlinkClick r:id="rId29" action="ppaction://hlinksldjump"/>
          </p:cNvPr>
          <p:cNvSpPr/>
          <p:nvPr userDrawn="1"/>
        </p:nvSpPr>
        <p:spPr>
          <a:xfrm>
            <a:off x="838771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3</a:t>
            </a:r>
          </a:p>
        </p:txBody>
      </p:sp>
      <p:sp>
        <p:nvSpPr>
          <p:cNvPr id="26" name="Handlingsknapp: gå til Hjem 25">
            <a:hlinkClick r:id="" action="ppaction://hlinkshowjump?jump=firstslide" highlightClick="1"/>
          </p:cNvPr>
          <p:cNvSpPr/>
          <p:nvPr userDrawn="1"/>
        </p:nvSpPr>
        <p:spPr>
          <a:xfrm>
            <a:off x="2792571" y="6148372"/>
            <a:ext cx="504000" cy="517667"/>
          </a:xfrm>
          <a:prstGeom prst="actionButtonHom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27" name="Handlingsknapp: gå tilbake eller til forrige 26">
            <a:hlinkClick r:id="" action="ppaction://hlinkshowjump?jump=previousslide" highlightClick="1"/>
          </p:cNvPr>
          <p:cNvSpPr/>
          <p:nvPr userDrawn="1"/>
        </p:nvSpPr>
        <p:spPr>
          <a:xfrm>
            <a:off x="3366413" y="6148372"/>
            <a:ext cx="504000" cy="517667"/>
          </a:xfrm>
          <a:prstGeom prst="actionButtonBackPrevious">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28" name="Handlingsknapp: gå framover eller til neste 27">
            <a:hlinkClick r:id="" action="ppaction://hlinkshowjump?jump=nextslide" highlightClick="1"/>
          </p:cNvPr>
          <p:cNvSpPr/>
          <p:nvPr userDrawn="1"/>
        </p:nvSpPr>
        <p:spPr>
          <a:xfrm>
            <a:off x="3940255" y="6148372"/>
            <a:ext cx="504000" cy="517667"/>
          </a:xfrm>
          <a:prstGeom prst="actionButtonForwardNex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29" name="Bilde 28" descr="Skjermutklipp">
            <a:hlinkClick r:id="rId30"/>
          </p:cNvPr>
          <p:cNvPicPr>
            <a:picLocks noChangeAspect="1"/>
          </p:cNvPicPr>
          <p:nvPr userDrawn="1"/>
        </p:nvPicPr>
        <p:blipFill>
          <a:blip r:embed="rId31">
            <a:extLst>
              <a:ext uri="{28A0092B-C50C-407E-A947-70E740481C1C}">
                <a14:useLocalDpi xmlns:a14="http://schemas.microsoft.com/office/drawing/2010/main" val="0"/>
              </a:ext>
            </a:extLst>
          </a:blip>
          <a:stretch>
            <a:fillRect/>
          </a:stretch>
        </p:blipFill>
        <p:spPr>
          <a:xfrm>
            <a:off x="4584245" y="6148372"/>
            <a:ext cx="398655" cy="504000"/>
          </a:xfrm>
          <a:prstGeom prst="rect">
            <a:avLst/>
          </a:prstGeom>
        </p:spPr>
      </p:pic>
      <p:pic>
        <p:nvPicPr>
          <p:cNvPr id="30" name="Bilde 29">
            <a:hlinkClick r:id="rId32"/>
          </p:cNvPr>
          <p:cNvPicPr>
            <a:picLocks noChangeAspect="1"/>
          </p:cNvPicPr>
          <p:nvPr userDrawn="1"/>
        </p:nvPicPr>
        <p:blipFill>
          <a:blip r:embed="rId33">
            <a:extLst>
              <a:ext uri="{28A0092B-C50C-407E-A947-70E740481C1C}">
                <a14:useLocalDpi xmlns:a14="http://schemas.microsoft.com/office/drawing/2010/main" val="0"/>
              </a:ext>
            </a:extLst>
          </a:blip>
          <a:stretch>
            <a:fillRect/>
          </a:stretch>
        </p:blipFill>
        <p:spPr>
          <a:xfrm>
            <a:off x="2135560" y="6147796"/>
            <a:ext cx="528384" cy="528384"/>
          </a:xfrm>
          <a:prstGeom prst="rect">
            <a:avLst/>
          </a:prstGeom>
        </p:spPr>
      </p:pic>
    </p:spTree>
    <p:extLst>
      <p:ext uri="{BB962C8B-B14F-4D97-AF65-F5344CB8AC3E}">
        <p14:creationId xmlns:p14="http://schemas.microsoft.com/office/powerpoint/2010/main" val="1888932329"/>
      </p:ext>
    </p:extLst>
  </p:cSld>
  <p:clrMap bg1="lt1" tx1="dk1" bg2="lt2" tx2="dk2" accent1="accent1" accent2="accent2" accent3="accent3" accent4="accent4" accent5="accent5" accent6="accent6" hlink="hlink" folHlink="folHlink"/>
  <p:sldLayoutIdLst>
    <p:sldLayoutId id="2147485810" r:id="rId1"/>
    <p:sldLayoutId id="2147485811" r:id="rId2"/>
    <p:sldLayoutId id="2147485812" r:id="rId3"/>
    <p:sldLayoutId id="2147485813" r:id="rId4"/>
    <p:sldLayoutId id="2147485814" r:id="rId5"/>
    <p:sldLayoutId id="2147485815" r:id="rId6"/>
    <p:sldLayoutId id="2147485816" r:id="rId7"/>
    <p:sldLayoutId id="2147485817" r:id="rId8"/>
    <p:sldLayoutId id="2147485818" r:id="rId9"/>
    <p:sldLayoutId id="2147485819" r:id="rId10"/>
    <p:sldLayoutId id="2147485820" r:id="rId11"/>
    <p:sldLayoutId id="2147485821" r:id="rId12"/>
    <p:sldLayoutId id="2147485822" r:id="rId13"/>
    <p:sldLayoutId id="2147485823" r:id="rId14"/>
    <p:sldLayoutId id="2147485824" r:id="rId15"/>
    <p:sldLayoutId id="2147485825" r:id="rId16"/>
    <p:sldLayoutId id="2147485826" r:id="rId17"/>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ittel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b-NO"/>
              <a:t>Klikk for å redigere tittelstil</a:t>
            </a:r>
          </a:p>
        </p:txBody>
      </p:sp>
      <p:sp>
        <p:nvSpPr>
          <p:cNvPr id="3" name="Plassholder for teks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C4BD10-899F-4D88-A40B-A329C776014F}" type="datetime1">
              <a:rPr lang="nb-NO" smtClean="0"/>
              <a:t>27.08.2024</a:t>
            </a:fld>
            <a:endParaRPr lang="nb-NO"/>
          </a:p>
        </p:txBody>
      </p:sp>
      <p:sp>
        <p:nvSpPr>
          <p:cNvPr id="5" name="Plassholder for bunntekst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nb-NO"/>
              <a:t>Control Trafikkskole</a:t>
            </a:r>
          </a:p>
        </p:txBody>
      </p:sp>
      <p:sp>
        <p:nvSpPr>
          <p:cNvPr id="6" name="Plassholder for lysbildenumm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EBBCFE-599B-47F9-B84D-4259C5E2055D}" type="slidenum">
              <a:rPr lang="nb-NO" smtClean="0"/>
              <a:t>‹#›</a:t>
            </a:fld>
            <a:endParaRPr lang="nb-NO"/>
          </a:p>
        </p:txBody>
      </p:sp>
      <p:sp>
        <p:nvSpPr>
          <p:cNvPr id="7" name="Rektangel 6"/>
          <p:cNvSpPr/>
          <p:nvPr userDrawn="1"/>
        </p:nvSpPr>
        <p:spPr>
          <a:xfrm>
            <a:off x="353025" y="2230305"/>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S</a:t>
            </a:r>
          </a:p>
        </p:txBody>
      </p:sp>
      <p:sp>
        <p:nvSpPr>
          <p:cNvPr id="8" name="Rektangel 7"/>
          <p:cNvSpPr/>
          <p:nvPr userDrawn="1"/>
        </p:nvSpPr>
        <p:spPr>
          <a:xfrm>
            <a:off x="262178" y="283839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O</a:t>
            </a:r>
          </a:p>
        </p:txBody>
      </p:sp>
      <p:sp>
        <p:nvSpPr>
          <p:cNvPr id="9" name="Rektangel 8"/>
          <p:cNvSpPr/>
          <p:nvPr userDrawn="1"/>
        </p:nvSpPr>
        <p:spPr>
          <a:xfrm>
            <a:off x="170143" y="3446489"/>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A</a:t>
            </a:r>
          </a:p>
        </p:txBody>
      </p:sp>
      <p:sp>
        <p:nvSpPr>
          <p:cNvPr id="10" name="Parallellogram 9">
            <a:hlinkClick r:id="rId19" action="ppaction://hlinksldjump"/>
          </p:cNvPr>
          <p:cNvSpPr/>
          <p:nvPr userDrawn="1"/>
        </p:nvSpPr>
        <p:spPr>
          <a:xfrm>
            <a:off x="5367340" y="6148372"/>
            <a:ext cx="1511308" cy="518400"/>
          </a:xfrm>
          <a:prstGeom prst="parallelogram">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1</a:t>
            </a:r>
          </a:p>
        </p:txBody>
      </p:sp>
      <p:sp>
        <p:nvSpPr>
          <p:cNvPr id="11" name="Parallellogram 10">
            <a:hlinkClick r:id="rId20" action="ppaction://hlinksldjump"/>
          </p:cNvPr>
          <p:cNvSpPr/>
          <p:nvPr userDrawn="1"/>
        </p:nvSpPr>
        <p:spPr>
          <a:xfrm>
            <a:off x="6877153"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2</a:t>
            </a:r>
          </a:p>
        </p:txBody>
      </p:sp>
      <p:sp>
        <p:nvSpPr>
          <p:cNvPr id="12" name="Parallellogram 11">
            <a:hlinkClick r:id="rId21" action="ppaction://hlinksldjump"/>
          </p:cNvPr>
          <p:cNvSpPr/>
          <p:nvPr userDrawn="1"/>
        </p:nvSpPr>
        <p:spPr>
          <a:xfrm>
            <a:off x="989827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4</a:t>
            </a:r>
          </a:p>
        </p:txBody>
      </p:sp>
      <p:sp>
        <p:nvSpPr>
          <p:cNvPr id="13" name="Parallellogram 12">
            <a:hlinkClick r:id="rId22" action="ppaction://hlinksldjump"/>
          </p:cNvPr>
          <p:cNvSpPr/>
          <p:nvPr userDrawn="1"/>
        </p:nvSpPr>
        <p:spPr>
          <a:xfrm>
            <a:off x="300038"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Trafikk-opplæringen</a:t>
            </a:r>
            <a:endParaRPr lang="nb-NO" sz="900" i="1" dirty="0">
              <a:solidFill>
                <a:schemeClr val="tx1"/>
              </a:solidFill>
            </a:endParaRPr>
          </a:p>
        </p:txBody>
      </p:sp>
      <p:sp>
        <p:nvSpPr>
          <p:cNvPr id="14" name="Parallellogram 13">
            <a:hlinkClick r:id="rId23" action="ppaction://hlinksldjump"/>
          </p:cNvPr>
          <p:cNvSpPr/>
          <p:nvPr userDrawn="1"/>
        </p:nvSpPr>
        <p:spPr>
          <a:xfrm>
            <a:off x="1542565"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Trafikk og førerrollen</a:t>
            </a:r>
            <a:endParaRPr lang="nb-NO" sz="900" i="1" dirty="0">
              <a:solidFill>
                <a:schemeClr val="tx1"/>
              </a:solidFill>
            </a:endParaRPr>
          </a:p>
        </p:txBody>
      </p:sp>
      <p:sp>
        <p:nvSpPr>
          <p:cNvPr id="15" name="Parallellogram 14">
            <a:hlinkClick r:id="rId24" action="ppaction://hlinksldjump"/>
          </p:cNvPr>
          <p:cNvSpPr/>
          <p:nvPr userDrawn="1"/>
        </p:nvSpPr>
        <p:spPr>
          <a:xfrm>
            <a:off x="2795685"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Mennesket i trafikken</a:t>
            </a:r>
            <a:endParaRPr lang="nb-NO" sz="900" i="1" dirty="0">
              <a:solidFill>
                <a:schemeClr val="tx1"/>
              </a:solidFill>
            </a:endParaRPr>
          </a:p>
        </p:txBody>
      </p:sp>
      <p:sp>
        <p:nvSpPr>
          <p:cNvPr id="16" name="Parallellogram 15">
            <a:hlinkClick r:id="rId25" action="ppaction://hlinksldjump"/>
          </p:cNvPr>
          <p:cNvSpPr/>
          <p:nvPr userDrawn="1"/>
        </p:nvSpPr>
        <p:spPr>
          <a:xfrm>
            <a:off x="4038212"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Øvingskjøring og kjøreerfaring</a:t>
            </a:r>
            <a:endParaRPr lang="nb-NO" sz="900" i="1" dirty="0">
              <a:solidFill>
                <a:schemeClr val="tx1"/>
              </a:solidFill>
            </a:endParaRPr>
          </a:p>
        </p:txBody>
      </p:sp>
      <p:sp>
        <p:nvSpPr>
          <p:cNvPr id="17" name="Parallellogram 16">
            <a:hlinkClick r:id="rId26" action="ppaction://hlinksldjump"/>
          </p:cNvPr>
          <p:cNvSpPr/>
          <p:nvPr userDrawn="1"/>
        </p:nvSpPr>
        <p:spPr>
          <a:xfrm>
            <a:off x="5291332"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Plikter ved trafikkuhell </a:t>
            </a:r>
            <a:endParaRPr lang="nb-NO" sz="900" i="1" dirty="0">
              <a:solidFill>
                <a:schemeClr val="tx1"/>
              </a:solidFill>
            </a:endParaRPr>
          </a:p>
        </p:txBody>
      </p:sp>
      <p:sp>
        <p:nvSpPr>
          <p:cNvPr id="18" name="Parallellogram 17">
            <a:hlinkClick r:id="rId27" action="ppaction://hlinksldjump"/>
          </p:cNvPr>
          <p:cNvSpPr/>
          <p:nvPr userDrawn="1"/>
        </p:nvSpPr>
        <p:spPr>
          <a:xfrm>
            <a:off x="6533859" y="152613"/>
            <a:ext cx="1368000" cy="6840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Tiltak ved trafikkulykke</a:t>
            </a:r>
            <a:endParaRPr lang="nb-NO" sz="900" i="1" dirty="0">
              <a:solidFill>
                <a:schemeClr val="tx1"/>
              </a:solidFill>
            </a:endParaRPr>
          </a:p>
        </p:txBody>
      </p:sp>
      <p:sp>
        <p:nvSpPr>
          <p:cNvPr id="19" name="Parallellogram 18">
            <a:hlinkClick r:id="rId28" action="ppaction://hlinksldjump"/>
          </p:cNvPr>
          <p:cNvSpPr/>
          <p:nvPr userDrawn="1"/>
        </p:nvSpPr>
        <p:spPr>
          <a:xfrm>
            <a:off x="7786979"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Trafikant i mørket</a:t>
            </a:r>
            <a:endParaRPr lang="nb-NO" sz="900" i="1" dirty="0">
              <a:solidFill>
                <a:schemeClr val="tx1"/>
              </a:solidFill>
            </a:endParaRPr>
          </a:p>
        </p:txBody>
      </p:sp>
      <p:sp>
        <p:nvSpPr>
          <p:cNvPr id="20" name="Rektangel 19"/>
          <p:cNvSpPr/>
          <p:nvPr userDrawn="1"/>
        </p:nvSpPr>
        <p:spPr>
          <a:xfrm>
            <a:off x="48893" y="406347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H</a:t>
            </a:r>
          </a:p>
        </p:txBody>
      </p:sp>
      <p:sp>
        <p:nvSpPr>
          <p:cNvPr id="25" name="Parallellogram 24">
            <a:hlinkClick r:id="rId29" action="ppaction://hlinksldjump"/>
          </p:cNvPr>
          <p:cNvSpPr/>
          <p:nvPr userDrawn="1"/>
        </p:nvSpPr>
        <p:spPr>
          <a:xfrm>
            <a:off x="838771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3</a:t>
            </a:r>
          </a:p>
        </p:txBody>
      </p:sp>
      <p:sp>
        <p:nvSpPr>
          <p:cNvPr id="26" name="Handlingsknapp: gå til Hjem 25">
            <a:hlinkClick r:id="" action="ppaction://hlinkshowjump?jump=firstslide" highlightClick="1"/>
          </p:cNvPr>
          <p:cNvSpPr/>
          <p:nvPr userDrawn="1"/>
        </p:nvSpPr>
        <p:spPr>
          <a:xfrm>
            <a:off x="2792571" y="6148372"/>
            <a:ext cx="504000" cy="517667"/>
          </a:xfrm>
          <a:prstGeom prst="actionButtonHom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27" name="Handlingsknapp: gå tilbake eller til forrige 26">
            <a:hlinkClick r:id="" action="ppaction://hlinkshowjump?jump=previousslide" highlightClick="1"/>
          </p:cNvPr>
          <p:cNvSpPr/>
          <p:nvPr userDrawn="1"/>
        </p:nvSpPr>
        <p:spPr>
          <a:xfrm>
            <a:off x="3366413" y="6148372"/>
            <a:ext cx="504000" cy="517667"/>
          </a:xfrm>
          <a:prstGeom prst="actionButtonBackPrevious">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28" name="Handlingsknapp: gå framover eller til neste 27">
            <a:hlinkClick r:id="" action="ppaction://hlinkshowjump?jump=nextslide" highlightClick="1"/>
          </p:cNvPr>
          <p:cNvSpPr/>
          <p:nvPr userDrawn="1"/>
        </p:nvSpPr>
        <p:spPr>
          <a:xfrm>
            <a:off x="3940255" y="6148372"/>
            <a:ext cx="504000" cy="517667"/>
          </a:xfrm>
          <a:prstGeom prst="actionButtonForwardNex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29" name="Bilde 28" descr="Skjermutklipp">
            <a:hlinkClick r:id="rId30"/>
          </p:cNvPr>
          <p:cNvPicPr>
            <a:picLocks noChangeAspect="1"/>
          </p:cNvPicPr>
          <p:nvPr userDrawn="1"/>
        </p:nvPicPr>
        <p:blipFill>
          <a:blip r:embed="rId31">
            <a:extLst>
              <a:ext uri="{28A0092B-C50C-407E-A947-70E740481C1C}">
                <a14:useLocalDpi xmlns:a14="http://schemas.microsoft.com/office/drawing/2010/main" val="0"/>
              </a:ext>
            </a:extLst>
          </a:blip>
          <a:stretch>
            <a:fillRect/>
          </a:stretch>
        </p:blipFill>
        <p:spPr>
          <a:xfrm>
            <a:off x="4584245" y="6148372"/>
            <a:ext cx="398655" cy="504000"/>
          </a:xfrm>
          <a:prstGeom prst="rect">
            <a:avLst/>
          </a:prstGeom>
        </p:spPr>
      </p:pic>
      <p:pic>
        <p:nvPicPr>
          <p:cNvPr id="30" name="Bilde 29">
            <a:hlinkClick r:id="rId32"/>
          </p:cNvPr>
          <p:cNvPicPr>
            <a:picLocks noChangeAspect="1"/>
          </p:cNvPicPr>
          <p:nvPr userDrawn="1"/>
        </p:nvPicPr>
        <p:blipFill>
          <a:blip r:embed="rId33">
            <a:extLst>
              <a:ext uri="{28A0092B-C50C-407E-A947-70E740481C1C}">
                <a14:useLocalDpi xmlns:a14="http://schemas.microsoft.com/office/drawing/2010/main" val="0"/>
              </a:ext>
            </a:extLst>
          </a:blip>
          <a:stretch>
            <a:fillRect/>
          </a:stretch>
        </p:blipFill>
        <p:spPr>
          <a:xfrm>
            <a:off x="2135560" y="6147796"/>
            <a:ext cx="528384" cy="528384"/>
          </a:xfrm>
          <a:prstGeom prst="rect">
            <a:avLst/>
          </a:prstGeom>
        </p:spPr>
      </p:pic>
    </p:spTree>
    <p:extLst>
      <p:ext uri="{BB962C8B-B14F-4D97-AF65-F5344CB8AC3E}">
        <p14:creationId xmlns:p14="http://schemas.microsoft.com/office/powerpoint/2010/main" val="62740977"/>
      </p:ext>
    </p:extLst>
  </p:cSld>
  <p:clrMap bg1="lt1" tx1="dk1" bg2="lt2" tx2="dk2" accent1="accent1" accent2="accent2" accent3="accent3" accent4="accent4" accent5="accent5" accent6="accent6" hlink="hlink" folHlink="folHlink"/>
  <p:sldLayoutIdLst>
    <p:sldLayoutId id="2147485828" r:id="rId1"/>
    <p:sldLayoutId id="2147485829" r:id="rId2"/>
    <p:sldLayoutId id="2147485830" r:id="rId3"/>
    <p:sldLayoutId id="2147485831" r:id="rId4"/>
    <p:sldLayoutId id="2147485832" r:id="rId5"/>
    <p:sldLayoutId id="2147485833" r:id="rId6"/>
    <p:sldLayoutId id="2147485834" r:id="rId7"/>
    <p:sldLayoutId id="2147485835" r:id="rId8"/>
    <p:sldLayoutId id="2147485836" r:id="rId9"/>
    <p:sldLayoutId id="2147485837" r:id="rId10"/>
    <p:sldLayoutId id="2147485838" r:id="rId11"/>
    <p:sldLayoutId id="2147485839" r:id="rId12"/>
    <p:sldLayoutId id="2147485840" r:id="rId13"/>
    <p:sldLayoutId id="2147485841" r:id="rId14"/>
    <p:sldLayoutId id="2147485842" r:id="rId15"/>
    <p:sldLayoutId id="2147485843" r:id="rId16"/>
    <p:sldLayoutId id="2147485844" r:id="rId17"/>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ittel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b-NO"/>
              <a:t>Klikk for å redigere tittelstil</a:t>
            </a:r>
          </a:p>
        </p:txBody>
      </p:sp>
      <p:sp>
        <p:nvSpPr>
          <p:cNvPr id="3" name="Plassholder for teks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8399290-B2B5-4164-8C4E-647163EB92BE}" type="datetime1">
              <a:rPr lang="nb-NO" smtClean="0"/>
              <a:t>27.08.2024</a:t>
            </a:fld>
            <a:endParaRPr lang="nb-NO"/>
          </a:p>
        </p:txBody>
      </p:sp>
      <p:sp>
        <p:nvSpPr>
          <p:cNvPr id="5" name="Plassholder for bunntekst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nb-NO"/>
              <a:t>Control Trafikkskole</a:t>
            </a:r>
          </a:p>
        </p:txBody>
      </p:sp>
      <p:sp>
        <p:nvSpPr>
          <p:cNvPr id="6" name="Plassholder for lysbildenumm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EBBCFE-599B-47F9-B84D-4259C5E2055D}" type="slidenum">
              <a:rPr lang="nb-NO" smtClean="0"/>
              <a:t>‹#›</a:t>
            </a:fld>
            <a:endParaRPr lang="nb-NO"/>
          </a:p>
        </p:txBody>
      </p:sp>
      <p:sp>
        <p:nvSpPr>
          <p:cNvPr id="7" name="Rektangel 6"/>
          <p:cNvSpPr/>
          <p:nvPr userDrawn="1"/>
        </p:nvSpPr>
        <p:spPr>
          <a:xfrm>
            <a:off x="353025" y="2230305"/>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S</a:t>
            </a:r>
          </a:p>
        </p:txBody>
      </p:sp>
      <p:sp>
        <p:nvSpPr>
          <p:cNvPr id="8" name="Rektangel 7"/>
          <p:cNvSpPr/>
          <p:nvPr userDrawn="1"/>
        </p:nvSpPr>
        <p:spPr>
          <a:xfrm>
            <a:off x="262178" y="283839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O</a:t>
            </a:r>
          </a:p>
        </p:txBody>
      </p:sp>
      <p:sp>
        <p:nvSpPr>
          <p:cNvPr id="9" name="Rektangel 8"/>
          <p:cNvSpPr/>
          <p:nvPr userDrawn="1"/>
        </p:nvSpPr>
        <p:spPr>
          <a:xfrm>
            <a:off x="170143" y="3446489"/>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A</a:t>
            </a:r>
          </a:p>
        </p:txBody>
      </p:sp>
      <p:sp>
        <p:nvSpPr>
          <p:cNvPr id="10" name="Parallellogram 9">
            <a:hlinkClick r:id="rId19" action="ppaction://hlinksldjump"/>
          </p:cNvPr>
          <p:cNvSpPr/>
          <p:nvPr userDrawn="1"/>
        </p:nvSpPr>
        <p:spPr>
          <a:xfrm>
            <a:off x="5367340" y="6148372"/>
            <a:ext cx="1511308" cy="518400"/>
          </a:xfrm>
          <a:prstGeom prst="parallelogram">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1</a:t>
            </a:r>
          </a:p>
        </p:txBody>
      </p:sp>
      <p:sp>
        <p:nvSpPr>
          <p:cNvPr id="11" name="Parallellogram 10">
            <a:hlinkClick r:id="rId20" action="ppaction://hlinksldjump"/>
          </p:cNvPr>
          <p:cNvSpPr/>
          <p:nvPr userDrawn="1"/>
        </p:nvSpPr>
        <p:spPr>
          <a:xfrm>
            <a:off x="6877153"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2</a:t>
            </a:r>
          </a:p>
        </p:txBody>
      </p:sp>
      <p:sp>
        <p:nvSpPr>
          <p:cNvPr id="12" name="Parallellogram 11">
            <a:hlinkClick r:id="rId21" action="ppaction://hlinksldjump"/>
          </p:cNvPr>
          <p:cNvSpPr/>
          <p:nvPr userDrawn="1"/>
        </p:nvSpPr>
        <p:spPr>
          <a:xfrm>
            <a:off x="989827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4</a:t>
            </a:r>
          </a:p>
        </p:txBody>
      </p:sp>
      <p:sp>
        <p:nvSpPr>
          <p:cNvPr id="13" name="Parallellogram 12">
            <a:hlinkClick r:id="rId22" action="ppaction://hlinksldjump"/>
          </p:cNvPr>
          <p:cNvSpPr/>
          <p:nvPr userDrawn="1"/>
        </p:nvSpPr>
        <p:spPr>
          <a:xfrm>
            <a:off x="300038"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Trafikk-opplæringen</a:t>
            </a:r>
            <a:endParaRPr lang="nb-NO" sz="900" i="1" dirty="0">
              <a:solidFill>
                <a:schemeClr val="tx1"/>
              </a:solidFill>
            </a:endParaRPr>
          </a:p>
        </p:txBody>
      </p:sp>
      <p:sp>
        <p:nvSpPr>
          <p:cNvPr id="14" name="Parallellogram 13">
            <a:hlinkClick r:id="rId23" action="ppaction://hlinksldjump"/>
          </p:cNvPr>
          <p:cNvSpPr/>
          <p:nvPr userDrawn="1"/>
        </p:nvSpPr>
        <p:spPr>
          <a:xfrm>
            <a:off x="1542565"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Trafikk og førerrollen</a:t>
            </a:r>
            <a:endParaRPr lang="nb-NO" sz="900" i="1" dirty="0">
              <a:solidFill>
                <a:schemeClr val="tx1"/>
              </a:solidFill>
            </a:endParaRPr>
          </a:p>
        </p:txBody>
      </p:sp>
      <p:sp>
        <p:nvSpPr>
          <p:cNvPr id="15" name="Parallellogram 14">
            <a:hlinkClick r:id="rId24" action="ppaction://hlinksldjump"/>
          </p:cNvPr>
          <p:cNvSpPr/>
          <p:nvPr userDrawn="1"/>
        </p:nvSpPr>
        <p:spPr>
          <a:xfrm>
            <a:off x="2795685"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Mennesket i trafikken</a:t>
            </a:r>
            <a:endParaRPr lang="nb-NO" sz="900" i="1" dirty="0">
              <a:solidFill>
                <a:schemeClr val="tx1"/>
              </a:solidFill>
            </a:endParaRPr>
          </a:p>
        </p:txBody>
      </p:sp>
      <p:sp>
        <p:nvSpPr>
          <p:cNvPr id="16" name="Parallellogram 15">
            <a:hlinkClick r:id="rId25" action="ppaction://hlinksldjump"/>
          </p:cNvPr>
          <p:cNvSpPr/>
          <p:nvPr userDrawn="1"/>
        </p:nvSpPr>
        <p:spPr>
          <a:xfrm>
            <a:off x="4038212"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Øvingskjøring og kjøreerfaring</a:t>
            </a:r>
            <a:endParaRPr lang="nb-NO" sz="900" i="1" dirty="0">
              <a:solidFill>
                <a:schemeClr val="tx1"/>
              </a:solidFill>
            </a:endParaRPr>
          </a:p>
        </p:txBody>
      </p:sp>
      <p:sp>
        <p:nvSpPr>
          <p:cNvPr id="17" name="Parallellogram 16">
            <a:hlinkClick r:id="rId26" action="ppaction://hlinksldjump"/>
          </p:cNvPr>
          <p:cNvSpPr/>
          <p:nvPr userDrawn="1"/>
        </p:nvSpPr>
        <p:spPr>
          <a:xfrm>
            <a:off x="5291332"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Plikter ved trafikkuhell </a:t>
            </a:r>
            <a:endParaRPr lang="nb-NO" sz="900" i="1" dirty="0">
              <a:solidFill>
                <a:schemeClr val="tx1"/>
              </a:solidFill>
            </a:endParaRPr>
          </a:p>
        </p:txBody>
      </p:sp>
      <p:sp>
        <p:nvSpPr>
          <p:cNvPr id="18" name="Parallellogram 17">
            <a:hlinkClick r:id="rId27" action="ppaction://hlinksldjump"/>
          </p:cNvPr>
          <p:cNvSpPr/>
          <p:nvPr userDrawn="1"/>
        </p:nvSpPr>
        <p:spPr>
          <a:xfrm>
            <a:off x="6533859"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Tiltak ved trafikkulykke</a:t>
            </a:r>
            <a:endParaRPr lang="nb-NO" sz="900" i="1" dirty="0">
              <a:solidFill>
                <a:schemeClr val="tx1"/>
              </a:solidFill>
            </a:endParaRPr>
          </a:p>
        </p:txBody>
      </p:sp>
      <p:sp>
        <p:nvSpPr>
          <p:cNvPr id="19" name="Parallellogram 18">
            <a:hlinkClick r:id="rId28" action="ppaction://hlinksldjump"/>
          </p:cNvPr>
          <p:cNvSpPr/>
          <p:nvPr userDrawn="1"/>
        </p:nvSpPr>
        <p:spPr>
          <a:xfrm>
            <a:off x="7786979" y="152613"/>
            <a:ext cx="1368000" cy="6840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Trafikant i mørket</a:t>
            </a:r>
            <a:endParaRPr lang="nb-NO" sz="900" i="1" dirty="0">
              <a:solidFill>
                <a:schemeClr val="tx1"/>
              </a:solidFill>
            </a:endParaRPr>
          </a:p>
        </p:txBody>
      </p:sp>
      <p:sp>
        <p:nvSpPr>
          <p:cNvPr id="20" name="Rektangel 19"/>
          <p:cNvSpPr/>
          <p:nvPr userDrawn="1"/>
        </p:nvSpPr>
        <p:spPr>
          <a:xfrm>
            <a:off x="48893" y="406347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H</a:t>
            </a:r>
          </a:p>
        </p:txBody>
      </p:sp>
      <p:sp>
        <p:nvSpPr>
          <p:cNvPr id="25" name="Parallellogram 24">
            <a:hlinkClick r:id="rId29" action="ppaction://hlinksldjump"/>
          </p:cNvPr>
          <p:cNvSpPr/>
          <p:nvPr userDrawn="1"/>
        </p:nvSpPr>
        <p:spPr>
          <a:xfrm>
            <a:off x="838771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3</a:t>
            </a:r>
          </a:p>
        </p:txBody>
      </p:sp>
      <p:sp>
        <p:nvSpPr>
          <p:cNvPr id="26" name="Handlingsknapp: gå til Hjem 25">
            <a:hlinkClick r:id="" action="ppaction://hlinkshowjump?jump=firstslide" highlightClick="1"/>
          </p:cNvPr>
          <p:cNvSpPr/>
          <p:nvPr userDrawn="1"/>
        </p:nvSpPr>
        <p:spPr>
          <a:xfrm>
            <a:off x="2792571" y="6148372"/>
            <a:ext cx="504000" cy="517667"/>
          </a:xfrm>
          <a:prstGeom prst="actionButtonHom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27" name="Handlingsknapp: gå tilbake eller til forrige 26">
            <a:hlinkClick r:id="" action="ppaction://hlinkshowjump?jump=previousslide" highlightClick="1"/>
          </p:cNvPr>
          <p:cNvSpPr/>
          <p:nvPr userDrawn="1"/>
        </p:nvSpPr>
        <p:spPr>
          <a:xfrm>
            <a:off x="3366413" y="6148372"/>
            <a:ext cx="504000" cy="517667"/>
          </a:xfrm>
          <a:prstGeom prst="actionButtonBackPrevious">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28" name="Handlingsknapp: gå framover eller til neste 27">
            <a:hlinkClick r:id="" action="ppaction://hlinkshowjump?jump=nextslide" highlightClick="1"/>
          </p:cNvPr>
          <p:cNvSpPr/>
          <p:nvPr userDrawn="1"/>
        </p:nvSpPr>
        <p:spPr>
          <a:xfrm>
            <a:off x="3940255" y="6148372"/>
            <a:ext cx="504000" cy="517667"/>
          </a:xfrm>
          <a:prstGeom prst="actionButtonForwardNex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29" name="Bilde 28" descr="Skjermutklipp">
            <a:hlinkClick r:id="rId30"/>
          </p:cNvPr>
          <p:cNvPicPr>
            <a:picLocks noChangeAspect="1"/>
          </p:cNvPicPr>
          <p:nvPr userDrawn="1"/>
        </p:nvPicPr>
        <p:blipFill>
          <a:blip r:embed="rId31">
            <a:extLst>
              <a:ext uri="{28A0092B-C50C-407E-A947-70E740481C1C}">
                <a14:useLocalDpi xmlns:a14="http://schemas.microsoft.com/office/drawing/2010/main" val="0"/>
              </a:ext>
            </a:extLst>
          </a:blip>
          <a:stretch>
            <a:fillRect/>
          </a:stretch>
        </p:blipFill>
        <p:spPr>
          <a:xfrm>
            <a:off x="4584245" y="6148372"/>
            <a:ext cx="398655" cy="504000"/>
          </a:xfrm>
          <a:prstGeom prst="rect">
            <a:avLst/>
          </a:prstGeom>
        </p:spPr>
      </p:pic>
      <p:pic>
        <p:nvPicPr>
          <p:cNvPr id="30" name="Bilde 29">
            <a:hlinkClick r:id="rId32"/>
          </p:cNvPr>
          <p:cNvPicPr>
            <a:picLocks noChangeAspect="1"/>
          </p:cNvPicPr>
          <p:nvPr userDrawn="1"/>
        </p:nvPicPr>
        <p:blipFill>
          <a:blip r:embed="rId33">
            <a:extLst>
              <a:ext uri="{28A0092B-C50C-407E-A947-70E740481C1C}">
                <a14:useLocalDpi xmlns:a14="http://schemas.microsoft.com/office/drawing/2010/main" val="0"/>
              </a:ext>
            </a:extLst>
          </a:blip>
          <a:stretch>
            <a:fillRect/>
          </a:stretch>
        </p:blipFill>
        <p:spPr>
          <a:xfrm>
            <a:off x="2135560" y="6147796"/>
            <a:ext cx="528384" cy="528384"/>
          </a:xfrm>
          <a:prstGeom prst="rect">
            <a:avLst/>
          </a:prstGeom>
        </p:spPr>
      </p:pic>
    </p:spTree>
    <p:extLst>
      <p:ext uri="{BB962C8B-B14F-4D97-AF65-F5344CB8AC3E}">
        <p14:creationId xmlns:p14="http://schemas.microsoft.com/office/powerpoint/2010/main" val="3034904330"/>
      </p:ext>
    </p:extLst>
  </p:cSld>
  <p:clrMap bg1="lt1" tx1="dk1" bg2="lt2" tx2="dk2" accent1="accent1" accent2="accent2" accent3="accent3" accent4="accent4" accent5="accent5" accent6="accent6" hlink="hlink" folHlink="folHlink"/>
  <p:sldLayoutIdLst>
    <p:sldLayoutId id="2147485846" r:id="rId1"/>
    <p:sldLayoutId id="2147485847" r:id="rId2"/>
    <p:sldLayoutId id="2147485848" r:id="rId3"/>
    <p:sldLayoutId id="2147485849" r:id="rId4"/>
    <p:sldLayoutId id="2147485850" r:id="rId5"/>
    <p:sldLayoutId id="2147485851" r:id="rId6"/>
    <p:sldLayoutId id="2147485852" r:id="rId7"/>
    <p:sldLayoutId id="2147485853" r:id="rId8"/>
    <p:sldLayoutId id="2147485854" r:id="rId9"/>
    <p:sldLayoutId id="2147485855" r:id="rId10"/>
    <p:sldLayoutId id="2147485856" r:id="rId11"/>
    <p:sldLayoutId id="2147485857" r:id="rId12"/>
    <p:sldLayoutId id="2147485858" r:id="rId13"/>
    <p:sldLayoutId id="2147485859" r:id="rId14"/>
    <p:sldLayoutId id="2147485860" r:id="rId15"/>
    <p:sldLayoutId id="2147485861" r:id="rId16"/>
    <p:sldLayoutId id="2147485862" r:id="rId17"/>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ittel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b-NO"/>
              <a:t>Klikk for å redigere tittelstil</a:t>
            </a:r>
          </a:p>
        </p:txBody>
      </p:sp>
      <p:sp>
        <p:nvSpPr>
          <p:cNvPr id="3" name="Plassholder for teks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5CD50C-C4B9-4B99-B2CC-36505F43DC0A}" type="datetime1">
              <a:rPr lang="nb-NO" smtClean="0"/>
              <a:t>27.08.2024</a:t>
            </a:fld>
            <a:endParaRPr lang="nb-NO"/>
          </a:p>
        </p:txBody>
      </p:sp>
      <p:sp>
        <p:nvSpPr>
          <p:cNvPr id="5" name="Plassholder for bunntekst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nb-NO"/>
              <a:t>Control Trafikkskole</a:t>
            </a:r>
          </a:p>
        </p:txBody>
      </p:sp>
      <p:sp>
        <p:nvSpPr>
          <p:cNvPr id="6" name="Plassholder for lysbildenumm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EBBCFE-599B-47F9-B84D-4259C5E2055D}" type="slidenum">
              <a:rPr lang="nb-NO" smtClean="0"/>
              <a:t>‹#›</a:t>
            </a:fld>
            <a:endParaRPr lang="nb-NO"/>
          </a:p>
        </p:txBody>
      </p:sp>
      <p:sp>
        <p:nvSpPr>
          <p:cNvPr id="7" name="Rektangel 6"/>
          <p:cNvSpPr/>
          <p:nvPr userDrawn="1"/>
        </p:nvSpPr>
        <p:spPr>
          <a:xfrm>
            <a:off x="353025" y="2230305"/>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S</a:t>
            </a:r>
          </a:p>
        </p:txBody>
      </p:sp>
      <p:sp>
        <p:nvSpPr>
          <p:cNvPr id="8" name="Rektangel 7"/>
          <p:cNvSpPr/>
          <p:nvPr userDrawn="1"/>
        </p:nvSpPr>
        <p:spPr>
          <a:xfrm>
            <a:off x="262178" y="283839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O</a:t>
            </a:r>
          </a:p>
        </p:txBody>
      </p:sp>
      <p:sp>
        <p:nvSpPr>
          <p:cNvPr id="9" name="Rektangel 8"/>
          <p:cNvSpPr/>
          <p:nvPr userDrawn="1"/>
        </p:nvSpPr>
        <p:spPr>
          <a:xfrm>
            <a:off x="170143" y="3446489"/>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A</a:t>
            </a:r>
          </a:p>
        </p:txBody>
      </p:sp>
      <p:sp>
        <p:nvSpPr>
          <p:cNvPr id="10" name="Parallellogram 9">
            <a:hlinkClick r:id="rId13" action="ppaction://hlinksldjump"/>
          </p:cNvPr>
          <p:cNvSpPr/>
          <p:nvPr userDrawn="1"/>
        </p:nvSpPr>
        <p:spPr>
          <a:xfrm>
            <a:off x="5367340"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1</a:t>
            </a:r>
          </a:p>
        </p:txBody>
      </p:sp>
      <p:sp>
        <p:nvSpPr>
          <p:cNvPr id="11" name="Parallellogram 10">
            <a:hlinkClick r:id="rId14" action="ppaction://hlinksldjump"/>
          </p:cNvPr>
          <p:cNvSpPr/>
          <p:nvPr userDrawn="1"/>
        </p:nvSpPr>
        <p:spPr>
          <a:xfrm>
            <a:off x="6877153" y="6148372"/>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2</a:t>
            </a:r>
          </a:p>
        </p:txBody>
      </p:sp>
      <p:sp>
        <p:nvSpPr>
          <p:cNvPr id="12" name="Parallellogram 11">
            <a:hlinkClick r:id="rId15" action="ppaction://hlinksldjump"/>
          </p:cNvPr>
          <p:cNvSpPr/>
          <p:nvPr userDrawn="1"/>
        </p:nvSpPr>
        <p:spPr>
          <a:xfrm>
            <a:off x="989827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4</a:t>
            </a:r>
          </a:p>
        </p:txBody>
      </p:sp>
      <p:sp>
        <p:nvSpPr>
          <p:cNvPr id="13" name="Rektangel 12"/>
          <p:cNvSpPr/>
          <p:nvPr userDrawn="1"/>
        </p:nvSpPr>
        <p:spPr>
          <a:xfrm>
            <a:off x="48893" y="406347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H</a:t>
            </a:r>
          </a:p>
        </p:txBody>
      </p:sp>
      <p:sp>
        <p:nvSpPr>
          <p:cNvPr id="18" name="Parallellogram 17">
            <a:hlinkClick r:id="rId16" action="ppaction://hlinksldjump"/>
          </p:cNvPr>
          <p:cNvSpPr/>
          <p:nvPr userDrawn="1"/>
        </p:nvSpPr>
        <p:spPr>
          <a:xfrm>
            <a:off x="300038"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Førerkort og trafikkopplæring</a:t>
            </a:r>
            <a:endParaRPr lang="nb-NO" sz="900" i="1" dirty="0">
              <a:solidFill>
                <a:schemeClr val="tx1"/>
              </a:solidFill>
            </a:endParaRPr>
          </a:p>
        </p:txBody>
      </p:sp>
      <p:sp>
        <p:nvSpPr>
          <p:cNvPr id="19" name="Parallellogram 18">
            <a:hlinkClick r:id="rId17" action="ppaction://hlinksldjump"/>
          </p:cNvPr>
          <p:cNvSpPr/>
          <p:nvPr userDrawn="1"/>
        </p:nvSpPr>
        <p:spPr>
          <a:xfrm>
            <a:off x="1542565"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Bilens oppbygning</a:t>
            </a:r>
            <a:endParaRPr lang="nb-NO" sz="900" i="1" dirty="0">
              <a:solidFill>
                <a:schemeClr val="tx1"/>
              </a:solidFill>
            </a:endParaRPr>
          </a:p>
        </p:txBody>
      </p:sp>
      <p:sp>
        <p:nvSpPr>
          <p:cNvPr id="20" name="Parallellogram 19">
            <a:hlinkClick r:id="rId18" action="ppaction://hlinksldjump"/>
          </p:cNvPr>
          <p:cNvSpPr/>
          <p:nvPr userDrawn="1"/>
        </p:nvSpPr>
        <p:spPr>
          <a:xfrm>
            <a:off x="2795685"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Ansvar for kjøretøyets stand og bruk</a:t>
            </a:r>
            <a:endParaRPr lang="nb-NO" sz="900" i="1" dirty="0">
              <a:solidFill>
                <a:schemeClr val="tx1"/>
              </a:solidFill>
            </a:endParaRPr>
          </a:p>
        </p:txBody>
      </p:sp>
      <p:sp>
        <p:nvSpPr>
          <p:cNvPr id="21" name="Parallellogram 20">
            <a:hlinkClick r:id="rId19" action="ppaction://hlinksldjump"/>
          </p:cNvPr>
          <p:cNvSpPr/>
          <p:nvPr userDrawn="1"/>
        </p:nvSpPr>
        <p:spPr>
          <a:xfrm>
            <a:off x="4038212"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Kjøring med tilhenger </a:t>
            </a:r>
            <a:endParaRPr lang="nb-NO" sz="900" i="1" dirty="0">
              <a:solidFill>
                <a:schemeClr val="tx1"/>
              </a:solidFill>
            </a:endParaRPr>
          </a:p>
        </p:txBody>
      </p:sp>
      <p:sp>
        <p:nvSpPr>
          <p:cNvPr id="22" name="Parallellogram 21">
            <a:hlinkClick r:id="rId20" action="ppaction://hlinksldjump"/>
          </p:cNvPr>
          <p:cNvSpPr/>
          <p:nvPr userDrawn="1"/>
        </p:nvSpPr>
        <p:spPr>
          <a:xfrm>
            <a:off x="5291332"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Menneskets kapasitet og trafikkens krav</a:t>
            </a:r>
            <a:endParaRPr lang="nb-NO" sz="900" i="1" dirty="0">
              <a:solidFill>
                <a:schemeClr val="tx1"/>
              </a:solidFill>
            </a:endParaRPr>
          </a:p>
        </p:txBody>
      </p:sp>
      <p:sp>
        <p:nvSpPr>
          <p:cNvPr id="23" name="Parallellogram 22">
            <a:hlinkClick r:id="rId21" action="ppaction://hlinksldjump"/>
          </p:cNvPr>
          <p:cNvSpPr/>
          <p:nvPr userDrawn="1"/>
        </p:nvSpPr>
        <p:spPr>
          <a:xfrm>
            <a:off x="6533859"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nb-NO" sz="900" dirty="0">
                <a:solidFill>
                  <a:schemeClr val="tx1"/>
                </a:solidFill>
              </a:rPr>
              <a:t>Gjøre seg klar for kjøring </a:t>
            </a:r>
          </a:p>
        </p:txBody>
      </p:sp>
      <p:sp>
        <p:nvSpPr>
          <p:cNvPr id="24" name="Parallellogram 23">
            <a:hlinkClick r:id="rId22" action="ppaction://hlinksldjump"/>
          </p:cNvPr>
          <p:cNvSpPr/>
          <p:nvPr userDrawn="1"/>
        </p:nvSpPr>
        <p:spPr>
          <a:xfrm>
            <a:off x="7786979"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Igangsetting og stans, giring, styring, etc. </a:t>
            </a:r>
            <a:endParaRPr lang="nb-NO" sz="900" i="1" dirty="0">
              <a:solidFill>
                <a:schemeClr val="tx1"/>
              </a:solidFill>
            </a:endParaRPr>
          </a:p>
        </p:txBody>
      </p:sp>
      <p:sp>
        <p:nvSpPr>
          <p:cNvPr id="25" name="Parallellogram 24">
            <a:hlinkClick r:id="rId23" action="ppaction://hlinksldjump"/>
          </p:cNvPr>
          <p:cNvSpPr/>
          <p:nvPr userDrawn="1"/>
        </p:nvSpPr>
        <p:spPr>
          <a:xfrm>
            <a:off x="9029506"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Grunnleggende kjøretøy-behandling </a:t>
            </a:r>
            <a:endParaRPr lang="nb-NO" sz="900" i="1" dirty="0">
              <a:solidFill>
                <a:schemeClr val="tx1"/>
              </a:solidFill>
            </a:endParaRPr>
          </a:p>
        </p:txBody>
      </p:sp>
      <p:sp>
        <p:nvSpPr>
          <p:cNvPr id="26" name="Parallellogram 25">
            <a:hlinkClick r:id="rId24" action="ppaction://hlinksldjump"/>
          </p:cNvPr>
          <p:cNvSpPr/>
          <p:nvPr userDrawn="1"/>
        </p:nvSpPr>
        <p:spPr>
          <a:xfrm>
            <a:off x="10282626"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Sikkerhets-kontroll av bilen</a:t>
            </a:r>
            <a:endParaRPr lang="nb-NO" sz="900" i="1" dirty="0">
              <a:solidFill>
                <a:schemeClr val="tx1"/>
              </a:solidFill>
            </a:endParaRPr>
          </a:p>
        </p:txBody>
      </p:sp>
      <p:sp>
        <p:nvSpPr>
          <p:cNvPr id="27" name="Parallellogram 26">
            <a:hlinkClick r:id="rId25" action="ppaction://hlinksldjump"/>
          </p:cNvPr>
          <p:cNvSpPr/>
          <p:nvPr userDrawn="1"/>
        </p:nvSpPr>
        <p:spPr>
          <a:xfrm>
            <a:off x="838771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3</a:t>
            </a:r>
          </a:p>
        </p:txBody>
      </p:sp>
      <p:sp>
        <p:nvSpPr>
          <p:cNvPr id="28" name="Parallellogram 49">
            <a:hlinkClick r:id="rId26" action="ppaction://hlinksldjump"/>
          </p:cNvPr>
          <p:cNvSpPr/>
          <p:nvPr userDrawn="1"/>
        </p:nvSpPr>
        <p:spPr>
          <a:xfrm>
            <a:off x="11524928" y="152613"/>
            <a:ext cx="602003" cy="684000"/>
          </a:xfrm>
          <a:custGeom>
            <a:avLst/>
            <a:gdLst>
              <a:gd name="connsiteX0" fmla="*/ 0 w 576000"/>
              <a:gd name="connsiteY0" fmla="*/ 684000 h 684000"/>
              <a:gd name="connsiteX1" fmla="*/ 144000 w 576000"/>
              <a:gd name="connsiteY1" fmla="*/ 0 h 684000"/>
              <a:gd name="connsiteX2" fmla="*/ 576000 w 576000"/>
              <a:gd name="connsiteY2" fmla="*/ 0 h 684000"/>
              <a:gd name="connsiteX3" fmla="*/ 432000 w 576000"/>
              <a:gd name="connsiteY3" fmla="*/ 684000 h 684000"/>
              <a:gd name="connsiteX4" fmla="*/ 0 w 576000"/>
              <a:gd name="connsiteY4" fmla="*/ 684000 h 684000"/>
              <a:gd name="connsiteX0" fmla="*/ 0 w 593335"/>
              <a:gd name="connsiteY0" fmla="*/ 675333 h 684000"/>
              <a:gd name="connsiteX1" fmla="*/ 161335 w 593335"/>
              <a:gd name="connsiteY1" fmla="*/ 0 h 684000"/>
              <a:gd name="connsiteX2" fmla="*/ 593335 w 593335"/>
              <a:gd name="connsiteY2" fmla="*/ 0 h 684000"/>
              <a:gd name="connsiteX3" fmla="*/ 449335 w 593335"/>
              <a:gd name="connsiteY3" fmla="*/ 684000 h 684000"/>
              <a:gd name="connsiteX4" fmla="*/ 0 w 593335"/>
              <a:gd name="connsiteY4" fmla="*/ 675333 h 684000"/>
              <a:gd name="connsiteX0" fmla="*/ 0 w 593335"/>
              <a:gd name="connsiteY0" fmla="*/ 679667 h 684000"/>
              <a:gd name="connsiteX1" fmla="*/ 161335 w 593335"/>
              <a:gd name="connsiteY1" fmla="*/ 0 h 684000"/>
              <a:gd name="connsiteX2" fmla="*/ 593335 w 593335"/>
              <a:gd name="connsiteY2" fmla="*/ 0 h 684000"/>
              <a:gd name="connsiteX3" fmla="*/ 449335 w 593335"/>
              <a:gd name="connsiteY3" fmla="*/ 684000 h 684000"/>
              <a:gd name="connsiteX4" fmla="*/ 0 w 593335"/>
              <a:gd name="connsiteY4" fmla="*/ 679667 h 684000"/>
              <a:gd name="connsiteX0" fmla="*/ 0 w 602003"/>
              <a:gd name="connsiteY0" fmla="*/ 684000 h 684000"/>
              <a:gd name="connsiteX1" fmla="*/ 170003 w 602003"/>
              <a:gd name="connsiteY1" fmla="*/ 0 h 684000"/>
              <a:gd name="connsiteX2" fmla="*/ 602003 w 602003"/>
              <a:gd name="connsiteY2" fmla="*/ 0 h 684000"/>
              <a:gd name="connsiteX3" fmla="*/ 458003 w 602003"/>
              <a:gd name="connsiteY3" fmla="*/ 684000 h 684000"/>
              <a:gd name="connsiteX4" fmla="*/ 0 w 602003"/>
              <a:gd name="connsiteY4" fmla="*/ 684000 h 684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2003" h="684000">
                <a:moveTo>
                  <a:pt x="0" y="684000"/>
                </a:moveTo>
                <a:lnTo>
                  <a:pt x="170003" y="0"/>
                </a:lnTo>
                <a:lnTo>
                  <a:pt x="602003" y="0"/>
                </a:lnTo>
                <a:lnTo>
                  <a:pt x="458003" y="684000"/>
                </a:lnTo>
                <a:lnTo>
                  <a:pt x="0" y="68400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TV</a:t>
            </a:r>
            <a:endParaRPr lang="nb-NO" sz="900" i="1" dirty="0">
              <a:solidFill>
                <a:schemeClr val="tx1"/>
              </a:solidFill>
            </a:endParaRPr>
          </a:p>
        </p:txBody>
      </p:sp>
      <p:sp>
        <p:nvSpPr>
          <p:cNvPr id="29" name="Handlingsknapp: gå til Hjem 28">
            <a:hlinkClick r:id="" action="ppaction://hlinkshowjump?jump=firstslide" highlightClick="1"/>
          </p:cNvPr>
          <p:cNvSpPr/>
          <p:nvPr userDrawn="1"/>
        </p:nvSpPr>
        <p:spPr>
          <a:xfrm>
            <a:off x="2792571" y="6148372"/>
            <a:ext cx="504000" cy="517667"/>
          </a:xfrm>
          <a:prstGeom prst="actionButtonHom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0" name="Handlingsknapp: gå tilbake eller til forrige 29">
            <a:hlinkClick r:id="" action="ppaction://hlinkshowjump?jump=previousslide" highlightClick="1"/>
          </p:cNvPr>
          <p:cNvSpPr/>
          <p:nvPr userDrawn="1"/>
        </p:nvSpPr>
        <p:spPr>
          <a:xfrm>
            <a:off x="3366413" y="6148372"/>
            <a:ext cx="504000" cy="517667"/>
          </a:xfrm>
          <a:prstGeom prst="actionButtonBackPrevious">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1" name="Handlingsknapp: gå framover eller til neste 30">
            <a:hlinkClick r:id="" action="ppaction://hlinkshowjump?jump=nextslide" highlightClick="1"/>
          </p:cNvPr>
          <p:cNvSpPr/>
          <p:nvPr userDrawn="1"/>
        </p:nvSpPr>
        <p:spPr>
          <a:xfrm>
            <a:off x="3940255" y="6148372"/>
            <a:ext cx="504000" cy="517667"/>
          </a:xfrm>
          <a:prstGeom prst="actionButtonForwardNex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32" name="Bilde 31" descr="Skjermutklipp">
            <a:hlinkClick r:id="rId27"/>
          </p:cNvPr>
          <p:cNvPicPr>
            <a:picLocks noChangeAspect="1"/>
          </p:cNvPicPr>
          <p:nvPr userDrawn="1"/>
        </p:nvPicPr>
        <p:blipFill>
          <a:blip r:embed="rId28">
            <a:extLst>
              <a:ext uri="{28A0092B-C50C-407E-A947-70E740481C1C}">
                <a14:useLocalDpi xmlns:a14="http://schemas.microsoft.com/office/drawing/2010/main" val="0"/>
              </a:ext>
            </a:extLst>
          </a:blip>
          <a:stretch>
            <a:fillRect/>
          </a:stretch>
        </p:blipFill>
        <p:spPr>
          <a:xfrm>
            <a:off x="4584245" y="6148372"/>
            <a:ext cx="398655" cy="504000"/>
          </a:xfrm>
          <a:prstGeom prst="rect">
            <a:avLst/>
          </a:prstGeom>
        </p:spPr>
      </p:pic>
      <p:pic>
        <p:nvPicPr>
          <p:cNvPr id="33" name="Bilde 32">
            <a:hlinkClick r:id="rId29"/>
          </p:cNvPr>
          <p:cNvPicPr>
            <a:picLocks noChangeAspect="1"/>
          </p:cNvPicPr>
          <p:nvPr userDrawn="1"/>
        </p:nvPicPr>
        <p:blipFill>
          <a:blip r:embed="rId30">
            <a:extLst>
              <a:ext uri="{28A0092B-C50C-407E-A947-70E740481C1C}">
                <a14:useLocalDpi xmlns:a14="http://schemas.microsoft.com/office/drawing/2010/main" val="0"/>
              </a:ext>
            </a:extLst>
          </a:blip>
          <a:stretch>
            <a:fillRect/>
          </a:stretch>
        </p:blipFill>
        <p:spPr>
          <a:xfrm>
            <a:off x="2135560" y="6147796"/>
            <a:ext cx="528384" cy="528384"/>
          </a:xfrm>
          <a:prstGeom prst="rect">
            <a:avLst/>
          </a:prstGeom>
        </p:spPr>
      </p:pic>
    </p:spTree>
    <p:extLst>
      <p:ext uri="{BB962C8B-B14F-4D97-AF65-F5344CB8AC3E}">
        <p14:creationId xmlns:p14="http://schemas.microsoft.com/office/powerpoint/2010/main" val="3224785923"/>
      </p:ext>
    </p:extLst>
  </p:cSld>
  <p:clrMap bg1="lt1" tx1="dk1" bg2="lt2" tx2="dk2" accent1="accent1" accent2="accent2" accent3="accent3" accent4="accent4" accent5="accent5" accent6="accent6" hlink="hlink" folHlink="folHlink"/>
  <p:sldLayoutIdLst>
    <p:sldLayoutId id="2147485864" r:id="rId1"/>
    <p:sldLayoutId id="2147485865" r:id="rId2"/>
    <p:sldLayoutId id="2147485866" r:id="rId3"/>
    <p:sldLayoutId id="2147485867" r:id="rId4"/>
    <p:sldLayoutId id="2147485868" r:id="rId5"/>
    <p:sldLayoutId id="2147485869" r:id="rId6"/>
    <p:sldLayoutId id="2147485870" r:id="rId7"/>
    <p:sldLayoutId id="2147485871" r:id="rId8"/>
    <p:sldLayoutId id="2147485872" r:id="rId9"/>
    <p:sldLayoutId id="2147485873" r:id="rId10"/>
    <p:sldLayoutId id="2147485874"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ittel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b-NO"/>
              <a:t>Klikk for å redigere tittelstil</a:t>
            </a:r>
          </a:p>
        </p:txBody>
      </p:sp>
      <p:sp>
        <p:nvSpPr>
          <p:cNvPr id="3" name="Plassholder for teks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B749F3-EFF9-457A-A0C9-94A905A484F0}" type="datetime1">
              <a:rPr lang="nb-NO" smtClean="0"/>
              <a:t>27.08.2024</a:t>
            </a:fld>
            <a:endParaRPr lang="nb-NO"/>
          </a:p>
        </p:txBody>
      </p:sp>
      <p:sp>
        <p:nvSpPr>
          <p:cNvPr id="5" name="Plassholder for bunntekst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nb-NO"/>
              <a:t>Control Trafikkskole</a:t>
            </a:r>
          </a:p>
        </p:txBody>
      </p:sp>
      <p:sp>
        <p:nvSpPr>
          <p:cNvPr id="6" name="Plassholder for lysbildenumm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EBBCFE-599B-47F9-B84D-4259C5E2055D}" type="slidenum">
              <a:rPr lang="nb-NO" smtClean="0"/>
              <a:t>‹#›</a:t>
            </a:fld>
            <a:endParaRPr lang="nb-NO"/>
          </a:p>
        </p:txBody>
      </p:sp>
      <p:sp>
        <p:nvSpPr>
          <p:cNvPr id="7" name="Rektangel 6"/>
          <p:cNvSpPr/>
          <p:nvPr userDrawn="1"/>
        </p:nvSpPr>
        <p:spPr>
          <a:xfrm>
            <a:off x="353025" y="2230305"/>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S</a:t>
            </a:r>
          </a:p>
        </p:txBody>
      </p:sp>
      <p:sp>
        <p:nvSpPr>
          <p:cNvPr id="8" name="Rektangel 7"/>
          <p:cNvSpPr/>
          <p:nvPr userDrawn="1"/>
        </p:nvSpPr>
        <p:spPr>
          <a:xfrm>
            <a:off x="262178" y="283839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O</a:t>
            </a:r>
          </a:p>
        </p:txBody>
      </p:sp>
      <p:sp>
        <p:nvSpPr>
          <p:cNvPr id="9" name="Rektangel 8"/>
          <p:cNvSpPr/>
          <p:nvPr userDrawn="1"/>
        </p:nvSpPr>
        <p:spPr>
          <a:xfrm>
            <a:off x="170143" y="3446489"/>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A</a:t>
            </a:r>
          </a:p>
        </p:txBody>
      </p:sp>
      <p:sp>
        <p:nvSpPr>
          <p:cNvPr id="10" name="Parallellogram 9">
            <a:hlinkClick r:id="rId19" action="ppaction://hlinksldjump"/>
          </p:cNvPr>
          <p:cNvSpPr/>
          <p:nvPr userDrawn="1"/>
        </p:nvSpPr>
        <p:spPr>
          <a:xfrm>
            <a:off x="5367340"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1</a:t>
            </a:r>
          </a:p>
        </p:txBody>
      </p:sp>
      <p:sp>
        <p:nvSpPr>
          <p:cNvPr id="11" name="Parallellogram 10">
            <a:hlinkClick r:id="rId20" action="ppaction://hlinksldjump"/>
          </p:cNvPr>
          <p:cNvSpPr/>
          <p:nvPr userDrawn="1"/>
        </p:nvSpPr>
        <p:spPr>
          <a:xfrm>
            <a:off x="6877153" y="6148372"/>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2</a:t>
            </a:r>
          </a:p>
        </p:txBody>
      </p:sp>
      <p:sp>
        <p:nvSpPr>
          <p:cNvPr id="12" name="Parallellogram 11">
            <a:hlinkClick r:id="rId21" action="ppaction://hlinksldjump"/>
          </p:cNvPr>
          <p:cNvSpPr/>
          <p:nvPr userDrawn="1"/>
        </p:nvSpPr>
        <p:spPr>
          <a:xfrm>
            <a:off x="989827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4</a:t>
            </a:r>
          </a:p>
        </p:txBody>
      </p:sp>
      <p:sp>
        <p:nvSpPr>
          <p:cNvPr id="13" name="Rektangel 12"/>
          <p:cNvSpPr/>
          <p:nvPr userDrawn="1"/>
        </p:nvSpPr>
        <p:spPr>
          <a:xfrm>
            <a:off x="48893" y="406347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H</a:t>
            </a:r>
          </a:p>
        </p:txBody>
      </p:sp>
      <p:sp>
        <p:nvSpPr>
          <p:cNvPr id="18" name="Parallellogram 17">
            <a:hlinkClick r:id="rId22" action="ppaction://hlinksldjump"/>
          </p:cNvPr>
          <p:cNvSpPr/>
          <p:nvPr userDrawn="1"/>
        </p:nvSpPr>
        <p:spPr>
          <a:xfrm>
            <a:off x="300038" y="152613"/>
            <a:ext cx="1368000" cy="6840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Førerkort og trafikkopplæring</a:t>
            </a:r>
            <a:endParaRPr lang="nb-NO" sz="900" i="1" dirty="0">
              <a:solidFill>
                <a:schemeClr val="tx1"/>
              </a:solidFill>
            </a:endParaRPr>
          </a:p>
        </p:txBody>
      </p:sp>
      <p:sp>
        <p:nvSpPr>
          <p:cNvPr id="19" name="Parallellogram 18">
            <a:hlinkClick r:id="rId23" action="ppaction://hlinksldjump"/>
          </p:cNvPr>
          <p:cNvSpPr/>
          <p:nvPr userDrawn="1"/>
        </p:nvSpPr>
        <p:spPr>
          <a:xfrm>
            <a:off x="1542565"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Bilens oppbygning</a:t>
            </a:r>
            <a:endParaRPr lang="nb-NO" sz="900" i="1" dirty="0">
              <a:solidFill>
                <a:schemeClr val="tx1"/>
              </a:solidFill>
            </a:endParaRPr>
          </a:p>
        </p:txBody>
      </p:sp>
      <p:sp>
        <p:nvSpPr>
          <p:cNvPr id="20" name="Parallellogram 19">
            <a:hlinkClick r:id="rId24" action="ppaction://hlinksldjump"/>
          </p:cNvPr>
          <p:cNvSpPr/>
          <p:nvPr userDrawn="1"/>
        </p:nvSpPr>
        <p:spPr>
          <a:xfrm>
            <a:off x="2795685"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Ansvar for kjøretøyets stand og bruk</a:t>
            </a:r>
            <a:endParaRPr lang="nb-NO" sz="900" i="1" dirty="0">
              <a:solidFill>
                <a:schemeClr val="tx1"/>
              </a:solidFill>
            </a:endParaRPr>
          </a:p>
        </p:txBody>
      </p:sp>
      <p:sp>
        <p:nvSpPr>
          <p:cNvPr id="21" name="Parallellogram 20">
            <a:hlinkClick r:id="rId25" action="ppaction://hlinksldjump"/>
          </p:cNvPr>
          <p:cNvSpPr/>
          <p:nvPr userDrawn="1"/>
        </p:nvSpPr>
        <p:spPr>
          <a:xfrm>
            <a:off x="4038212"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Kjøring med tilhenger </a:t>
            </a:r>
            <a:endParaRPr lang="nb-NO" sz="900" i="1" dirty="0">
              <a:solidFill>
                <a:schemeClr val="tx1"/>
              </a:solidFill>
            </a:endParaRPr>
          </a:p>
        </p:txBody>
      </p:sp>
      <p:sp>
        <p:nvSpPr>
          <p:cNvPr id="22" name="Parallellogram 21">
            <a:hlinkClick r:id="rId26" action="ppaction://hlinksldjump"/>
          </p:cNvPr>
          <p:cNvSpPr/>
          <p:nvPr userDrawn="1"/>
        </p:nvSpPr>
        <p:spPr>
          <a:xfrm>
            <a:off x="5291332"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Menneskets kapasitet og trafikkens krav</a:t>
            </a:r>
            <a:endParaRPr lang="nb-NO" sz="900" i="1" dirty="0">
              <a:solidFill>
                <a:schemeClr val="tx1"/>
              </a:solidFill>
            </a:endParaRPr>
          </a:p>
        </p:txBody>
      </p:sp>
      <p:sp>
        <p:nvSpPr>
          <p:cNvPr id="23" name="Parallellogram 22">
            <a:hlinkClick r:id="rId27" action="ppaction://hlinksldjump"/>
          </p:cNvPr>
          <p:cNvSpPr/>
          <p:nvPr userDrawn="1"/>
        </p:nvSpPr>
        <p:spPr>
          <a:xfrm>
            <a:off x="6533859"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nb-NO" sz="900" dirty="0">
                <a:solidFill>
                  <a:schemeClr val="tx1"/>
                </a:solidFill>
              </a:rPr>
              <a:t>Gjøre seg klar for kjøring </a:t>
            </a:r>
          </a:p>
        </p:txBody>
      </p:sp>
      <p:sp>
        <p:nvSpPr>
          <p:cNvPr id="24" name="Parallellogram 23">
            <a:hlinkClick r:id="rId28" action="ppaction://hlinksldjump"/>
          </p:cNvPr>
          <p:cNvSpPr/>
          <p:nvPr userDrawn="1"/>
        </p:nvSpPr>
        <p:spPr>
          <a:xfrm>
            <a:off x="7786979"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Igangsetting og stans, giring, styring, etc. </a:t>
            </a:r>
            <a:endParaRPr lang="nb-NO" sz="900" i="1" dirty="0">
              <a:solidFill>
                <a:schemeClr val="tx1"/>
              </a:solidFill>
            </a:endParaRPr>
          </a:p>
        </p:txBody>
      </p:sp>
      <p:sp>
        <p:nvSpPr>
          <p:cNvPr id="25" name="Parallellogram 24">
            <a:hlinkClick r:id="rId29" action="ppaction://hlinksldjump"/>
          </p:cNvPr>
          <p:cNvSpPr/>
          <p:nvPr userDrawn="1"/>
        </p:nvSpPr>
        <p:spPr>
          <a:xfrm>
            <a:off x="9029506"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Grunnleggende kjøretøy-behandling </a:t>
            </a:r>
            <a:endParaRPr lang="nb-NO" sz="900" i="1" dirty="0">
              <a:solidFill>
                <a:schemeClr val="tx1"/>
              </a:solidFill>
            </a:endParaRPr>
          </a:p>
        </p:txBody>
      </p:sp>
      <p:sp>
        <p:nvSpPr>
          <p:cNvPr id="26" name="Parallellogram 25">
            <a:hlinkClick r:id="rId30" action="ppaction://hlinksldjump"/>
          </p:cNvPr>
          <p:cNvSpPr/>
          <p:nvPr userDrawn="1"/>
        </p:nvSpPr>
        <p:spPr>
          <a:xfrm>
            <a:off x="10282626"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Sikkerhets-kontroll av bilen</a:t>
            </a:r>
            <a:endParaRPr lang="nb-NO" sz="900" i="1" dirty="0">
              <a:solidFill>
                <a:schemeClr val="tx1"/>
              </a:solidFill>
            </a:endParaRPr>
          </a:p>
        </p:txBody>
      </p:sp>
      <p:sp>
        <p:nvSpPr>
          <p:cNvPr id="27" name="Parallellogram 26">
            <a:hlinkClick r:id="rId31" action="ppaction://hlinksldjump"/>
          </p:cNvPr>
          <p:cNvSpPr/>
          <p:nvPr userDrawn="1"/>
        </p:nvSpPr>
        <p:spPr>
          <a:xfrm>
            <a:off x="838771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3</a:t>
            </a:r>
          </a:p>
        </p:txBody>
      </p:sp>
      <p:sp>
        <p:nvSpPr>
          <p:cNvPr id="28" name="Parallellogram 49">
            <a:hlinkClick r:id="rId32" action="ppaction://hlinksldjump"/>
          </p:cNvPr>
          <p:cNvSpPr/>
          <p:nvPr userDrawn="1"/>
        </p:nvSpPr>
        <p:spPr>
          <a:xfrm>
            <a:off x="11524928" y="152613"/>
            <a:ext cx="602003" cy="684000"/>
          </a:xfrm>
          <a:custGeom>
            <a:avLst/>
            <a:gdLst>
              <a:gd name="connsiteX0" fmla="*/ 0 w 576000"/>
              <a:gd name="connsiteY0" fmla="*/ 684000 h 684000"/>
              <a:gd name="connsiteX1" fmla="*/ 144000 w 576000"/>
              <a:gd name="connsiteY1" fmla="*/ 0 h 684000"/>
              <a:gd name="connsiteX2" fmla="*/ 576000 w 576000"/>
              <a:gd name="connsiteY2" fmla="*/ 0 h 684000"/>
              <a:gd name="connsiteX3" fmla="*/ 432000 w 576000"/>
              <a:gd name="connsiteY3" fmla="*/ 684000 h 684000"/>
              <a:gd name="connsiteX4" fmla="*/ 0 w 576000"/>
              <a:gd name="connsiteY4" fmla="*/ 684000 h 684000"/>
              <a:gd name="connsiteX0" fmla="*/ 0 w 593335"/>
              <a:gd name="connsiteY0" fmla="*/ 675333 h 684000"/>
              <a:gd name="connsiteX1" fmla="*/ 161335 w 593335"/>
              <a:gd name="connsiteY1" fmla="*/ 0 h 684000"/>
              <a:gd name="connsiteX2" fmla="*/ 593335 w 593335"/>
              <a:gd name="connsiteY2" fmla="*/ 0 h 684000"/>
              <a:gd name="connsiteX3" fmla="*/ 449335 w 593335"/>
              <a:gd name="connsiteY3" fmla="*/ 684000 h 684000"/>
              <a:gd name="connsiteX4" fmla="*/ 0 w 593335"/>
              <a:gd name="connsiteY4" fmla="*/ 675333 h 684000"/>
              <a:gd name="connsiteX0" fmla="*/ 0 w 593335"/>
              <a:gd name="connsiteY0" fmla="*/ 679667 h 684000"/>
              <a:gd name="connsiteX1" fmla="*/ 161335 w 593335"/>
              <a:gd name="connsiteY1" fmla="*/ 0 h 684000"/>
              <a:gd name="connsiteX2" fmla="*/ 593335 w 593335"/>
              <a:gd name="connsiteY2" fmla="*/ 0 h 684000"/>
              <a:gd name="connsiteX3" fmla="*/ 449335 w 593335"/>
              <a:gd name="connsiteY3" fmla="*/ 684000 h 684000"/>
              <a:gd name="connsiteX4" fmla="*/ 0 w 593335"/>
              <a:gd name="connsiteY4" fmla="*/ 679667 h 684000"/>
              <a:gd name="connsiteX0" fmla="*/ 0 w 602003"/>
              <a:gd name="connsiteY0" fmla="*/ 684000 h 684000"/>
              <a:gd name="connsiteX1" fmla="*/ 170003 w 602003"/>
              <a:gd name="connsiteY1" fmla="*/ 0 h 684000"/>
              <a:gd name="connsiteX2" fmla="*/ 602003 w 602003"/>
              <a:gd name="connsiteY2" fmla="*/ 0 h 684000"/>
              <a:gd name="connsiteX3" fmla="*/ 458003 w 602003"/>
              <a:gd name="connsiteY3" fmla="*/ 684000 h 684000"/>
              <a:gd name="connsiteX4" fmla="*/ 0 w 602003"/>
              <a:gd name="connsiteY4" fmla="*/ 684000 h 684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2003" h="684000">
                <a:moveTo>
                  <a:pt x="0" y="684000"/>
                </a:moveTo>
                <a:lnTo>
                  <a:pt x="170003" y="0"/>
                </a:lnTo>
                <a:lnTo>
                  <a:pt x="602003" y="0"/>
                </a:lnTo>
                <a:lnTo>
                  <a:pt x="458003" y="684000"/>
                </a:lnTo>
                <a:lnTo>
                  <a:pt x="0" y="68400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TV</a:t>
            </a:r>
            <a:endParaRPr lang="nb-NO" sz="900" i="1" dirty="0">
              <a:solidFill>
                <a:schemeClr val="tx1"/>
              </a:solidFill>
            </a:endParaRPr>
          </a:p>
        </p:txBody>
      </p:sp>
      <p:sp>
        <p:nvSpPr>
          <p:cNvPr id="29" name="Handlingsknapp: gå til Hjem 28">
            <a:hlinkClick r:id="" action="ppaction://hlinkshowjump?jump=firstslide" highlightClick="1"/>
          </p:cNvPr>
          <p:cNvSpPr/>
          <p:nvPr userDrawn="1"/>
        </p:nvSpPr>
        <p:spPr>
          <a:xfrm>
            <a:off x="2792571" y="6148372"/>
            <a:ext cx="504000" cy="517667"/>
          </a:xfrm>
          <a:prstGeom prst="actionButtonHom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0" name="Handlingsknapp: gå tilbake eller til forrige 29">
            <a:hlinkClick r:id="" action="ppaction://hlinkshowjump?jump=previousslide" highlightClick="1"/>
          </p:cNvPr>
          <p:cNvSpPr/>
          <p:nvPr userDrawn="1"/>
        </p:nvSpPr>
        <p:spPr>
          <a:xfrm>
            <a:off x="3366413" y="6148372"/>
            <a:ext cx="504000" cy="517667"/>
          </a:xfrm>
          <a:prstGeom prst="actionButtonBackPrevious">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1" name="Handlingsknapp: gå framover eller til neste 30">
            <a:hlinkClick r:id="" action="ppaction://hlinkshowjump?jump=nextslide" highlightClick="1"/>
          </p:cNvPr>
          <p:cNvSpPr/>
          <p:nvPr userDrawn="1"/>
        </p:nvSpPr>
        <p:spPr>
          <a:xfrm>
            <a:off x="3940255" y="6148372"/>
            <a:ext cx="504000" cy="517667"/>
          </a:xfrm>
          <a:prstGeom prst="actionButtonForwardNex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32" name="Bilde 31" descr="Skjermutklipp">
            <a:hlinkClick r:id="rId33"/>
          </p:cNvPr>
          <p:cNvPicPr>
            <a:picLocks noChangeAspect="1"/>
          </p:cNvPicPr>
          <p:nvPr userDrawn="1"/>
        </p:nvPicPr>
        <p:blipFill>
          <a:blip r:embed="rId34">
            <a:extLst>
              <a:ext uri="{28A0092B-C50C-407E-A947-70E740481C1C}">
                <a14:useLocalDpi xmlns:a14="http://schemas.microsoft.com/office/drawing/2010/main" val="0"/>
              </a:ext>
            </a:extLst>
          </a:blip>
          <a:stretch>
            <a:fillRect/>
          </a:stretch>
        </p:blipFill>
        <p:spPr>
          <a:xfrm>
            <a:off x="4584245" y="6148372"/>
            <a:ext cx="398655" cy="504000"/>
          </a:xfrm>
          <a:prstGeom prst="rect">
            <a:avLst/>
          </a:prstGeom>
        </p:spPr>
      </p:pic>
      <p:pic>
        <p:nvPicPr>
          <p:cNvPr id="33" name="Bilde 32">
            <a:hlinkClick r:id="rId35"/>
          </p:cNvPr>
          <p:cNvPicPr>
            <a:picLocks noChangeAspect="1"/>
          </p:cNvPicPr>
          <p:nvPr userDrawn="1"/>
        </p:nvPicPr>
        <p:blipFill>
          <a:blip r:embed="rId36">
            <a:extLst>
              <a:ext uri="{28A0092B-C50C-407E-A947-70E740481C1C}">
                <a14:useLocalDpi xmlns:a14="http://schemas.microsoft.com/office/drawing/2010/main" val="0"/>
              </a:ext>
            </a:extLst>
          </a:blip>
          <a:stretch>
            <a:fillRect/>
          </a:stretch>
        </p:blipFill>
        <p:spPr>
          <a:xfrm>
            <a:off x="2135560" y="6147796"/>
            <a:ext cx="528384" cy="528384"/>
          </a:xfrm>
          <a:prstGeom prst="rect">
            <a:avLst/>
          </a:prstGeom>
        </p:spPr>
      </p:pic>
    </p:spTree>
    <p:extLst>
      <p:ext uri="{BB962C8B-B14F-4D97-AF65-F5344CB8AC3E}">
        <p14:creationId xmlns:p14="http://schemas.microsoft.com/office/powerpoint/2010/main" val="2404686022"/>
      </p:ext>
    </p:extLst>
  </p:cSld>
  <p:clrMap bg1="lt1" tx1="dk1" bg2="lt2" tx2="dk2" accent1="accent1" accent2="accent2" accent3="accent3" accent4="accent4" accent5="accent5" accent6="accent6" hlink="hlink" folHlink="folHlink"/>
  <p:sldLayoutIdLst>
    <p:sldLayoutId id="2147485876" r:id="rId1"/>
    <p:sldLayoutId id="2147485877" r:id="rId2"/>
    <p:sldLayoutId id="2147485878" r:id="rId3"/>
    <p:sldLayoutId id="2147485879" r:id="rId4"/>
    <p:sldLayoutId id="2147485880" r:id="rId5"/>
    <p:sldLayoutId id="2147485881" r:id="rId6"/>
    <p:sldLayoutId id="2147485882" r:id="rId7"/>
    <p:sldLayoutId id="2147485883" r:id="rId8"/>
    <p:sldLayoutId id="2147485884" r:id="rId9"/>
    <p:sldLayoutId id="2147485885" r:id="rId10"/>
    <p:sldLayoutId id="2147485886" r:id="rId11"/>
    <p:sldLayoutId id="2147485887" r:id="rId12"/>
    <p:sldLayoutId id="2147485888" r:id="rId13"/>
    <p:sldLayoutId id="2147485889" r:id="rId14"/>
    <p:sldLayoutId id="2147485890" r:id="rId15"/>
    <p:sldLayoutId id="2147485891" r:id="rId16"/>
    <p:sldLayoutId id="2147485892" r:id="rId17"/>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ittel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b-NO"/>
              <a:t>Klikk for å redigere tittelstil</a:t>
            </a:r>
          </a:p>
        </p:txBody>
      </p:sp>
      <p:sp>
        <p:nvSpPr>
          <p:cNvPr id="3" name="Plassholder for teks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307130-7EFB-4750-B9AC-2CB8898DBF7B}" type="datetime1">
              <a:rPr lang="nb-NO" smtClean="0"/>
              <a:t>27.08.2024</a:t>
            </a:fld>
            <a:endParaRPr lang="nb-NO"/>
          </a:p>
        </p:txBody>
      </p:sp>
      <p:sp>
        <p:nvSpPr>
          <p:cNvPr id="5" name="Plassholder for bunntekst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nb-NO"/>
              <a:t>Control Trafikkskole</a:t>
            </a:r>
          </a:p>
        </p:txBody>
      </p:sp>
      <p:sp>
        <p:nvSpPr>
          <p:cNvPr id="6" name="Plassholder for lysbildenumm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EBBCFE-599B-47F9-B84D-4259C5E2055D}" type="slidenum">
              <a:rPr lang="nb-NO" smtClean="0"/>
              <a:t>‹#›</a:t>
            </a:fld>
            <a:endParaRPr lang="nb-NO"/>
          </a:p>
        </p:txBody>
      </p:sp>
      <p:sp>
        <p:nvSpPr>
          <p:cNvPr id="7" name="Rektangel 6"/>
          <p:cNvSpPr/>
          <p:nvPr userDrawn="1"/>
        </p:nvSpPr>
        <p:spPr>
          <a:xfrm>
            <a:off x="353025" y="2230305"/>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S</a:t>
            </a:r>
          </a:p>
        </p:txBody>
      </p:sp>
      <p:sp>
        <p:nvSpPr>
          <p:cNvPr id="8" name="Rektangel 7"/>
          <p:cNvSpPr/>
          <p:nvPr userDrawn="1"/>
        </p:nvSpPr>
        <p:spPr>
          <a:xfrm>
            <a:off x="262178" y="283839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O</a:t>
            </a:r>
          </a:p>
        </p:txBody>
      </p:sp>
      <p:sp>
        <p:nvSpPr>
          <p:cNvPr id="9" name="Rektangel 8"/>
          <p:cNvSpPr/>
          <p:nvPr userDrawn="1"/>
        </p:nvSpPr>
        <p:spPr>
          <a:xfrm>
            <a:off x="170143" y="3446489"/>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A</a:t>
            </a:r>
          </a:p>
        </p:txBody>
      </p:sp>
      <p:sp>
        <p:nvSpPr>
          <p:cNvPr id="10" name="Parallellogram 9">
            <a:hlinkClick r:id="rId19" action="ppaction://hlinksldjump"/>
          </p:cNvPr>
          <p:cNvSpPr/>
          <p:nvPr userDrawn="1"/>
        </p:nvSpPr>
        <p:spPr>
          <a:xfrm>
            <a:off x="5367340"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1</a:t>
            </a:r>
          </a:p>
        </p:txBody>
      </p:sp>
      <p:sp>
        <p:nvSpPr>
          <p:cNvPr id="11" name="Parallellogram 10">
            <a:hlinkClick r:id="rId20" action="ppaction://hlinksldjump"/>
          </p:cNvPr>
          <p:cNvSpPr/>
          <p:nvPr userDrawn="1"/>
        </p:nvSpPr>
        <p:spPr>
          <a:xfrm>
            <a:off x="6877153" y="6148372"/>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2</a:t>
            </a:r>
          </a:p>
        </p:txBody>
      </p:sp>
      <p:sp>
        <p:nvSpPr>
          <p:cNvPr id="12" name="Parallellogram 11">
            <a:hlinkClick r:id="rId21" action="ppaction://hlinksldjump"/>
          </p:cNvPr>
          <p:cNvSpPr/>
          <p:nvPr userDrawn="1"/>
        </p:nvSpPr>
        <p:spPr>
          <a:xfrm>
            <a:off x="989827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4</a:t>
            </a:r>
          </a:p>
        </p:txBody>
      </p:sp>
      <p:sp>
        <p:nvSpPr>
          <p:cNvPr id="13" name="Rektangel 12"/>
          <p:cNvSpPr/>
          <p:nvPr userDrawn="1"/>
        </p:nvSpPr>
        <p:spPr>
          <a:xfrm>
            <a:off x="48893" y="406347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H</a:t>
            </a:r>
          </a:p>
        </p:txBody>
      </p:sp>
      <p:sp>
        <p:nvSpPr>
          <p:cNvPr id="18" name="Parallellogram 17">
            <a:hlinkClick r:id="rId22" action="ppaction://hlinksldjump"/>
          </p:cNvPr>
          <p:cNvSpPr/>
          <p:nvPr userDrawn="1"/>
        </p:nvSpPr>
        <p:spPr>
          <a:xfrm>
            <a:off x="300038"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Førerkort og trafikkopplæring</a:t>
            </a:r>
            <a:endParaRPr lang="nb-NO" sz="900" i="1" dirty="0">
              <a:solidFill>
                <a:schemeClr val="tx1"/>
              </a:solidFill>
            </a:endParaRPr>
          </a:p>
        </p:txBody>
      </p:sp>
      <p:sp>
        <p:nvSpPr>
          <p:cNvPr id="19" name="Parallellogram 18">
            <a:hlinkClick r:id="rId23" action="ppaction://hlinksldjump"/>
          </p:cNvPr>
          <p:cNvSpPr/>
          <p:nvPr userDrawn="1"/>
        </p:nvSpPr>
        <p:spPr>
          <a:xfrm>
            <a:off x="1542565" y="152613"/>
            <a:ext cx="1368000" cy="6840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Bilens oppbygning</a:t>
            </a:r>
            <a:endParaRPr lang="nb-NO" sz="900" i="1" dirty="0">
              <a:solidFill>
                <a:schemeClr val="tx1"/>
              </a:solidFill>
            </a:endParaRPr>
          </a:p>
        </p:txBody>
      </p:sp>
      <p:sp>
        <p:nvSpPr>
          <p:cNvPr id="20" name="Parallellogram 19">
            <a:hlinkClick r:id="rId24" action="ppaction://hlinksldjump"/>
          </p:cNvPr>
          <p:cNvSpPr/>
          <p:nvPr userDrawn="1"/>
        </p:nvSpPr>
        <p:spPr>
          <a:xfrm>
            <a:off x="2795685"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Ansvar for kjøretøyets stand og bruk</a:t>
            </a:r>
            <a:endParaRPr lang="nb-NO" sz="900" i="1" dirty="0">
              <a:solidFill>
                <a:schemeClr val="tx1"/>
              </a:solidFill>
            </a:endParaRPr>
          </a:p>
        </p:txBody>
      </p:sp>
      <p:sp>
        <p:nvSpPr>
          <p:cNvPr id="21" name="Parallellogram 20">
            <a:hlinkClick r:id="rId25" action="ppaction://hlinksldjump"/>
          </p:cNvPr>
          <p:cNvSpPr/>
          <p:nvPr userDrawn="1"/>
        </p:nvSpPr>
        <p:spPr>
          <a:xfrm>
            <a:off x="4038212"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Kjøring med tilhenger </a:t>
            </a:r>
            <a:endParaRPr lang="nb-NO" sz="900" i="1" dirty="0">
              <a:solidFill>
                <a:schemeClr val="tx1"/>
              </a:solidFill>
            </a:endParaRPr>
          </a:p>
        </p:txBody>
      </p:sp>
      <p:sp>
        <p:nvSpPr>
          <p:cNvPr id="22" name="Parallellogram 21">
            <a:hlinkClick r:id="rId26" action="ppaction://hlinksldjump"/>
          </p:cNvPr>
          <p:cNvSpPr/>
          <p:nvPr userDrawn="1"/>
        </p:nvSpPr>
        <p:spPr>
          <a:xfrm>
            <a:off x="5291332"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Menneskets kapasitet og trafikkens krav</a:t>
            </a:r>
            <a:endParaRPr lang="nb-NO" sz="900" i="1" dirty="0">
              <a:solidFill>
                <a:schemeClr val="tx1"/>
              </a:solidFill>
            </a:endParaRPr>
          </a:p>
        </p:txBody>
      </p:sp>
      <p:sp>
        <p:nvSpPr>
          <p:cNvPr id="23" name="Parallellogram 22">
            <a:hlinkClick r:id="rId27" action="ppaction://hlinksldjump"/>
          </p:cNvPr>
          <p:cNvSpPr/>
          <p:nvPr userDrawn="1"/>
        </p:nvSpPr>
        <p:spPr>
          <a:xfrm>
            <a:off x="6533859"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nb-NO" sz="900" dirty="0">
                <a:solidFill>
                  <a:schemeClr val="tx1"/>
                </a:solidFill>
              </a:rPr>
              <a:t>Gjøre seg klar for kjøring </a:t>
            </a:r>
          </a:p>
        </p:txBody>
      </p:sp>
      <p:sp>
        <p:nvSpPr>
          <p:cNvPr id="24" name="Parallellogram 23">
            <a:hlinkClick r:id="rId28" action="ppaction://hlinksldjump"/>
          </p:cNvPr>
          <p:cNvSpPr/>
          <p:nvPr userDrawn="1"/>
        </p:nvSpPr>
        <p:spPr>
          <a:xfrm>
            <a:off x="7786979"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Igangsetting og stans, giring, styring, etc. </a:t>
            </a:r>
            <a:endParaRPr lang="nb-NO" sz="900" i="1" dirty="0">
              <a:solidFill>
                <a:schemeClr val="tx1"/>
              </a:solidFill>
            </a:endParaRPr>
          </a:p>
        </p:txBody>
      </p:sp>
      <p:sp>
        <p:nvSpPr>
          <p:cNvPr id="25" name="Parallellogram 24">
            <a:hlinkClick r:id="rId29" action="ppaction://hlinksldjump"/>
          </p:cNvPr>
          <p:cNvSpPr/>
          <p:nvPr userDrawn="1"/>
        </p:nvSpPr>
        <p:spPr>
          <a:xfrm>
            <a:off x="9029506"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Grunnleggende kjøretøy-behandling </a:t>
            </a:r>
            <a:endParaRPr lang="nb-NO" sz="900" i="1" dirty="0">
              <a:solidFill>
                <a:schemeClr val="tx1"/>
              </a:solidFill>
            </a:endParaRPr>
          </a:p>
        </p:txBody>
      </p:sp>
      <p:sp>
        <p:nvSpPr>
          <p:cNvPr id="26" name="Parallellogram 25">
            <a:hlinkClick r:id="rId30" action="ppaction://hlinksldjump"/>
          </p:cNvPr>
          <p:cNvSpPr/>
          <p:nvPr userDrawn="1"/>
        </p:nvSpPr>
        <p:spPr>
          <a:xfrm>
            <a:off x="10282626"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Sikkerhets-kontroll av bilen</a:t>
            </a:r>
            <a:endParaRPr lang="nb-NO" sz="900" i="1" dirty="0">
              <a:solidFill>
                <a:schemeClr val="tx1"/>
              </a:solidFill>
            </a:endParaRPr>
          </a:p>
        </p:txBody>
      </p:sp>
      <p:sp>
        <p:nvSpPr>
          <p:cNvPr id="27" name="Parallellogram 26">
            <a:hlinkClick r:id="rId31" action="ppaction://hlinksldjump"/>
          </p:cNvPr>
          <p:cNvSpPr/>
          <p:nvPr userDrawn="1"/>
        </p:nvSpPr>
        <p:spPr>
          <a:xfrm>
            <a:off x="838771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3</a:t>
            </a:r>
          </a:p>
        </p:txBody>
      </p:sp>
      <p:sp>
        <p:nvSpPr>
          <p:cNvPr id="28" name="Parallellogram 49">
            <a:hlinkClick r:id="rId32" action="ppaction://hlinksldjump"/>
          </p:cNvPr>
          <p:cNvSpPr/>
          <p:nvPr userDrawn="1"/>
        </p:nvSpPr>
        <p:spPr>
          <a:xfrm>
            <a:off x="11524928" y="152613"/>
            <a:ext cx="602003" cy="684000"/>
          </a:xfrm>
          <a:custGeom>
            <a:avLst/>
            <a:gdLst>
              <a:gd name="connsiteX0" fmla="*/ 0 w 576000"/>
              <a:gd name="connsiteY0" fmla="*/ 684000 h 684000"/>
              <a:gd name="connsiteX1" fmla="*/ 144000 w 576000"/>
              <a:gd name="connsiteY1" fmla="*/ 0 h 684000"/>
              <a:gd name="connsiteX2" fmla="*/ 576000 w 576000"/>
              <a:gd name="connsiteY2" fmla="*/ 0 h 684000"/>
              <a:gd name="connsiteX3" fmla="*/ 432000 w 576000"/>
              <a:gd name="connsiteY3" fmla="*/ 684000 h 684000"/>
              <a:gd name="connsiteX4" fmla="*/ 0 w 576000"/>
              <a:gd name="connsiteY4" fmla="*/ 684000 h 684000"/>
              <a:gd name="connsiteX0" fmla="*/ 0 w 593335"/>
              <a:gd name="connsiteY0" fmla="*/ 675333 h 684000"/>
              <a:gd name="connsiteX1" fmla="*/ 161335 w 593335"/>
              <a:gd name="connsiteY1" fmla="*/ 0 h 684000"/>
              <a:gd name="connsiteX2" fmla="*/ 593335 w 593335"/>
              <a:gd name="connsiteY2" fmla="*/ 0 h 684000"/>
              <a:gd name="connsiteX3" fmla="*/ 449335 w 593335"/>
              <a:gd name="connsiteY3" fmla="*/ 684000 h 684000"/>
              <a:gd name="connsiteX4" fmla="*/ 0 w 593335"/>
              <a:gd name="connsiteY4" fmla="*/ 675333 h 684000"/>
              <a:gd name="connsiteX0" fmla="*/ 0 w 593335"/>
              <a:gd name="connsiteY0" fmla="*/ 679667 h 684000"/>
              <a:gd name="connsiteX1" fmla="*/ 161335 w 593335"/>
              <a:gd name="connsiteY1" fmla="*/ 0 h 684000"/>
              <a:gd name="connsiteX2" fmla="*/ 593335 w 593335"/>
              <a:gd name="connsiteY2" fmla="*/ 0 h 684000"/>
              <a:gd name="connsiteX3" fmla="*/ 449335 w 593335"/>
              <a:gd name="connsiteY3" fmla="*/ 684000 h 684000"/>
              <a:gd name="connsiteX4" fmla="*/ 0 w 593335"/>
              <a:gd name="connsiteY4" fmla="*/ 679667 h 684000"/>
              <a:gd name="connsiteX0" fmla="*/ 0 w 602003"/>
              <a:gd name="connsiteY0" fmla="*/ 684000 h 684000"/>
              <a:gd name="connsiteX1" fmla="*/ 170003 w 602003"/>
              <a:gd name="connsiteY1" fmla="*/ 0 h 684000"/>
              <a:gd name="connsiteX2" fmla="*/ 602003 w 602003"/>
              <a:gd name="connsiteY2" fmla="*/ 0 h 684000"/>
              <a:gd name="connsiteX3" fmla="*/ 458003 w 602003"/>
              <a:gd name="connsiteY3" fmla="*/ 684000 h 684000"/>
              <a:gd name="connsiteX4" fmla="*/ 0 w 602003"/>
              <a:gd name="connsiteY4" fmla="*/ 684000 h 684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2003" h="684000">
                <a:moveTo>
                  <a:pt x="0" y="684000"/>
                </a:moveTo>
                <a:lnTo>
                  <a:pt x="170003" y="0"/>
                </a:lnTo>
                <a:lnTo>
                  <a:pt x="602003" y="0"/>
                </a:lnTo>
                <a:lnTo>
                  <a:pt x="458003" y="684000"/>
                </a:lnTo>
                <a:lnTo>
                  <a:pt x="0" y="68400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TV</a:t>
            </a:r>
            <a:endParaRPr lang="nb-NO" sz="900" i="1" dirty="0">
              <a:solidFill>
                <a:schemeClr val="tx1"/>
              </a:solidFill>
            </a:endParaRPr>
          </a:p>
        </p:txBody>
      </p:sp>
      <p:sp>
        <p:nvSpPr>
          <p:cNvPr id="29" name="Handlingsknapp: gå til Hjem 28">
            <a:hlinkClick r:id="" action="ppaction://hlinkshowjump?jump=firstslide" highlightClick="1"/>
          </p:cNvPr>
          <p:cNvSpPr/>
          <p:nvPr userDrawn="1"/>
        </p:nvSpPr>
        <p:spPr>
          <a:xfrm>
            <a:off x="2792571" y="6148372"/>
            <a:ext cx="504000" cy="517667"/>
          </a:xfrm>
          <a:prstGeom prst="actionButtonHom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0" name="Handlingsknapp: gå tilbake eller til forrige 29">
            <a:hlinkClick r:id="" action="ppaction://hlinkshowjump?jump=previousslide" highlightClick="1"/>
          </p:cNvPr>
          <p:cNvSpPr/>
          <p:nvPr userDrawn="1"/>
        </p:nvSpPr>
        <p:spPr>
          <a:xfrm>
            <a:off x="3366413" y="6148372"/>
            <a:ext cx="504000" cy="517667"/>
          </a:xfrm>
          <a:prstGeom prst="actionButtonBackPrevious">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1" name="Handlingsknapp: gå framover eller til neste 30">
            <a:hlinkClick r:id="" action="ppaction://hlinkshowjump?jump=nextslide" highlightClick="1"/>
          </p:cNvPr>
          <p:cNvSpPr/>
          <p:nvPr userDrawn="1"/>
        </p:nvSpPr>
        <p:spPr>
          <a:xfrm>
            <a:off x="3940255" y="6148372"/>
            <a:ext cx="504000" cy="517667"/>
          </a:xfrm>
          <a:prstGeom prst="actionButtonForwardNex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32" name="Bilde 31" descr="Skjermutklipp">
            <a:hlinkClick r:id="rId33"/>
          </p:cNvPr>
          <p:cNvPicPr>
            <a:picLocks noChangeAspect="1"/>
          </p:cNvPicPr>
          <p:nvPr userDrawn="1"/>
        </p:nvPicPr>
        <p:blipFill>
          <a:blip r:embed="rId34">
            <a:extLst>
              <a:ext uri="{28A0092B-C50C-407E-A947-70E740481C1C}">
                <a14:useLocalDpi xmlns:a14="http://schemas.microsoft.com/office/drawing/2010/main" val="0"/>
              </a:ext>
            </a:extLst>
          </a:blip>
          <a:stretch>
            <a:fillRect/>
          </a:stretch>
        </p:blipFill>
        <p:spPr>
          <a:xfrm>
            <a:off x="4584245" y="6148372"/>
            <a:ext cx="398655" cy="504000"/>
          </a:xfrm>
          <a:prstGeom prst="rect">
            <a:avLst/>
          </a:prstGeom>
        </p:spPr>
      </p:pic>
      <p:pic>
        <p:nvPicPr>
          <p:cNvPr id="33" name="Bilde 32">
            <a:hlinkClick r:id="rId35"/>
          </p:cNvPr>
          <p:cNvPicPr>
            <a:picLocks noChangeAspect="1"/>
          </p:cNvPicPr>
          <p:nvPr userDrawn="1"/>
        </p:nvPicPr>
        <p:blipFill>
          <a:blip r:embed="rId36">
            <a:extLst>
              <a:ext uri="{28A0092B-C50C-407E-A947-70E740481C1C}">
                <a14:useLocalDpi xmlns:a14="http://schemas.microsoft.com/office/drawing/2010/main" val="0"/>
              </a:ext>
            </a:extLst>
          </a:blip>
          <a:stretch>
            <a:fillRect/>
          </a:stretch>
        </p:blipFill>
        <p:spPr>
          <a:xfrm>
            <a:off x="2135560" y="6147796"/>
            <a:ext cx="528384" cy="528384"/>
          </a:xfrm>
          <a:prstGeom prst="rect">
            <a:avLst/>
          </a:prstGeom>
        </p:spPr>
      </p:pic>
    </p:spTree>
    <p:extLst>
      <p:ext uri="{BB962C8B-B14F-4D97-AF65-F5344CB8AC3E}">
        <p14:creationId xmlns:p14="http://schemas.microsoft.com/office/powerpoint/2010/main" val="1891011557"/>
      </p:ext>
    </p:extLst>
  </p:cSld>
  <p:clrMap bg1="lt1" tx1="dk1" bg2="lt2" tx2="dk2" accent1="accent1" accent2="accent2" accent3="accent3" accent4="accent4" accent5="accent5" accent6="accent6" hlink="hlink" folHlink="folHlink"/>
  <p:sldLayoutIdLst>
    <p:sldLayoutId id="2147485894" r:id="rId1"/>
    <p:sldLayoutId id="2147485895" r:id="rId2"/>
    <p:sldLayoutId id="2147485896" r:id="rId3"/>
    <p:sldLayoutId id="2147485897" r:id="rId4"/>
    <p:sldLayoutId id="2147485898" r:id="rId5"/>
    <p:sldLayoutId id="2147485899" r:id="rId6"/>
    <p:sldLayoutId id="2147485900" r:id="rId7"/>
    <p:sldLayoutId id="2147485901" r:id="rId8"/>
    <p:sldLayoutId id="2147485902" r:id="rId9"/>
    <p:sldLayoutId id="2147485903" r:id="rId10"/>
    <p:sldLayoutId id="2147485904" r:id="rId11"/>
    <p:sldLayoutId id="2147485905" r:id="rId12"/>
    <p:sldLayoutId id="2147485906" r:id="rId13"/>
    <p:sldLayoutId id="2147485907" r:id="rId14"/>
    <p:sldLayoutId id="2147485908" r:id="rId15"/>
    <p:sldLayoutId id="2147485909" r:id="rId16"/>
    <p:sldLayoutId id="2147485910" r:id="rId17"/>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ittel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b-NO"/>
              <a:t>Klikk for å redigere tittelstil</a:t>
            </a:r>
          </a:p>
        </p:txBody>
      </p:sp>
      <p:sp>
        <p:nvSpPr>
          <p:cNvPr id="3" name="Plassholder for teks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DB069E4-CED4-4BC0-8D08-65B79F33B455}" type="datetime1">
              <a:rPr lang="nb-NO" smtClean="0"/>
              <a:t>27.08.2024</a:t>
            </a:fld>
            <a:endParaRPr lang="nb-NO"/>
          </a:p>
        </p:txBody>
      </p:sp>
      <p:sp>
        <p:nvSpPr>
          <p:cNvPr id="5" name="Plassholder for bunntekst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nb-NO"/>
              <a:t>Control Trafikkskole</a:t>
            </a:r>
          </a:p>
        </p:txBody>
      </p:sp>
      <p:sp>
        <p:nvSpPr>
          <p:cNvPr id="6" name="Plassholder for lysbildenumm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EBBCFE-599B-47F9-B84D-4259C5E2055D}" type="slidenum">
              <a:rPr lang="nb-NO" smtClean="0"/>
              <a:t>‹#›</a:t>
            </a:fld>
            <a:endParaRPr lang="nb-NO"/>
          </a:p>
        </p:txBody>
      </p:sp>
      <p:sp>
        <p:nvSpPr>
          <p:cNvPr id="7" name="Rektangel 6"/>
          <p:cNvSpPr/>
          <p:nvPr userDrawn="1"/>
        </p:nvSpPr>
        <p:spPr>
          <a:xfrm>
            <a:off x="353025" y="2230305"/>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S</a:t>
            </a:r>
          </a:p>
        </p:txBody>
      </p:sp>
      <p:sp>
        <p:nvSpPr>
          <p:cNvPr id="8" name="Rektangel 7"/>
          <p:cNvSpPr/>
          <p:nvPr userDrawn="1"/>
        </p:nvSpPr>
        <p:spPr>
          <a:xfrm>
            <a:off x="262178" y="283839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O</a:t>
            </a:r>
          </a:p>
        </p:txBody>
      </p:sp>
      <p:sp>
        <p:nvSpPr>
          <p:cNvPr id="9" name="Rektangel 8"/>
          <p:cNvSpPr/>
          <p:nvPr userDrawn="1"/>
        </p:nvSpPr>
        <p:spPr>
          <a:xfrm>
            <a:off x="170143" y="3446489"/>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A</a:t>
            </a:r>
          </a:p>
        </p:txBody>
      </p:sp>
      <p:sp>
        <p:nvSpPr>
          <p:cNvPr id="10" name="Parallellogram 9">
            <a:hlinkClick r:id="rId13" action="ppaction://hlinksldjump"/>
          </p:cNvPr>
          <p:cNvSpPr/>
          <p:nvPr userDrawn="1"/>
        </p:nvSpPr>
        <p:spPr>
          <a:xfrm>
            <a:off x="5367340"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1</a:t>
            </a:r>
          </a:p>
        </p:txBody>
      </p:sp>
      <p:sp>
        <p:nvSpPr>
          <p:cNvPr id="11" name="Parallellogram 10">
            <a:hlinkClick r:id="rId14" action="ppaction://hlinksldjump"/>
          </p:cNvPr>
          <p:cNvSpPr/>
          <p:nvPr userDrawn="1"/>
        </p:nvSpPr>
        <p:spPr>
          <a:xfrm>
            <a:off x="6877153" y="6148372"/>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2</a:t>
            </a:r>
          </a:p>
        </p:txBody>
      </p:sp>
      <p:sp>
        <p:nvSpPr>
          <p:cNvPr id="12" name="Parallellogram 11">
            <a:hlinkClick r:id="rId15" action="ppaction://hlinksldjump"/>
          </p:cNvPr>
          <p:cNvSpPr/>
          <p:nvPr userDrawn="1"/>
        </p:nvSpPr>
        <p:spPr>
          <a:xfrm>
            <a:off x="989827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4</a:t>
            </a:r>
          </a:p>
        </p:txBody>
      </p:sp>
      <p:sp>
        <p:nvSpPr>
          <p:cNvPr id="13" name="Rektangel 12"/>
          <p:cNvSpPr/>
          <p:nvPr userDrawn="1"/>
        </p:nvSpPr>
        <p:spPr>
          <a:xfrm>
            <a:off x="48893" y="406347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H</a:t>
            </a:r>
          </a:p>
        </p:txBody>
      </p:sp>
      <p:sp>
        <p:nvSpPr>
          <p:cNvPr id="18" name="Parallellogram 17">
            <a:hlinkClick r:id="rId16" action="ppaction://hlinksldjump"/>
          </p:cNvPr>
          <p:cNvSpPr/>
          <p:nvPr userDrawn="1"/>
        </p:nvSpPr>
        <p:spPr>
          <a:xfrm>
            <a:off x="300038"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Førerkort og trafikkopplæring</a:t>
            </a:r>
            <a:endParaRPr lang="nb-NO" sz="900" i="1" dirty="0">
              <a:solidFill>
                <a:schemeClr val="tx1"/>
              </a:solidFill>
            </a:endParaRPr>
          </a:p>
        </p:txBody>
      </p:sp>
      <p:sp>
        <p:nvSpPr>
          <p:cNvPr id="19" name="Parallellogram 18">
            <a:hlinkClick r:id="rId17" action="ppaction://hlinksldjump"/>
          </p:cNvPr>
          <p:cNvSpPr/>
          <p:nvPr userDrawn="1"/>
        </p:nvSpPr>
        <p:spPr>
          <a:xfrm>
            <a:off x="1542565"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Bilens oppbygning</a:t>
            </a:r>
            <a:endParaRPr lang="nb-NO" sz="900" i="1" dirty="0">
              <a:solidFill>
                <a:schemeClr val="tx1"/>
              </a:solidFill>
            </a:endParaRPr>
          </a:p>
        </p:txBody>
      </p:sp>
      <p:sp>
        <p:nvSpPr>
          <p:cNvPr id="20" name="Parallellogram 19">
            <a:hlinkClick r:id="rId18" action="ppaction://hlinksldjump"/>
          </p:cNvPr>
          <p:cNvSpPr/>
          <p:nvPr userDrawn="1"/>
        </p:nvSpPr>
        <p:spPr>
          <a:xfrm>
            <a:off x="2795685" y="152613"/>
            <a:ext cx="1368000" cy="6840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Ansvar for kjøretøyets stand og bruk</a:t>
            </a:r>
            <a:endParaRPr lang="nb-NO" sz="900" i="1" dirty="0">
              <a:solidFill>
                <a:schemeClr val="tx1"/>
              </a:solidFill>
            </a:endParaRPr>
          </a:p>
        </p:txBody>
      </p:sp>
      <p:sp>
        <p:nvSpPr>
          <p:cNvPr id="21" name="Parallellogram 20">
            <a:hlinkClick r:id="rId19" action="ppaction://hlinksldjump"/>
          </p:cNvPr>
          <p:cNvSpPr/>
          <p:nvPr userDrawn="1"/>
        </p:nvSpPr>
        <p:spPr>
          <a:xfrm>
            <a:off x="4038212"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Kjøring med tilhenger </a:t>
            </a:r>
            <a:endParaRPr lang="nb-NO" sz="900" i="1" dirty="0">
              <a:solidFill>
                <a:schemeClr val="tx1"/>
              </a:solidFill>
            </a:endParaRPr>
          </a:p>
        </p:txBody>
      </p:sp>
      <p:sp>
        <p:nvSpPr>
          <p:cNvPr id="22" name="Parallellogram 21">
            <a:hlinkClick r:id="rId20" action="ppaction://hlinksldjump"/>
          </p:cNvPr>
          <p:cNvSpPr/>
          <p:nvPr userDrawn="1"/>
        </p:nvSpPr>
        <p:spPr>
          <a:xfrm>
            <a:off x="5291332"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Menneskets kapasitet og trafikkens krav</a:t>
            </a:r>
            <a:endParaRPr lang="nb-NO" sz="900" i="1" dirty="0">
              <a:solidFill>
                <a:schemeClr val="tx1"/>
              </a:solidFill>
            </a:endParaRPr>
          </a:p>
        </p:txBody>
      </p:sp>
      <p:sp>
        <p:nvSpPr>
          <p:cNvPr id="23" name="Parallellogram 22">
            <a:hlinkClick r:id="rId21" action="ppaction://hlinksldjump"/>
          </p:cNvPr>
          <p:cNvSpPr/>
          <p:nvPr userDrawn="1"/>
        </p:nvSpPr>
        <p:spPr>
          <a:xfrm>
            <a:off x="6533859"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nb-NO" sz="900" dirty="0">
                <a:solidFill>
                  <a:schemeClr val="tx1"/>
                </a:solidFill>
              </a:rPr>
              <a:t>Gjøre seg klar for kjøring </a:t>
            </a:r>
          </a:p>
        </p:txBody>
      </p:sp>
      <p:sp>
        <p:nvSpPr>
          <p:cNvPr id="24" name="Parallellogram 23">
            <a:hlinkClick r:id="rId22" action="ppaction://hlinksldjump"/>
          </p:cNvPr>
          <p:cNvSpPr/>
          <p:nvPr userDrawn="1"/>
        </p:nvSpPr>
        <p:spPr>
          <a:xfrm>
            <a:off x="7786979"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Igangsetting og stans, giring, styring, etc. </a:t>
            </a:r>
            <a:endParaRPr lang="nb-NO" sz="900" i="1" dirty="0">
              <a:solidFill>
                <a:schemeClr val="tx1"/>
              </a:solidFill>
            </a:endParaRPr>
          </a:p>
        </p:txBody>
      </p:sp>
      <p:sp>
        <p:nvSpPr>
          <p:cNvPr id="25" name="Parallellogram 24">
            <a:hlinkClick r:id="rId18" action="ppaction://hlinksldjump"/>
          </p:cNvPr>
          <p:cNvSpPr/>
          <p:nvPr userDrawn="1"/>
        </p:nvSpPr>
        <p:spPr>
          <a:xfrm>
            <a:off x="1428744"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26" name="Parallellogram 25">
            <a:hlinkClick r:id="rId2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27" name="Parallellogram 26">
            <a:hlinkClick r:id="rId2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28" name="Parallellogram 27">
            <a:hlinkClick r:id="rId2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29" name="Parallellogram 28">
            <a:hlinkClick r:id="rId26" action="ppaction://hlinksldjump"/>
          </p:cNvPr>
          <p:cNvSpPr/>
          <p:nvPr userDrawn="1"/>
        </p:nvSpPr>
        <p:spPr>
          <a:xfrm>
            <a:off x="7469491"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30" name="Parallellogram 29">
            <a:hlinkClick r:id="rId27" action="ppaction://hlinksldjump"/>
          </p:cNvPr>
          <p:cNvSpPr/>
          <p:nvPr userDrawn="1"/>
        </p:nvSpPr>
        <p:spPr>
          <a:xfrm>
            <a:off x="897930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31" name="Parallellogram 30">
            <a:hlinkClick r:id="rId28" action="ppaction://hlinksldjump"/>
          </p:cNvPr>
          <p:cNvSpPr/>
          <p:nvPr userDrawn="1"/>
        </p:nvSpPr>
        <p:spPr>
          <a:xfrm>
            <a:off x="10489865"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
        <p:nvSpPr>
          <p:cNvPr id="32" name="Parallellogram 31">
            <a:hlinkClick r:id="rId29" action="ppaction://hlinksldjump"/>
          </p:cNvPr>
          <p:cNvSpPr/>
          <p:nvPr userDrawn="1"/>
        </p:nvSpPr>
        <p:spPr>
          <a:xfrm>
            <a:off x="9029506"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Grunnleggende kjøretøy-behandling </a:t>
            </a:r>
            <a:endParaRPr lang="nb-NO" sz="900" i="1" dirty="0">
              <a:solidFill>
                <a:schemeClr val="tx1"/>
              </a:solidFill>
            </a:endParaRPr>
          </a:p>
        </p:txBody>
      </p:sp>
      <p:sp>
        <p:nvSpPr>
          <p:cNvPr id="33" name="Parallellogram 32">
            <a:hlinkClick r:id="rId30" action="ppaction://hlinksldjump"/>
          </p:cNvPr>
          <p:cNvSpPr/>
          <p:nvPr userDrawn="1"/>
        </p:nvSpPr>
        <p:spPr>
          <a:xfrm>
            <a:off x="10282626"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Sikkerhets-kontroll av bilen</a:t>
            </a:r>
            <a:endParaRPr lang="nb-NO" sz="900" i="1" dirty="0">
              <a:solidFill>
                <a:schemeClr val="tx1"/>
              </a:solidFill>
            </a:endParaRPr>
          </a:p>
        </p:txBody>
      </p:sp>
      <p:sp>
        <p:nvSpPr>
          <p:cNvPr id="34" name="Parallellogram 33">
            <a:hlinkClick r:id="rId31" action="ppaction://hlinksldjump"/>
          </p:cNvPr>
          <p:cNvSpPr/>
          <p:nvPr userDrawn="1"/>
        </p:nvSpPr>
        <p:spPr>
          <a:xfrm>
            <a:off x="838771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3</a:t>
            </a:r>
          </a:p>
        </p:txBody>
      </p:sp>
      <p:sp>
        <p:nvSpPr>
          <p:cNvPr id="35" name="Parallellogram 49">
            <a:hlinkClick r:id="rId32" action="ppaction://hlinksldjump"/>
          </p:cNvPr>
          <p:cNvSpPr/>
          <p:nvPr userDrawn="1"/>
        </p:nvSpPr>
        <p:spPr>
          <a:xfrm>
            <a:off x="11524928" y="152613"/>
            <a:ext cx="602003" cy="684000"/>
          </a:xfrm>
          <a:custGeom>
            <a:avLst/>
            <a:gdLst>
              <a:gd name="connsiteX0" fmla="*/ 0 w 576000"/>
              <a:gd name="connsiteY0" fmla="*/ 684000 h 684000"/>
              <a:gd name="connsiteX1" fmla="*/ 144000 w 576000"/>
              <a:gd name="connsiteY1" fmla="*/ 0 h 684000"/>
              <a:gd name="connsiteX2" fmla="*/ 576000 w 576000"/>
              <a:gd name="connsiteY2" fmla="*/ 0 h 684000"/>
              <a:gd name="connsiteX3" fmla="*/ 432000 w 576000"/>
              <a:gd name="connsiteY3" fmla="*/ 684000 h 684000"/>
              <a:gd name="connsiteX4" fmla="*/ 0 w 576000"/>
              <a:gd name="connsiteY4" fmla="*/ 684000 h 684000"/>
              <a:gd name="connsiteX0" fmla="*/ 0 w 593335"/>
              <a:gd name="connsiteY0" fmla="*/ 675333 h 684000"/>
              <a:gd name="connsiteX1" fmla="*/ 161335 w 593335"/>
              <a:gd name="connsiteY1" fmla="*/ 0 h 684000"/>
              <a:gd name="connsiteX2" fmla="*/ 593335 w 593335"/>
              <a:gd name="connsiteY2" fmla="*/ 0 h 684000"/>
              <a:gd name="connsiteX3" fmla="*/ 449335 w 593335"/>
              <a:gd name="connsiteY3" fmla="*/ 684000 h 684000"/>
              <a:gd name="connsiteX4" fmla="*/ 0 w 593335"/>
              <a:gd name="connsiteY4" fmla="*/ 675333 h 684000"/>
              <a:gd name="connsiteX0" fmla="*/ 0 w 593335"/>
              <a:gd name="connsiteY0" fmla="*/ 679667 h 684000"/>
              <a:gd name="connsiteX1" fmla="*/ 161335 w 593335"/>
              <a:gd name="connsiteY1" fmla="*/ 0 h 684000"/>
              <a:gd name="connsiteX2" fmla="*/ 593335 w 593335"/>
              <a:gd name="connsiteY2" fmla="*/ 0 h 684000"/>
              <a:gd name="connsiteX3" fmla="*/ 449335 w 593335"/>
              <a:gd name="connsiteY3" fmla="*/ 684000 h 684000"/>
              <a:gd name="connsiteX4" fmla="*/ 0 w 593335"/>
              <a:gd name="connsiteY4" fmla="*/ 679667 h 684000"/>
              <a:gd name="connsiteX0" fmla="*/ 0 w 602003"/>
              <a:gd name="connsiteY0" fmla="*/ 684000 h 684000"/>
              <a:gd name="connsiteX1" fmla="*/ 170003 w 602003"/>
              <a:gd name="connsiteY1" fmla="*/ 0 h 684000"/>
              <a:gd name="connsiteX2" fmla="*/ 602003 w 602003"/>
              <a:gd name="connsiteY2" fmla="*/ 0 h 684000"/>
              <a:gd name="connsiteX3" fmla="*/ 458003 w 602003"/>
              <a:gd name="connsiteY3" fmla="*/ 684000 h 684000"/>
              <a:gd name="connsiteX4" fmla="*/ 0 w 602003"/>
              <a:gd name="connsiteY4" fmla="*/ 684000 h 684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2003" h="684000">
                <a:moveTo>
                  <a:pt x="0" y="684000"/>
                </a:moveTo>
                <a:lnTo>
                  <a:pt x="170003" y="0"/>
                </a:lnTo>
                <a:lnTo>
                  <a:pt x="602003" y="0"/>
                </a:lnTo>
                <a:lnTo>
                  <a:pt x="458003" y="684000"/>
                </a:lnTo>
                <a:lnTo>
                  <a:pt x="0" y="68400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TV</a:t>
            </a:r>
            <a:endParaRPr lang="nb-NO" sz="900" i="1" dirty="0">
              <a:solidFill>
                <a:schemeClr val="tx1"/>
              </a:solidFill>
            </a:endParaRPr>
          </a:p>
        </p:txBody>
      </p:sp>
      <p:sp>
        <p:nvSpPr>
          <p:cNvPr id="36" name="Handlingsknapp: gå til Hjem 35">
            <a:hlinkClick r:id="" action="ppaction://hlinkshowjump?jump=firstslide" highlightClick="1"/>
          </p:cNvPr>
          <p:cNvSpPr/>
          <p:nvPr userDrawn="1"/>
        </p:nvSpPr>
        <p:spPr>
          <a:xfrm>
            <a:off x="2792571" y="6148372"/>
            <a:ext cx="504000" cy="517667"/>
          </a:xfrm>
          <a:prstGeom prst="actionButtonHom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7" name="Handlingsknapp: gå tilbake eller til forrige 36">
            <a:hlinkClick r:id="" action="ppaction://hlinkshowjump?jump=previousslide" highlightClick="1"/>
          </p:cNvPr>
          <p:cNvSpPr/>
          <p:nvPr userDrawn="1"/>
        </p:nvSpPr>
        <p:spPr>
          <a:xfrm>
            <a:off x="3366413" y="6148372"/>
            <a:ext cx="504000" cy="517667"/>
          </a:xfrm>
          <a:prstGeom prst="actionButtonBackPrevious">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8" name="Handlingsknapp: gå framover eller til neste 37">
            <a:hlinkClick r:id="" action="ppaction://hlinkshowjump?jump=nextslide" highlightClick="1"/>
          </p:cNvPr>
          <p:cNvSpPr/>
          <p:nvPr userDrawn="1"/>
        </p:nvSpPr>
        <p:spPr>
          <a:xfrm>
            <a:off x="3940255" y="6148372"/>
            <a:ext cx="504000" cy="517667"/>
          </a:xfrm>
          <a:prstGeom prst="actionButtonForwardNex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39" name="Bilde 38" descr="Skjermutklipp">
            <a:hlinkClick r:id="rId33"/>
          </p:cNvPr>
          <p:cNvPicPr>
            <a:picLocks noChangeAspect="1"/>
          </p:cNvPicPr>
          <p:nvPr userDrawn="1"/>
        </p:nvPicPr>
        <p:blipFill>
          <a:blip r:embed="rId34">
            <a:extLst>
              <a:ext uri="{28A0092B-C50C-407E-A947-70E740481C1C}">
                <a14:useLocalDpi xmlns:a14="http://schemas.microsoft.com/office/drawing/2010/main" val="0"/>
              </a:ext>
            </a:extLst>
          </a:blip>
          <a:stretch>
            <a:fillRect/>
          </a:stretch>
        </p:blipFill>
        <p:spPr>
          <a:xfrm>
            <a:off x="4584245" y="6148372"/>
            <a:ext cx="398655" cy="504000"/>
          </a:xfrm>
          <a:prstGeom prst="rect">
            <a:avLst/>
          </a:prstGeom>
        </p:spPr>
      </p:pic>
      <p:pic>
        <p:nvPicPr>
          <p:cNvPr id="40" name="Bilde 39">
            <a:hlinkClick r:id="rId35"/>
          </p:cNvPr>
          <p:cNvPicPr>
            <a:picLocks noChangeAspect="1"/>
          </p:cNvPicPr>
          <p:nvPr userDrawn="1"/>
        </p:nvPicPr>
        <p:blipFill>
          <a:blip r:embed="rId36">
            <a:extLst>
              <a:ext uri="{28A0092B-C50C-407E-A947-70E740481C1C}">
                <a14:useLocalDpi xmlns:a14="http://schemas.microsoft.com/office/drawing/2010/main" val="0"/>
              </a:ext>
            </a:extLst>
          </a:blip>
          <a:stretch>
            <a:fillRect/>
          </a:stretch>
        </p:blipFill>
        <p:spPr>
          <a:xfrm>
            <a:off x="2135560" y="6147796"/>
            <a:ext cx="528384" cy="528384"/>
          </a:xfrm>
          <a:prstGeom prst="rect">
            <a:avLst/>
          </a:prstGeom>
        </p:spPr>
      </p:pic>
    </p:spTree>
    <p:extLst>
      <p:ext uri="{BB962C8B-B14F-4D97-AF65-F5344CB8AC3E}">
        <p14:creationId xmlns:p14="http://schemas.microsoft.com/office/powerpoint/2010/main" val="3629161005"/>
      </p:ext>
    </p:extLst>
  </p:cSld>
  <p:clrMap bg1="lt1" tx1="dk1" bg2="lt2" tx2="dk2" accent1="accent1" accent2="accent2" accent3="accent3" accent4="accent4" accent5="accent5" accent6="accent6" hlink="hlink" folHlink="folHlink"/>
  <p:sldLayoutIdLst>
    <p:sldLayoutId id="2147485912" r:id="rId1"/>
    <p:sldLayoutId id="2147485913" r:id="rId2"/>
    <p:sldLayoutId id="2147485914" r:id="rId3"/>
    <p:sldLayoutId id="2147485915" r:id="rId4"/>
    <p:sldLayoutId id="2147485916" r:id="rId5"/>
    <p:sldLayoutId id="2147485917" r:id="rId6"/>
    <p:sldLayoutId id="2147485918" r:id="rId7"/>
    <p:sldLayoutId id="2147485919" r:id="rId8"/>
    <p:sldLayoutId id="2147485920" r:id="rId9"/>
    <p:sldLayoutId id="2147485921" r:id="rId10"/>
    <p:sldLayoutId id="2147485922"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ittel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b-NO"/>
              <a:t>Klikk for å redigere tittelstil</a:t>
            </a:r>
          </a:p>
        </p:txBody>
      </p:sp>
      <p:sp>
        <p:nvSpPr>
          <p:cNvPr id="3" name="Plassholder for teks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5159F5B-48F2-4901-93AC-107284450B81}" type="datetime1">
              <a:rPr lang="nb-NO" smtClean="0"/>
              <a:t>27.08.2024</a:t>
            </a:fld>
            <a:endParaRPr lang="nb-NO"/>
          </a:p>
        </p:txBody>
      </p:sp>
      <p:sp>
        <p:nvSpPr>
          <p:cNvPr id="5" name="Plassholder for bunntekst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nb-NO"/>
              <a:t>Control Trafikkskole</a:t>
            </a:r>
          </a:p>
        </p:txBody>
      </p:sp>
      <p:sp>
        <p:nvSpPr>
          <p:cNvPr id="6" name="Plassholder for lysbildenumm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EBBCFE-599B-47F9-B84D-4259C5E2055D}" type="slidenum">
              <a:rPr lang="nb-NO" smtClean="0"/>
              <a:t>‹#›</a:t>
            </a:fld>
            <a:endParaRPr lang="nb-NO"/>
          </a:p>
        </p:txBody>
      </p:sp>
      <p:sp>
        <p:nvSpPr>
          <p:cNvPr id="7" name="Rektangel 6"/>
          <p:cNvSpPr/>
          <p:nvPr userDrawn="1"/>
        </p:nvSpPr>
        <p:spPr>
          <a:xfrm>
            <a:off x="353025" y="2230305"/>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S</a:t>
            </a:r>
          </a:p>
        </p:txBody>
      </p:sp>
      <p:sp>
        <p:nvSpPr>
          <p:cNvPr id="8" name="Rektangel 7"/>
          <p:cNvSpPr/>
          <p:nvPr userDrawn="1"/>
        </p:nvSpPr>
        <p:spPr>
          <a:xfrm>
            <a:off x="262178" y="283839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O</a:t>
            </a:r>
          </a:p>
        </p:txBody>
      </p:sp>
      <p:sp>
        <p:nvSpPr>
          <p:cNvPr id="9" name="Rektangel 8"/>
          <p:cNvSpPr/>
          <p:nvPr userDrawn="1"/>
        </p:nvSpPr>
        <p:spPr>
          <a:xfrm>
            <a:off x="170143" y="3446489"/>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A</a:t>
            </a:r>
          </a:p>
        </p:txBody>
      </p:sp>
      <p:sp>
        <p:nvSpPr>
          <p:cNvPr id="10" name="Parallellogram 9">
            <a:hlinkClick r:id="rId13" action="ppaction://hlinksldjump"/>
          </p:cNvPr>
          <p:cNvSpPr/>
          <p:nvPr userDrawn="1"/>
        </p:nvSpPr>
        <p:spPr>
          <a:xfrm>
            <a:off x="5367340"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1</a:t>
            </a:r>
          </a:p>
        </p:txBody>
      </p:sp>
      <p:sp>
        <p:nvSpPr>
          <p:cNvPr id="11" name="Parallellogram 10">
            <a:hlinkClick r:id="rId14" action="ppaction://hlinksldjump"/>
          </p:cNvPr>
          <p:cNvSpPr/>
          <p:nvPr userDrawn="1"/>
        </p:nvSpPr>
        <p:spPr>
          <a:xfrm>
            <a:off x="6877153" y="6148372"/>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2</a:t>
            </a:r>
          </a:p>
        </p:txBody>
      </p:sp>
      <p:sp>
        <p:nvSpPr>
          <p:cNvPr id="12" name="Parallellogram 11">
            <a:hlinkClick r:id="rId15" action="ppaction://hlinksldjump"/>
          </p:cNvPr>
          <p:cNvSpPr/>
          <p:nvPr userDrawn="1"/>
        </p:nvSpPr>
        <p:spPr>
          <a:xfrm>
            <a:off x="989827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4</a:t>
            </a:r>
          </a:p>
        </p:txBody>
      </p:sp>
      <p:sp>
        <p:nvSpPr>
          <p:cNvPr id="13" name="Rektangel 12"/>
          <p:cNvSpPr/>
          <p:nvPr userDrawn="1"/>
        </p:nvSpPr>
        <p:spPr>
          <a:xfrm>
            <a:off x="48893" y="406347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H</a:t>
            </a:r>
          </a:p>
        </p:txBody>
      </p:sp>
      <p:sp>
        <p:nvSpPr>
          <p:cNvPr id="18" name="Parallellogram 17">
            <a:hlinkClick r:id="rId16" action="ppaction://hlinksldjump"/>
          </p:cNvPr>
          <p:cNvSpPr/>
          <p:nvPr userDrawn="1"/>
        </p:nvSpPr>
        <p:spPr>
          <a:xfrm>
            <a:off x="300038"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Førerkort og trafikkopplæring</a:t>
            </a:r>
            <a:endParaRPr lang="nb-NO" sz="900" i="1" dirty="0">
              <a:solidFill>
                <a:schemeClr val="tx1"/>
              </a:solidFill>
            </a:endParaRPr>
          </a:p>
        </p:txBody>
      </p:sp>
      <p:sp>
        <p:nvSpPr>
          <p:cNvPr id="19" name="Parallellogram 18">
            <a:hlinkClick r:id="rId17" action="ppaction://hlinksldjump"/>
          </p:cNvPr>
          <p:cNvSpPr/>
          <p:nvPr userDrawn="1"/>
        </p:nvSpPr>
        <p:spPr>
          <a:xfrm>
            <a:off x="1542565"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Bilens oppbygning</a:t>
            </a:r>
            <a:endParaRPr lang="nb-NO" sz="900" i="1" dirty="0">
              <a:solidFill>
                <a:schemeClr val="tx1"/>
              </a:solidFill>
            </a:endParaRPr>
          </a:p>
        </p:txBody>
      </p:sp>
      <p:sp>
        <p:nvSpPr>
          <p:cNvPr id="20" name="Parallellogram 19">
            <a:hlinkClick r:id="rId18" action="ppaction://hlinksldjump"/>
          </p:cNvPr>
          <p:cNvSpPr/>
          <p:nvPr userDrawn="1"/>
        </p:nvSpPr>
        <p:spPr>
          <a:xfrm>
            <a:off x="2795685" y="152613"/>
            <a:ext cx="1368000" cy="6840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Ansvar for kjøretøyets stand og bruk</a:t>
            </a:r>
            <a:endParaRPr lang="nb-NO" sz="900" i="1" dirty="0">
              <a:solidFill>
                <a:schemeClr val="tx1"/>
              </a:solidFill>
            </a:endParaRPr>
          </a:p>
        </p:txBody>
      </p:sp>
      <p:sp>
        <p:nvSpPr>
          <p:cNvPr id="21" name="Parallellogram 20">
            <a:hlinkClick r:id="rId19" action="ppaction://hlinksldjump"/>
          </p:cNvPr>
          <p:cNvSpPr/>
          <p:nvPr userDrawn="1"/>
        </p:nvSpPr>
        <p:spPr>
          <a:xfrm>
            <a:off x="4038212"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Kjøring med tilhenger </a:t>
            </a:r>
            <a:endParaRPr lang="nb-NO" sz="900" i="1" dirty="0">
              <a:solidFill>
                <a:schemeClr val="tx1"/>
              </a:solidFill>
            </a:endParaRPr>
          </a:p>
        </p:txBody>
      </p:sp>
      <p:sp>
        <p:nvSpPr>
          <p:cNvPr id="22" name="Parallellogram 21">
            <a:hlinkClick r:id="rId20" action="ppaction://hlinksldjump"/>
          </p:cNvPr>
          <p:cNvSpPr/>
          <p:nvPr userDrawn="1"/>
        </p:nvSpPr>
        <p:spPr>
          <a:xfrm>
            <a:off x="5291332"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Menneskets kapasitet og trafikkens krav</a:t>
            </a:r>
            <a:endParaRPr lang="nb-NO" sz="900" i="1" dirty="0">
              <a:solidFill>
                <a:schemeClr val="tx1"/>
              </a:solidFill>
            </a:endParaRPr>
          </a:p>
        </p:txBody>
      </p:sp>
      <p:sp>
        <p:nvSpPr>
          <p:cNvPr id="23" name="Parallellogram 22">
            <a:hlinkClick r:id="rId21" action="ppaction://hlinksldjump"/>
          </p:cNvPr>
          <p:cNvSpPr/>
          <p:nvPr userDrawn="1"/>
        </p:nvSpPr>
        <p:spPr>
          <a:xfrm>
            <a:off x="6533859"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nb-NO" sz="900" dirty="0">
                <a:solidFill>
                  <a:schemeClr val="tx1"/>
                </a:solidFill>
              </a:rPr>
              <a:t>Gjøre seg klar for kjøring </a:t>
            </a:r>
          </a:p>
        </p:txBody>
      </p:sp>
      <p:sp>
        <p:nvSpPr>
          <p:cNvPr id="24" name="Parallellogram 23">
            <a:hlinkClick r:id="rId22" action="ppaction://hlinksldjump"/>
          </p:cNvPr>
          <p:cNvSpPr/>
          <p:nvPr userDrawn="1"/>
        </p:nvSpPr>
        <p:spPr>
          <a:xfrm>
            <a:off x="7786979"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Igangsetting og stans, giring, styring, etc. </a:t>
            </a:r>
            <a:endParaRPr lang="nb-NO" sz="900" i="1" dirty="0">
              <a:solidFill>
                <a:schemeClr val="tx1"/>
              </a:solidFill>
            </a:endParaRPr>
          </a:p>
        </p:txBody>
      </p:sp>
      <p:sp>
        <p:nvSpPr>
          <p:cNvPr id="25" name="Parallellogram 24">
            <a:hlinkClick r:id="rId18"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26" name="Parallellogram 25">
            <a:hlinkClick r:id="rId23" action="ppaction://hlinksldjump"/>
          </p:cNvPr>
          <p:cNvSpPr/>
          <p:nvPr userDrawn="1"/>
        </p:nvSpPr>
        <p:spPr>
          <a:xfrm>
            <a:off x="2938557"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27" name="Parallellogram 26">
            <a:hlinkClick r:id="rId2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28" name="Parallellogram 27">
            <a:hlinkClick r:id="rId2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29" name="Parallellogram 28">
            <a:hlinkClick r:id="rId26" action="ppaction://hlinksldjump"/>
          </p:cNvPr>
          <p:cNvSpPr/>
          <p:nvPr userDrawn="1"/>
        </p:nvSpPr>
        <p:spPr>
          <a:xfrm>
            <a:off x="7469491"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30" name="Parallellogram 29">
            <a:hlinkClick r:id="rId27" action="ppaction://hlinksldjump"/>
          </p:cNvPr>
          <p:cNvSpPr/>
          <p:nvPr userDrawn="1"/>
        </p:nvSpPr>
        <p:spPr>
          <a:xfrm>
            <a:off x="897930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31" name="Parallellogram 30">
            <a:hlinkClick r:id="rId28" action="ppaction://hlinksldjump"/>
          </p:cNvPr>
          <p:cNvSpPr/>
          <p:nvPr userDrawn="1"/>
        </p:nvSpPr>
        <p:spPr>
          <a:xfrm>
            <a:off x="10489865"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
        <p:nvSpPr>
          <p:cNvPr id="32" name="Parallellogram 31">
            <a:hlinkClick r:id="rId29" action="ppaction://hlinksldjump"/>
          </p:cNvPr>
          <p:cNvSpPr/>
          <p:nvPr userDrawn="1"/>
        </p:nvSpPr>
        <p:spPr>
          <a:xfrm>
            <a:off x="9029506"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Grunnleggende kjøretøy-behandling </a:t>
            </a:r>
            <a:endParaRPr lang="nb-NO" sz="900" i="1" dirty="0">
              <a:solidFill>
                <a:schemeClr val="tx1"/>
              </a:solidFill>
            </a:endParaRPr>
          </a:p>
        </p:txBody>
      </p:sp>
      <p:sp>
        <p:nvSpPr>
          <p:cNvPr id="33" name="Parallellogram 32">
            <a:hlinkClick r:id="rId30" action="ppaction://hlinksldjump"/>
          </p:cNvPr>
          <p:cNvSpPr/>
          <p:nvPr userDrawn="1"/>
        </p:nvSpPr>
        <p:spPr>
          <a:xfrm>
            <a:off x="10282626"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Sikkerhets-kontroll av bilen</a:t>
            </a:r>
            <a:endParaRPr lang="nb-NO" sz="900" i="1" dirty="0">
              <a:solidFill>
                <a:schemeClr val="tx1"/>
              </a:solidFill>
            </a:endParaRPr>
          </a:p>
        </p:txBody>
      </p:sp>
      <p:sp>
        <p:nvSpPr>
          <p:cNvPr id="34" name="Parallellogram 33">
            <a:hlinkClick r:id="rId31" action="ppaction://hlinksldjump"/>
          </p:cNvPr>
          <p:cNvSpPr/>
          <p:nvPr userDrawn="1"/>
        </p:nvSpPr>
        <p:spPr>
          <a:xfrm>
            <a:off x="838771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3</a:t>
            </a:r>
          </a:p>
        </p:txBody>
      </p:sp>
      <p:sp>
        <p:nvSpPr>
          <p:cNvPr id="35" name="Parallellogram 49">
            <a:hlinkClick r:id="rId32" action="ppaction://hlinksldjump"/>
          </p:cNvPr>
          <p:cNvSpPr/>
          <p:nvPr userDrawn="1"/>
        </p:nvSpPr>
        <p:spPr>
          <a:xfrm>
            <a:off x="11524928" y="152613"/>
            <a:ext cx="602003" cy="684000"/>
          </a:xfrm>
          <a:custGeom>
            <a:avLst/>
            <a:gdLst>
              <a:gd name="connsiteX0" fmla="*/ 0 w 576000"/>
              <a:gd name="connsiteY0" fmla="*/ 684000 h 684000"/>
              <a:gd name="connsiteX1" fmla="*/ 144000 w 576000"/>
              <a:gd name="connsiteY1" fmla="*/ 0 h 684000"/>
              <a:gd name="connsiteX2" fmla="*/ 576000 w 576000"/>
              <a:gd name="connsiteY2" fmla="*/ 0 h 684000"/>
              <a:gd name="connsiteX3" fmla="*/ 432000 w 576000"/>
              <a:gd name="connsiteY3" fmla="*/ 684000 h 684000"/>
              <a:gd name="connsiteX4" fmla="*/ 0 w 576000"/>
              <a:gd name="connsiteY4" fmla="*/ 684000 h 684000"/>
              <a:gd name="connsiteX0" fmla="*/ 0 w 593335"/>
              <a:gd name="connsiteY0" fmla="*/ 675333 h 684000"/>
              <a:gd name="connsiteX1" fmla="*/ 161335 w 593335"/>
              <a:gd name="connsiteY1" fmla="*/ 0 h 684000"/>
              <a:gd name="connsiteX2" fmla="*/ 593335 w 593335"/>
              <a:gd name="connsiteY2" fmla="*/ 0 h 684000"/>
              <a:gd name="connsiteX3" fmla="*/ 449335 w 593335"/>
              <a:gd name="connsiteY3" fmla="*/ 684000 h 684000"/>
              <a:gd name="connsiteX4" fmla="*/ 0 w 593335"/>
              <a:gd name="connsiteY4" fmla="*/ 675333 h 684000"/>
              <a:gd name="connsiteX0" fmla="*/ 0 w 593335"/>
              <a:gd name="connsiteY0" fmla="*/ 679667 h 684000"/>
              <a:gd name="connsiteX1" fmla="*/ 161335 w 593335"/>
              <a:gd name="connsiteY1" fmla="*/ 0 h 684000"/>
              <a:gd name="connsiteX2" fmla="*/ 593335 w 593335"/>
              <a:gd name="connsiteY2" fmla="*/ 0 h 684000"/>
              <a:gd name="connsiteX3" fmla="*/ 449335 w 593335"/>
              <a:gd name="connsiteY3" fmla="*/ 684000 h 684000"/>
              <a:gd name="connsiteX4" fmla="*/ 0 w 593335"/>
              <a:gd name="connsiteY4" fmla="*/ 679667 h 684000"/>
              <a:gd name="connsiteX0" fmla="*/ 0 w 602003"/>
              <a:gd name="connsiteY0" fmla="*/ 684000 h 684000"/>
              <a:gd name="connsiteX1" fmla="*/ 170003 w 602003"/>
              <a:gd name="connsiteY1" fmla="*/ 0 h 684000"/>
              <a:gd name="connsiteX2" fmla="*/ 602003 w 602003"/>
              <a:gd name="connsiteY2" fmla="*/ 0 h 684000"/>
              <a:gd name="connsiteX3" fmla="*/ 458003 w 602003"/>
              <a:gd name="connsiteY3" fmla="*/ 684000 h 684000"/>
              <a:gd name="connsiteX4" fmla="*/ 0 w 602003"/>
              <a:gd name="connsiteY4" fmla="*/ 684000 h 684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2003" h="684000">
                <a:moveTo>
                  <a:pt x="0" y="684000"/>
                </a:moveTo>
                <a:lnTo>
                  <a:pt x="170003" y="0"/>
                </a:lnTo>
                <a:lnTo>
                  <a:pt x="602003" y="0"/>
                </a:lnTo>
                <a:lnTo>
                  <a:pt x="458003" y="684000"/>
                </a:lnTo>
                <a:lnTo>
                  <a:pt x="0" y="68400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TV</a:t>
            </a:r>
            <a:endParaRPr lang="nb-NO" sz="900" i="1" dirty="0">
              <a:solidFill>
                <a:schemeClr val="tx1"/>
              </a:solidFill>
            </a:endParaRPr>
          </a:p>
        </p:txBody>
      </p:sp>
      <p:sp>
        <p:nvSpPr>
          <p:cNvPr id="36" name="Handlingsknapp: gå til Hjem 35">
            <a:hlinkClick r:id="" action="ppaction://hlinkshowjump?jump=firstslide" highlightClick="1"/>
          </p:cNvPr>
          <p:cNvSpPr/>
          <p:nvPr userDrawn="1"/>
        </p:nvSpPr>
        <p:spPr>
          <a:xfrm>
            <a:off x="2792571" y="6148372"/>
            <a:ext cx="504000" cy="517667"/>
          </a:xfrm>
          <a:prstGeom prst="actionButtonHom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7" name="Handlingsknapp: gå tilbake eller til forrige 36">
            <a:hlinkClick r:id="" action="ppaction://hlinkshowjump?jump=previousslide" highlightClick="1"/>
          </p:cNvPr>
          <p:cNvSpPr/>
          <p:nvPr userDrawn="1"/>
        </p:nvSpPr>
        <p:spPr>
          <a:xfrm>
            <a:off x="3366413" y="6148372"/>
            <a:ext cx="504000" cy="517667"/>
          </a:xfrm>
          <a:prstGeom prst="actionButtonBackPrevious">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8" name="Handlingsknapp: gå framover eller til neste 37">
            <a:hlinkClick r:id="" action="ppaction://hlinkshowjump?jump=nextslide" highlightClick="1"/>
          </p:cNvPr>
          <p:cNvSpPr/>
          <p:nvPr userDrawn="1"/>
        </p:nvSpPr>
        <p:spPr>
          <a:xfrm>
            <a:off x="3940255" y="6148372"/>
            <a:ext cx="504000" cy="517667"/>
          </a:xfrm>
          <a:prstGeom prst="actionButtonForwardNex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39" name="Bilde 38" descr="Skjermutklipp">
            <a:hlinkClick r:id="rId33"/>
          </p:cNvPr>
          <p:cNvPicPr>
            <a:picLocks noChangeAspect="1"/>
          </p:cNvPicPr>
          <p:nvPr userDrawn="1"/>
        </p:nvPicPr>
        <p:blipFill>
          <a:blip r:embed="rId34">
            <a:extLst>
              <a:ext uri="{28A0092B-C50C-407E-A947-70E740481C1C}">
                <a14:useLocalDpi xmlns:a14="http://schemas.microsoft.com/office/drawing/2010/main" val="0"/>
              </a:ext>
            </a:extLst>
          </a:blip>
          <a:stretch>
            <a:fillRect/>
          </a:stretch>
        </p:blipFill>
        <p:spPr>
          <a:xfrm>
            <a:off x="4584245" y="6148372"/>
            <a:ext cx="398655" cy="504000"/>
          </a:xfrm>
          <a:prstGeom prst="rect">
            <a:avLst/>
          </a:prstGeom>
        </p:spPr>
      </p:pic>
      <p:pic>
        <p:nvPicPr>
          <p:cNvPr id="40" name="Bilde 39">
            <a:hlinkClick r:id="rId35"/>
          </p:cNvPr>
          <p:cNvPicPr>
            <a:picLocks noChangeAspect="1"/>
          </p:cNvPicPr>
          <p:nvPr userDrawn="1"/>
        </p:nvPicPr>
        <p:blipFill>
          <a:blip r:embed="rId36">
            <a:extLst>
              <a:ext uri="{28A0092B-C50C-407E-A947-70E740481C1C}">
                <a14:useLocalDpi xmlns:a14="http://schemas.microsoft.com/office/drawing/2010/main" val="0"/>
              </a:ext>
            </a:extLst>
          </a:blip>
          <a:stretch>
            <a:fillRect/>
          </a:stretch>
        </p:blipFill>
        <p:spPr>
          <a:xfrm>
            <a:off x="2135560" y="6147796"/>
            <a:ext cx="528384" cy="528384"/>
          </a:xfrm>
          <a:prstGeom prst="rect">
            <a:avLst/>
          </a:prstGeom>
        </p:spPr>
      </p:pic>
    </p:spTree>
    <p:extLst>
      <p:ext uri="{BB962C8B-B14F-4D97-AF65-F5344CB8AC3E}">
        <p14:creationId xmlns:p14="http://schemas.microsoft.com/office/powerpoint/2010/main" val="3660674601"/>
      </p:ext>
    </p:extLst>
  </p:cSld>
  <p:clrMap bg1="lt1" tx1="dk1" bg2="lt2" tx2="dk2" accent1="accent1" accent2="accent2" accent3="accent3" accent4="accent4" accent5="accent5" accent6="accent6" hlink="hlink" folHlink="folHlink"/>
  <p:sldLayoutIdLst>
    <p:sldLayoutId id="2147485924" r:id="rId1"/>
    <p:sldLayoutId id="2147485925" r:id="rId2"/>
    <p:sldLayoutId id="2147485926" r:id="rId3"/>
    <p:sldLayoutId id="2147485927" r:id="rId4"/>
    <p:sldLayoutId id="2147485928" r:id="rId5"/>
    <p:sldLayoutId id="2147485929" r:id="rId6"/>
    <p:sldLayoutId id="2147485930" r:id="rId7"/>
    <p:sldLayoutId id="2147485931" r:id="rId8"/>
    <p:sldLayoutId id="2147485932" r:id="rId9"/>
    <p:sldLayoutId id="2147485933" r:id="rId10"/>
    <p:sldLayoutId id="2147485934"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ittel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b-NO"/>
              <a:t>Klikk for å redigere tittelstil</a:t>
            </a:r>
          </a:p>
        </p:txBody>
      </p:sp>
      <p:sp>
        <p:nvSpPr>
          <p:cNvPr id="3" name="Plassholder for teks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E9D484F-4826-4B3C-8C5A-E27CCAFAD578}" type="datetime1">
              <a:rPr lang="nb-NO" smtClean="0"/>
              <a:t>27.08.2024</a:t>
            </a:fld>
            <a:endParaRPr lang="nb-NO"/>
          </a:p>
        </p:txBody>
      </p:sp>
      <p:sp>
        <p:nvSpPr>
          <p:cNvPr id="5" name="Plassholder for bunntekst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nb-NO"/>
              <a:t>Control Trafikkskole</a:t>
            </a:r>
          </a:p>
        </p:txBody>
      </p:sp>
      <p:sp>
        <p:nvSpPr>
          <p:cNvPr id="6" name="Plassholder for lysbildenumm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EBBCFE-599B-47F9-B84D-4259C5E2055D}" type="slidenum">
              <a:rPr lang="nb-NO" smtClean="0"/>
              <a:t>‹#›</a:t>
            </a:fld>
            <a:endParaRPr lang="nb-NO"/>
          </a:p>
        </p:txBody>
      </p:sp>
      <p:sp>
        <p:nvSpPr>
          <p:cNvPr id="7" name="Rektangel 6"/>
          <p:cNvSpPr/>
          <p:nvPr userDrawn="1"/>
        </p:nvSpPr>
        <p:spPr>
          <a:xfrm>
            <a:off x="353025" y="2230305"/>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S</a:t>
            </a:r>
          </a:p>
        </p:txBody>
      </p:sp>
      <p:sp>
        <p:nvSpPr>
          <p:cNvPr id="8" name="Rektangel 7"/>
          <p:cNvSpPr/>
          <p:nvPr userDrawn="1"/>
        </p:nvSpPr>
        <p:spPr>
          <a:xfrm>
            <a:off x="262178" y="283839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O</a:t>
            </a:r>
          </a:p>
        </p:txBody>
      </p:sp>
      <p:sp>
        <p:nvSpPr>
          <p:cNvPr id="9" name="Rektangel 8"/>
          <p:cNvSpPr/>
          <p:nvPr userDrawn="1"/>
        </p:nvSpPr>
        <p:spPr>
          <a:xfrm>
            <a:off x="170143" y="3446489"/>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A</a:t>
            </a:r>
          </a:p>
        </p:txBody>
      </p:sp>
      <p:sp>
        <p:nvSpPr>
          <p:cNvPr id="10" name="Parallellogram 9">
            <a:hlinkClick r:id="rId13" action="ppaction://hlinksldjump"/>
          </p:cNvPr>
          <p:cNvSpPr/>
          <p:nvPr userDrawn="1"/>
        </p:nvSpPr>
        <p:spPr>
          <a:xfrm>
            <a:off x="5367340"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1</a:t>
            </a:r>
          </a:p>
        </p:txBody>
      </p:sp>
      <p:sp>
        <p:nvSpPr>
          <p:cNvPr id="11" name="Parallellogram 10">
            <a:hlinkClick r:id="rId14" action="ppaction://hlinksldjump"/>
          </p:cNvPr>
          <p:cNvSpPr/>
          <p:nvPr userDrawn="1"/>
        </p:nvSpPr>
        <p:spPr>
          <a:xfrm>
            <a:off x="6877153" y="6148372"/>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2</a:t>
            </a:r>
          </a:p>
        </p:txBody>
      </p:sp>
      <p:sp>
        <p:nvSpPr>
          <p:cNvPr id="12" name="Parallellogram 11">
            <a:hlinkClick r:id="rId15" action="ppaction://hlinksldjump"/>
          </p:cNvPr>
          <p:cNvSpPr/>
          <p:nvPr userDrawn="1"/>
        </p:nvSpPr>
        <p:spPr>
          <a:xfrm>
            <a:off x="989827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4</a:t>
            </a:r>
          </a:p>
        </p:txBody>
      </p:sp>
      <p:sp>
        <p:nvSpPr>
          <p:cNvPr id="13" name="Rektangel 12"/>
          <p:cNvSpPr/>
          <p:nvPr userDrawn="1"/>
        </p:nvSpPr>
        <p:spPr>
          <a:xfrm>
            <a:off x="48893" y="406347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H</a:t>
            </a:r>
          </a:p>
        </p:txBody>
      </p:sp>
      <p:sp>
        <p:nvSpPr>
          <p:cNvPr id="18" name="Parallellogram 17">
            <a:hlinkClick r:id="rId16" action="ppaction://hlinksldjump"/>
          </p:cNvPr>
          <p:cNvSpPr/>
          <p:nvPr userDrawn="1"/>
        </p:nvSpPr>
        <p:spPr>
          <a:xfrm>
            <a:off x="300038"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Førerkort og trafikkopplæring</a:t>
            </a:r>
            <a:endParaRPr lang="nb-NO" sz="900" i="1" dirty="0">
              <a:solidFill>
                <a:schemeClr val="tx1"/>
              </a:solidFill>
            </a:endParaRPr>
          </a:p>
        </p:txBody>
      </p:sp>
      <p:sp>
        <p:nvSpPr>
          <p:cNvPr id="19" name="Parallellogram 18">
            <a:hlinkClick r:id="rId17" action="ppaction://hlinksldjump"/>
          </p:cNvPr>
          <p:cNvSpPr/>
          <p:nvPr userDrawn="1"/>
        </p:nvSpPr>
        <p:spPr>
          <a:xfrm>
            <a:off x="1542565"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Bilens oppbygning</a:t>
            </a:r>
            <a:endParaRPr lang="nb-NO" sz="900" i="1" dirty="0">
              <a:solidFill>
                <a:schemeClr val="tx1"/>
              </a:solidFill>
            </a:endParaRPr>
          </a:p>
        </p:txBody>
      </p:sp>
      <p:sp>
        <p:nvSpPr>
          <p:cNvPr id="20" name="Parallellogram 19">
            <a:hlinkClick r:id="rId18" action="ppaction://hlinksldjump"/>
          </p:cNvPr>
          <p:cNvSpPr/>
          <p:nvPr userDrawn="1"/>
        </p:nvSpPr>
        <p:spPr>
          <a:xfrm>
            <a:off x="2795685" y="152613"/>
            <a:ext cx="1368000" cy="6840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Ansvar for kjøretøyets stand og bruk</a:t>
            </a:r>
            <a:endParaRPr lang="nb-NO" sz="900" i="1" dirty="0">
              <a:solidFill>
                <a:schemeClr val="tx1"/>
              </a:solidFill>
            </a:endParaRPr>
          </a:p>
        </p:txBody>
      </p:sp>
      <p:sp>
        <p:nvSpPr>
          <p:cNvPr id="21" name="Parallellogram 20">
            <a:hlinkClick r:id="rId19" action="ppaction://hlinksldjump"/>
          </p:cNvPr>
          <p:cNvSpPr/>
          <p:nvPr userDrawn="1"/>
        </p:nvSpPr>
        <p:spPr>
          <a:xfrm>
            <a:off x="4038212"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Kjøring med tilhenger </a:t>
            </a:r>
            <a:endParaRPr lang="nb-NO" sz="900" i="1" dirty="0">
              <a:solidFill>
                <a:schemeClr val="tx1"/>
              </a:solidFill>
            </a:endParaRPr>
          </a:p>
        </p:txBody>
      </p:sp>
      <p:sp>
        <p:nvSpPr>
          <p:cNvPr id="22" name="Parallellogram 21">
            <a:hlinkClick r:id="rId20" action="ppaction://hlinksldjump"/>
          </p:cNvPr>
          <p:cNvSpPr/>
          <p:nvPr userDrawn="1"/>
        </p:nvSpPr>
        <p:spPr>
          <a:xfrm>
            <a:off x="5291332"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Menneskets kapasitet og trafikkens krav</a:t>
            </a:r>
            <a:endParaRPr lang="nb-NO" sz="900" i="1" dirty="0">
              <a:solidFill>
                <a:schemeClr val="tx1"/>
              </a:solidFill>
            </a:endParaRPr>
          </a:p>
        </p:txBody>
      </p:sp>
      <p:sp>
        <p:nvSpPr>
          <p:cNvPr id="23" name="Parallellogram 22">
            <a:hlinkClick r:id="rId21" action="ppaction://hlinksldjump"/>
          </p:cNvPr>
          <p:cNvSpPr/>
          <p:nvPr userDrawn="1"/>
        </p:nvSpPr>
        <p:spPr>
          <a:xfrm>
            <a:off x="6533859"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nb-NO" sz="900" dirty="0">
                <a:solidFill>
                  <a:schemeClr val="tx1"/>
                </a:solidFill>
              </a:rPr>
              <a:t>Gjøre seg klar for kjøring </a:t>
            </a:r>
          </a:p>
        </p:txBody>
      </p:sp>
      <p:sp>
        <p:nvSpPr>
          <p:cNvPr id="24" name="Parallellogram 23">
            <a:hlinkClick r:id="rId22" action="ppaction://hlinksldjump"/>
          </p:cNvPr>
          <p:cNvSpPr/>
          <p:nvPr userDrawn="1"/>
        </p:nvSpPr>
        <p:spPr>
          <a:xfrm>
            <a:off x="7786979"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Igangsetting og stans, giring, styring, etc. </a:t>
            </a:r>
            <a:endParaRPr lang="nb-NO" sz="900" i="1" dirty="0">
              <a:solidFill>
                <a:schemeClr val="tx1"/>
              </a:solidFill>
            </a:endParaRPr>
          </a:p>
        </p:txBody>
      </p:sp>
      <p:sp>
        <p:nvSpPr>
          <p:cNvPr id="25" name="Parallellogram 24">
            <a:hlinkClick r:id="rId18"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26" name="Parallellogram 25">
            <a:hlinkClick r:id="rId2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27" name="Parallellogram 26">
            <a:hlinkClick r:id="rId24" action="ppaction://hlinksldjump"/>
          </p:cNvPr>
          <p:cNvSpPr/>
          <p:nvPr userDrawn="1"/>
        </p:nvSpPr>
        <p:spPr>
          <a:xfrm>
            <a:off x="4449118"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28" name="Parallellogram 27">
            <a:hlinkClick r:id="rId2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29" name="Parallellogram 28">
            <a:hlinkClick r:id="rId26" action="ppaction://hlinksldjump"/>
          </p:cNvPr>
          <p:cNvSpPr/>
          <p:nvPr userDrawn="1"/>
        </p:nvSpPr>
        <p:spPr>
          <a:xfrm>
            <a:off x="7469491"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30" name="Parallellogram 29">
            <a:hlinkClick r:id="rId27" action="ppaction://hlinksldjump"/>
          </p:cNvPr>
          <p:cNvSpPr/>
          <p:nvPr userDrawn="1"/>
        </p:nvSpPr>
        <p:spPr>
          <a:xfrm>
            <a:off x="897930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31" name="Parallellogram 30">
            <a:hlinkClick r:id="rId28" action="ppaction://hlinksldjump"/>
          </p:cNvPr>
          <p:cNvSpPr/>
          <p:nvPr userDrawn="1"/>
        </p:nvSpPr>
        <p:spPr>
          <a:xfrm>
            <a:off x="10489865"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
        <p:nvSpPr>
          <p:cNvPr id="32" name="Parallellogram 31">
            <a:hlinkClick r:id="rId29" action="ppaction://hlinksldjump"/>
          </p:cNvPr>
          <p:cNvSpPr/>
          <p:nvPr userDrawn="1"/>
        </p:nvSpPr>
        <p:spPr>
          <a:xfrm>
            <a:off x="9029506"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Grunnleggende kjøretøy-behandling </a:t>
            </a:r>
            <a:endParaRPr lang="nb-NO" sz="900" i="1" dirty="0">
              <a:solidFill>
                <a:schemeClr val="tx1"/>
              </a:solidFill>
            </a:endParaRPr>
          </a:p>
        </p:txBody>
      </p:sp>
      <p:sp>
        <p:nvSpPr>
          <p:cNvPr id="33" name="Parallellogram 32">
            <a:hlinkClick r:id="rId30" action="ppaction://hlinksldjump"/>
          </p:cNvPr>
          <p:cNvSpPr/>
          <p:nvPr userDrawn="1"/>
        </p:nvSpPr>
        <p:spPr>
          <a:xfrm>
            <a:off x="10282626"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Sikkerhets-kontroll av bilen</a:t>
            </a:r>
            <a:endParaRPr lang="nb-NO" sz="900" i="1" dirty="0">
              <a:solidFill>
                <a:schemeClr val="tx1"/>
              </a:solidFill>
            </a:endParaRPr>
          </a:p>
        </p:txBody>
      </p:sp>
      <p:sp>
        <p:nvSpPr>
          <p:cNvPr id="34" name="Parallellogram 33">
            <a:hlinkClick r:id="rId31" action="ppaction://hlinksldjump"/>
          </p:cNvPr>
          <p:cNvSpPr/>
          <p:nvPr userDrawn="1"/>
        </p:nvSpPr>
        <p:spPr>
          <a:xfrm>
            <a:off x="838771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3</a:t>
            </a:r>
          </a:p>
        </p:txBody>
      </p:sp>
      <p:sp>
        <p:nvSpPr>
          <p:cNvPr id="35" name="Parallellogram 49">
            <a:hlinkClick r:id="rId32" action="ppaction://hlinksldjump"/>
          </p:cNvPr>
          <p:cNvSpPr/>
          <p:nvPr userDrawn="1"/>
        </p:nvSpPr>
        <p:spPr>
          <a:xfrm>
            <a:off x="11524928" y="152613"/>
            <a:ext cx="602003" cy="684000"/>
          </a:xfrm>
          <a:custGeom>
            <a:avLst/>
            <a:gdLst>
              <a:gd name="connsiteX0" fmla="*/ 0 w 576000"/>
              <a:gd name="connsiteY0" fmla="*/ 684000 h 684000"/>
              <a:gd name="connsiteX1" fmla="*/ 144000 w 576000"/>
              <a:gd name="connsiteY1" fmla="*/ 0 h 684000"/>
              <a:gd name="connsiteX2" fmla="*/ 576000 w 576000"/>
              <a:gd name="connsiteY2" fmla="*/ 0 h 684000"/>
              <a:gd name="connsiteX3" fmla="*/ 432000 w 576000"/>
              <a:gd name="connsiteY3" fmla="*/ 684000 h 684000"/>
              <a:gd name="connsiteX4" fmla="*/ 0 w 576000"/>
              <a:gd name="connsiteY4" fmla="*/ 684000 h 684000"/>
              <a:gd name="connsiteX0" fmla="*/ 0 w 593335"/>
              <a:gd name="connsiteY0" fmla="*/ 675333 h 684000"/>
              <a:gd name="connsiteX1" fmla="*/ 161335 w 593335"/>
              <a:gd name="connsiteY1" fmla="*/ 0 h 684000"/>
              <a:gd name="connsiteX2" fmla="*/ 593335 w 593335"/>
              <a:gd name="connsiteY2" fmla="*/ 0 h 684000"/>
              <a:gd name="connsiteX3" fmla="*/ 449335 w 593335"/>
              <a:gd name="connsiteY3" fmla="*/ 684000 h 684000"/>
              <a:gd name="connsiteX4" fmla="*/ 0 w 593335"/>
              <a:gd name="connsiteY4" fmla="*/ 675333 h 684000"/>
              <a:gd name="connsiteX0" fmla="*/ 0 w 593335"/>
              <a:gd name="connsiteY0" fmla="*/ 679667 h 684000"/>
              <a:gd name="connsiteX1" fmla="*/ 161335 w 593335"/>
              <a:gd name="connsiteY1" fmla="*/ 0 h 684000"/>
              <a:gd name="connsiteX2" fmla="*/ 593335 w 593335"/>
              <a:gd name="connsiteY2" fmla="*/ 0 h 684000"/>
              <a:gd name="connsiteX3" fmla="*/ 449335 w 593335"/>
              <a:gd name="connsiteY3" fmla="*/ 684000 h 684000"/>
              <a:gd name="connsiteX4" fmla="*/ 0 w 593335"/>
              <a:gd name="connsiteY4" fmla="*/ 679667 h 684000"/>
              <a:gd name="connsiteX0" fmla="*/ 0 w 602003"/>
              <a:gd name="connsiteY0" fmla="*/ 684000 h 684000"/>
              <a:gd name="connsiteX1" fmla="*/ 170003 w 602003"/>
              <a:gd name="connsiteY1" fmla="*/ 0 h 684000"/>
              <a:gd name="connsiteX2" fmla="*/ 602003 w 602003"/>
              <a:gd name="connsiteY2" fmla="*/ 0 h 684000"/>
              <a:gd name="connsiteX3" fmla="*/ 458003 w 602003"/>
              <a:gd name="connsiteY3" fmla="*/ 684000 h 684000"/>
              <a:gd name="connsiteX4" fmla="*/ 0 w 602003"/>
              <a:gd name="connsiteY4" fmla="*/ 684000 h 684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2003" h="684000">
                <a:moveTo>
                  <a:pt x="0" y="684000"/>
                </a:moveTo>
                <a:lnTo>
                  <a:pt x="170003" y="0"/>
                </a:lnTo>
                <a:lnTo>
                  <a:pt x="602003" y="0"/>
                </a:lnTo>
                <a:lnTo>
                  <a:pt x="458003" y="684000"/>
                </a:lnTo>
                <a:lnTo>
                  <a:pt x="0" y="68400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TV</a:t>
            </a:r>
            <a:endParaRPr lang="nb-NO" sz="900" i="1" dirty="0">
              <a:solidFill>
                <a:schemeClr val="tx1"/>
              </a:solidFill>
            </a:endParaRPr>
          </a:p>
        </p:txBody>
      </p:sp>
      <p:sp>
        <p:nvSpPr>
          <p:cNvPr id="36" name="Handlingsknapp: gå til Hjem 35">
            <a:hlinkClick r:id="" action="ppaction://hlinkshowjump?jump=firstslide" highlightClick="1"/>
          </p:cNvPr>
          <p:cNvSpPr/>
          <p:nvPr userDrawn="1"/>
        </p:nvSpPr>
        <p:spPr>
          <a:xfrm>
            <a:off x="2792571" y="6148372"/>
            <a:ext cx="504000" cy="517667"/>
          </a:xfrm>
          <a:prstGeom prst="actionButtonHom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7" name="Handlingsknapp: gå tilbake eller til forrige 36">
            <a:hlinkClick r:id="" action="ppaction://hlinkshowjump?jump=previousslide" highlightClick="1"/>
          </p:cNvPr>
          <p:cNvSpPr/>
          <p:nvPr userDrawn="1"/>
        </p:nvSpPr>
        <p:spPr>
          <a:xfrm>
            <a:off x="3366413" y="6148372"/>
            <a:ext cx="504000" cy="517667"/>
          </a:xfrm>
          <a:prstGeom prst="actionButtonBackPrevious">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8" name="Handlingsknapp: gå framover eller til neste 37">
            <a:hlinkClick r:id="" action="ppaction://hlinkshowjump?jump=nextslide" highlightClick="1"/>
          </p:cNvPr>
          <p:cNvSpPr/>
          <p:nvPr userDrawn="1"/>
        </p:nvSpPr>
        <p:spPr>
          <a:xfrm>
            <a:off x="3940255" y="6148372"/>
            <a:ext cx="504000" cy="517667"/>
          </a:xfrm>
          <a:prstGeom prst="actionButtonForwardNex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39" name="Bilde 38" descr="Skjermutklipp">
            <a:hlinkClick r:id="rId33"/>
          </p:cNvPr>
          <p:cNvPicPr>
            <a:picLocks noChangeAspect="1"/>
          </p:cNvPicPr>
          <p:nvPr userDrawn="1"/>
        </p:nvPicPr>
        <p:blipFill>
          <a:blip r:embed="rId34">
            <a:extLst>
              <a:ext uri="{28A0092B-C50C-407E-A947-70E740481C1C}">
                <a14:useLocalDpi xmlns:a14="http://schemas.microsoft.com/office/drawing/2010/main" val="0"/>
              </a:ext>
            </a:extLst>
          </a:blip>
          <a:stretch>
            <a:fillRect/>
          </a:stretch>
        </p:blipFill>
        <p:spPr>
          <a:xfrm>
            <a:off x="4584245" y="6148372"/>
            <a:ext cx="398655" cy="504000"/>
          </a:xfrm>
          <a:prstGeom prst="rect">
            <a:avLst/>
          </a:prstGeom>
        </p:spPr>
      </p:pic>
      <p:pic>
        <p:nvPicPr>
          <p:cNvPr id="40" name="Bilde 39">
            <a:hlinkClick r:id="rId35"/>
          </p:cNvPr>
          <p:cNvPicPr>
            <a:picLocks noChangeAspect="1"/>
          </p:cNvPicPr>
          <p:nvPr userDrawn="1"/>
        </p:nvPicPr>
        <p:blipFill>
          <a:blip r:embed="rId36">
            <a:extLst>
              <a:ext uri="{28A0092B-C50C-407E-A947-70E740481C1C}">
                <a14:useLocalDpi xmlns:a14="http://schemas.microsoft.com/office/drawing/2010/main" val="0"/>
              </a:ext>
            </a:extLst>
          </a:blip>
          <a:stretch>
            <a:fillRect/>
          </a:stretch>
        </p:blipFill>
        <p:spPr>
          <a:xfrm>
            <a:off x="2135560" y="6147796"/>
            <a:ext cx="528384" cy="528384"/>
          </a:xfrm>
          <a:prstGeom prst="rect">
            <a:avLst/>
          </a:prstGeom>
        </p:spPr>
      </p:pic>
    </p:spTree>
    <p:extLst>
      <p:ext uri="{BB962C8B-B14F-4D97-AF65-F5344CB8AC3E}">
        <p14:creationId xmlns:p14="http://schemas.microsoft.com/office/powerpoint/2010/main" val="2701843157"/>
      </p:ext>
    </p:extLst>
  </p:cSld>
  <p:clrMap bg1="lt1" tx1="dk1" bg2="lt2" tx2="dk2" accent1="accent1" accent2="accent2" accent3="accent3" accent4="accent4" accent5="accent5" accent6="accent6" hlink="hlink" folHlink="folHlink"/>
  <p:sldLayoutIdLst>
    <p:sldLayoutId id="2147485936" r:id="rId1"/>
    <p:sldLayoutId id="2147485937" r:id="rId2"/>
    <p:sldLayoutId id="2147485938" r:id="rId3"/>
    <p:sldLayoutId id="2147485939" r:id="rId4"/>
    <p:sldLayoutId id="2147485940" r:id="rId5"/>
    <p:sldLayoutId id="2147485941" r:id="rId6"/>
    <p:sldLayoutId id="2147485942" r:id="rId7"/>
    <p:sldLayoutId id="2147485943" r:id="rId8"/>
    <p:sldLayoutId id="2147485944" r:id="rId9"/>
    <p:sldLayoutId id="2147485945" r:id="rId10"/>
    <p:sldLayoutId id="2147485946"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ittel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b-NO"/>
              <a:t>Klikk for å redigere tittelstil</a:t>
            </a:r>
          </a:p>
        </p:txBody>
      </p:sp>
      <p:sp>
        <p:nvSpPr>
          <p:cNvPr id="3" name="Plassholder for teks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5D5E4A3-B020-4EC3-AF18-D0E5C3941600}" type="datetime1">
              <a:rPr lang="nb-NO" smtClean="0"/>
              <a:t>27.08.2024</a:t>
            </a:fld>
            <a:endParaRPr lang="nb-NO"/>
          </a:p>
        </p:txBody>
      </p:sp>
      <p:sp>
        <p:nvSpPr>
          <p:cNvPr id="5" name="Plassholder for bunntekst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nb-NO"/>
              <a:t>Control Trafikkskole</a:t>
            </a:r>
          </a:p>
        </p:txBody>
      </p:sp>
      <p:sp>
        <p:nvSpPr>
          <p:cNvPr id="6" name="Plassholder for lysbildenumm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EBBCFE-599B-47F9-B84D-4259C5E2055D}" type="slidenum">
              <a:rPr lang="nb-NO" smtClean="0"/>
              <a:t>‹#›</a:t>
            </a:fld>
            <a:endParaRPr lang="nb-NO"/>
          </a:p>
        </p:txBody>
      </p:sp>
      <p:sp>
        <p:nvSpPr>
          <p:cNvPr id="7" name="Rektangel 6"/>
          <p:cNvSpPr/>
          <p:nvPr userDrawn="1"/>
        </p:nvSpPr>
        <p:spPr>
          <a:xfrm>
            <a:off x="353025" y="2230305"/>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S</a:t>
            </a:r>
          </a:p>
        </p:txBody>
      </p:sp>
      <p:sp>
        <p:nvSpPr>
          <p:cNvPr id="8" name="Rektangel 7"/>
          <p:cNvSpPr/>
          <p:nvPr userDrawn="1"/>
        </p:nvSpPr>
        <p:spPr>
          <a:xfrm>
            <a:off x="262178" y="283839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O</a:t>
            </a:r>
          </a:p>
        </p:txBody>
      </p:sp>
      <p:sp>
        <p:nvSpPr>
          <p:cNvPr id="9" name="Rektangel 8"/>
          <p:cNvSpPr/>
          <p:nvPr userDrawn="1"/>
        </p:nvSpPr>
        <p:spPr>
          <a:xfrm>
            <a:off x="170143" y="3446489"/>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A</a:t>
            </a:r>
          </a:p>
        </p:txBody>
      </p:sp>
      <p:sp>
        <p:nvSpPr>
          <p:cNvPr id="10" name="Parallellogram 9">
            <a:hlinkClick r:id="rId13" action="ppaction://hlinksldjump"/>
          </p:cNvPr>
          <p:cNvSpPr/>
          <p:nvPr userDrawn="1"/>
        </p:nvSpPr>
        <p:spPr>
          <a:xfrm>
            <a:off x="5367340"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1</a:t>
            </a:r>
          </a:p>
        </p:txBody>
      </p:sp>
      <p:sp>
        <p:nvSpPr>
          <p:cNvPr id="11" name="Parallellogram 10">
            <a:hlinkClick r:id="rId14" action="ppaction://hlinksldjump"/>
          </p:cNvPr>
          <p:cNvSpPr/>
          <p:nvPr userDrawn="1"/>
        </p:nvSpPr>
        <p:spPr>
          <a:xfrm>
            <a:off x="6877153" y="6148372"/>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2</a:t>
            </a:r>
          </a:p>
        </p:txBody>
      </p:sp>
      <p:sp>
        <p:nvSpPr>
          <p:cNvPr id="12" name="Parallellogram 11">
            <a:hlinkClick r:id="rId15" action="ppaction://hlinksldjump"/>
          </p:cNvPr>
          <p:cNvSpPr/>
          <p:nvPr userDrawn="1"/>
        </p:nvSpPr>
        <p:spPr>
          <a:xfrm>
            <a:off x="989827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4</a:t>
            </a:r>
          </a:p>
        </p:txBody>
      </p:sp>
      <p:sp>
        <p:nvSpPr>
          <p:cNvPr id="13" name="Rektangel 12"/>
          <p:cNvSpPr/>
          <p:nvPr userDrawn="1"/>
        </p:nvSpPr>
        <p:spPr>
          <a:xfrm>
            <a:off x="48893" y="406347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H</a:t>
            </a:r>
          </a:p>
        </p:txBody>
      </p:sp>
      <p:sp>
        <p:nvSpPr>
          <p:cNvPr id="18" name="Parallellogram 17">
            <a:hlinkClick r:id="rId16" action="ppaction://hlinksldjump"/>
          </p:cNvPr>
          <p:cNvSpPr/>
          <p:nvPr userDrawn="1"/>
        </p:nvSpPr>
        <p:spPr>
          <a:xfrm>
            <a:off x="300038"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Førerkort og trafikkopplæring</a:t>
            </a:r>
            <a:endParaRPr lang="nb-NO" sz="900" i="1" dirty="0">
              <a:solidFill>
                <a:schemeClr val="tx1"/>
              </a:solidFill>
            </a:endParaRPr>
          </a:p>
        </p:txBody>
      </p:sp>
      <p:sp>
        <p:nvSpPr>
          <p:cNvPr id="19" name="Parallellogram 18">
            <a:hlinkClick r:id="rId17" action="ppaction://hlinksldjump"/>
          </p:cNvPr>
          <p:cNvSpPr/>
          <p:nvPr userDrawn="1"/>
        </p:nvSpPr>
        <p:spPr>
          <a:xfrm>
            <a:off x="1542565"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Bilens oppbygning</a:t>
            </a:r>
            <a:endParaRPr lang="nb-NO" sz="900" i="1" dirty="0">
              <a:solidFill>
                <a:schemeClr val="tx1"/>
              </a:solidFill>
            </a:endParaRPr>
          </a:p>
        </p:txBody>
      </p:sp>
      <p:sp>
        <p:nvSpPr>
          <p:cNvPr id="20" name="Parallellogram 19">
            <a:hlinkClick r:id="rId18" action="ppaction://hlinksldjump"/>
          </p:cNvPr>
          <p:cNvSpPr/>
          <p:nvPr userDrawn="1"/>
        </p:nvSpPr>
        <p:spPr>
          <a:xfrm>
            <a:off x="2795685" y="152613"/>
            <a:ext cx="1368000" cy="6840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Ansvar for kjøretøyets stand og bruk</a:t>
            </a:r>
            <a:endParaRPr lang="nb-NO" sz="900" i="1" dirty="0">
              <a:solidFill>
                <a:schemeClr val="tx1"/>
              </a:solidFill>
            </a:endParaRPr>
          </a:p>
        </p:txBody>
      </p:sp>
      <p:sp>
        <p:nvSpPr>
          <p:cNvPr id="21" name="Parallellogram 20">
            <a:hlinkClick r:id="rId19" action="ppaction://hlinksldjump"/>
          </p:cNvPr>
          <p:cNvSpPr/>
          <p:nvPr userDrawn="1"/>
        </p:nvSpPr>
        <p:spPr>
          <a:xfrm>
            <a:off x="4038212"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Kjøring med tilhenger </a:t>
            </a:r>
            <a:endParaRPr lang="nb-NO" sz="900" i="1" dirty="0">
              <a:solidFill>
                <a:schemeClr val="tx1"/>
              </a:solidFill>
            </a:endParaRPr>
          </a:p>
        </p:txBody>
      </p:sp>
      <p:sp>
        <p:nvSpPr>
          <p:cNvPr id="22" name="Parallellogram 21">
            <a:hlinkClick r:id="rId20" action="ppaction://hlinksldjump"/>
          </p:cNvPr>
          <p:cNvSpPr/>
          <p:nvPr userDrawn="1"/>
        </p:nvSpPr>
        <p:spPr>
          <a:xfrm>
            <a:off x="5291332"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Menneskets kapasitet og trafikkens krav</a:t>
            </a:r>
            <a:endParaRPr lang="nb-NO" sz="900" i="1" dirty="0">
              <a:solidFill>
                <a:schemeClr val="tx1"/>
              </a:solidFill>
            </a:endParaRPr>
          </a:p>
        </p:txBody>
      </p:sp>
      <p:sp>
        <p:nvSpPr>
          <p:cNvPr id="23" name="Parallellogram 22">
            <a:hlinkClick r:id="rId21" action="ppaction://hlinksldjump"/>
          </p:cNvPr>
          <p:cNvSpPr/>
          <p:nvPr userDrawn="1"/>
        </p:nvSpPr>
        <p:spPr>
          <a:xfrm>
            <a:off x="6533859"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nb-NO" sz="900" dirty="0">
                <a:solidFill>
                  <a:schemeClr val="tx1"/>
                </a:solidFill>
              </a:rPr>
              <a:t>Gjøre seg klar for kjøring </a:t>
            </a:r>
          </a:p>
        </p:txBody>
      </p:sp>
      <p:sp>
        <p:nvSpPr>
          <p:cNvPr id="24" name="Parallellogram 23">
            <a:hlinkClick r:id="rId22" action="ppaction://hlinksldjump"/>
          </p:cNvPr>
          <p:cNvSpPr/>
          <p:nvPr userDrawn="1"/>
        </p:nvSpPr>
        <p:spPr>
          <a:xfrm>
            <a:off x="7786979"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Igangsetting og stans, giring, styring, etc. </a:t>
            </a:r>
            <a:endParaRPr lang="nb-NO" sz="900" i="1" dirty="0">
              <a:solidFill>
                <a:schemeClr val="tx1"/>
              </a:solidFill>
            </a:endParaRPr>
          </a:p>
        </p:txBody>
      </p:sp>
      <p:sp>
        <p:nvSpPr>
          <p:cNvPr id="25" name="Parallellogram 24">
            <a:hlinkClick r:id="rId18"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26" name="Parallellogram 25">
            <a:hlinkClick r:id="rId2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27" name="Parallellogram 26">
            <a:hlinkClick r:id="rId2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28" name="Parallellogram 27">
            <a:hlinkClick r:id="rId25" action="ppaction://hlinksldjump"/>
          </p:cNvPr>
          <p:cNvSpPr/>
          <p:nvPr userDrawn="1"/>
        </p:nvSpPr>
        <p:spPr>
          <a:xfrm>
            <a:off x="5959678"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29" name="Parallellogram 28">
            <a:hlinkClick r:id="rId26" action="ppaction://hlinksldjump"/>
          </p:cNvPr>
          <p:cNvSpPr/>
          <p:nvPr userDrawn="1"/>
        </p:nvSpPr>
        <p:spPr>
          <a:xfrm>
            <a:off x="7469491"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30" name="Parallellogram 29">
            <a:hlinkClick r:id="rId27" action="ppaction://hlinksldjump"/>
          </p:cNvPr>
          <p:cNvSpPr/>
          <p:nvPr userDrawn="1"/>
        </p:nvSpPr>
        <p:spPr>
          <a:xfrm>
            <a:off x="897930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31" name="Parallellogram 30">
            <a:hlinkClick r:id="rId28" action="ppaction://hlinksldjump"/>
          </p:cNvPr>
          <p:cNvSpPr/>
          <p:nvPr userDrawn="1"/>
        </p:nvSpPr>
        <p:spPr>
          <a:xfrm>
            <a:off x="10489865"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
        <p:nvSpPr>
          <p:cNvPr id="32" name="Parallellogram 31">
            <a:hlinkClick r:id="rId29" action="ppaction://hlinksldjump"/>
          </p:cNvPr>
          <p:cNvSpPr/>
          <p:nvPr userDrawn="1"/>
        </p:nvSpPr>
        <p:spPr>
          <a:xfrm>
            <a:off x="9029506"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Grunnleggende kjøretøy-behandling </a:t>
            </a:r>
            <a:endParaRPr lang="nb-NO" sz="900" i="1" dirty="0">
              <a:solidFill>
                <a:schemeClr val="tx1"/>
              </a:solidFill>
            </a:endParaRPr>
          </a:p>
        </p:txBody>
      </p:sp>
      <p:sp>
        <p:nvSpPr>
          <p:cNvPr id="33" name="Parallellogram 32">
            <a:hlinkClick r:id="rId30" action="ppaction://hlinksldjump"/>
          </p:cNvPr>
          <p:cNvSpPr/>
          <p:nvPr userDrawn="1"/>
        </p:nvSpPr>
        <p:spPr>
          <a:xfrm>
            <a:off x="10282626"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Sikkerhets-kontroll av bilen</a:t>
            </a:r>
            <a:endParaRPr lang="nb-NO" sz="900" i="1" dirty="0">
              <a:solidFill>
                <a:schemeClr val="tx1"/>
              </a:solidFill>
            </a:endParaRPr>
          </a:p>
        </p:txBody>
      </p:sp>
      <p:sp>
        <p:nvSpPr>
          <p:cNvPr id="34" name="Parallellogram 33">
            <a:hlinkClick r:id="rId31" action="ppaction://hlinksldjump"/>
          </p:cNvPr>
          <p:cNvSpPr/>
          <p:nvPr userDrawn="1"/>
        </p:nvSpPr>
        <p:spPr>
          <a:xfrm>
            <a:off x="838771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3</a:t>
            </a:r>
          </a:p>
        </p:txBody>
      </p:sp>
      <p:sp>
        <p:nvSpPr>
          <p:cNvPr id="35" name="Parallellogram 49">
            <a:hlinkClick r:id="rId32" action="ppaction://hlinksldjump"/>
          </p:cNvPr>
          <p:cNvSpPr/>
          <p:nvPr userDrawn="1"/>
        </p:nvSpPr>
        <p:spPr>
          <a:xfrm>
            <a:off x="11524928" y="152613"/>
            <a:ext cx="602003" cy="684000"/>
          </a:xfrm>
          <a:custGeom>
            <a:avLst/>
            <a:gdLst>
              <a:gd name="connsiteX0" fmla="*/ 0 w 576000"/>
              <a:gd name="connsiteY0" fmla="*/ 684000 h 684000"/>
              <a:gd name="connsiteX1" fmla="*/ 144000 w 576000"/>
              <a:gd name="connsiteY1" fmla="*/ 0 h 684000"/>
              <a:gd name="connsiteX2" fmla="*/ 576000 w 576000"/>
              <a:gd name="connsiteY2" fmla="*/ 0 h 684000"/>
              <a:gd name="connsiteX3" fmla="*/ 432000 w 576000"/>
              <a:gd name="connsiteY3" fmla="*/ 684000 h 684000"/>
              <a:gd name="connsiteX4" fmla="*/ 0 w 576000"/>
              <a:gd name="connsiteY4" fmla="*/ 684000 h 684000"/>
              <a:gd name="connsiteX0" fmla="*/ 0 w 593335"/>
              <a:gd name="connsiteY0" fmla="*/ 675333 h 684000"/>
              <a:gd name="connsiteX1" fmla="*/ 161335 w 593335"/>
              <a:gd name="connsiteY1" fmla="*/ 0 h 684000"/>
              <a:gd name="connsiteX2" fmla="*/ 593335 w 593335"/>
              <a:gd name="connsiteY2" fmla="*/ 0 h 684000"/>
              <a:gd name="connsiteX3" fmla="*/ 449335 w 593335"/>
              <a:gd name="connsiteY3" fmla="*/ 684000 h 684000"/>
              <a:gd name="connsiteX4" fmla="*/ 0 w 593335"/>
              <a:gd name="connsiteY4" fmla="*/ 675333 h 684000"/>
              <a:gd name="connsiteX0" fmla="*/ 0 w 593335"/>
              <a:gd name="connsiteY0" fmla="*/ 679667 h 684000"/>
              <a:gd name="connsiteX1" fmla="*/ 161335 w 593335"/>
              <a:gd name="connsiteY1" fmla="*/ 0 h 684000"/>
              <a:gd name="connsiteX2" fmla="*/ 593335 w 593335"/>
              <a:gd name="connsiteY2" fmla="*/ 0 h 684000"/>
              <a:gd name="connsiteX3" fmla="*/ 449335 w 593335"/>
              <a:gd name="connsiteY3" fmla="*/ 684000 h 684000"/>
              <a:gd name="connsiteX4" fmla="*/ 0 w 593335"/>
              <a:gd name="connsiteY4" fmla="*/ 679667 h 684000"/>
              <a:gd name="connsiteX0" fmla="*/ 0 w 602003"/>
              <a:gd name="connsiteY0" fmla="*/ 684000 h 684000"/>
              <a:gd name="connsiteX1" fmla="*/ 170003 w 602003"/>
              <a:gd name="connsiteY1" fmla="*/ 0 h 684000"/>
              <a:gd name="connsiteX2" fmla="*/ 602003 w 602003"/>
              <a:gd name="connsiteY2" fmla="*/ 0 h 684000"/>
              <a:gd name="connsiteX3" fmla="*/ 458003 w 602003"/>
              <a:gd name="connsiteY3" fmla="*/ 684000 h 684000"/>
              <a:gd name="connsiteX4" fmla="*/ 0 w 602003"/>
              <a:gd name="connsiteY4" fmla="*/ 684000 h 684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2003" h="684000">
                <a:moveTo>
                  <a:pt x="0" y="684000"/>
                </a:moveTo>
                <a:lnTo>
                  <a:pt x="170003" y="0"/>
                </a:lnTo>
                <a:lnTo>
                  <a:pt x="602003" y="0"/>
                </a:lnTo>
                <a:lnTo>
                  <a:pt x="458003" y="684000"/>
                </a:lnTo>
                <a:lnTo>
                  <a:pt x="0" y="68400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TV</a:t>
            </a:r>
            <a:endParaRPr lang="nb-NO" sz="900" i="1" dirty="0">
              <a:solidFill>
                <a:schemeClr val="tx1"/>
              </a:solidFill>
            </a:endParaRPr>
          </a:p>
        </p:txBody>
      </p:sp>
      <p:sp>
        <p:nvSpPr>
          <p:cNvPr id="36" name="Handlingsknapp: gå til Hjem 35">
            <a:hlinkClick r:id="" action="ppaction://hlinkshowjump?jump=firstslide" highlightClick="1"/>
          </p:cNvPr>
          <p:cNvSpPr/>
          <p:nvPr userDrawn="1"/>
        </p:nvSpPr>
        <p:spPr>
          <a:xfrm>
            <a:off x="2792571" y="6148372"/>
            <a:ext cx="504000" cy="517667"/>
          </a:xfrm>
          <a:prstGeom prst="actionButtonHom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7" name="Handlingsknapp: gå tilbake eller til forrige 36">
            <a:hlinkClick r:id="" action="ppaction://hlinkshowjump?jump=previousslide" highlightClick="1"/>
          </p:cNvPr>
          <p:cNvSpPr/>
          <p:nvPr userDrawn="1"/>
        </p:nvSpPr>
        <p:spPr>
          <a:xfrm>
            <a:off x="3366413" y="6148372"/>
            <a:ext cx="504000" cy="517667"/>
          </a:xfrm>
          <a:prstGeom prst="actionButtonBackPrevious">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8" name="Handlingsknapp: gå framover eller til neste 37">
            <a:hlinkClick r:id="" action="ppaction://hlinkshowjump?jump=nextslide" highlightClick="1"/>
          </p:cNvPr>
          <p:cNvSpPr/>
          <p:nvPr userDrawn="1"/>
        </p:nvSpPr>
        <p:spPr>
          <a:xfrm>
            <a:off x="3940255" y="6148372"/>
            <a:ext cx="504000" cy="517667"/>
          </a:xfrm>
          <a:prstGeom prst="actionButtonForwardNex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39" name="Bilde 38" descr="Skjermutklipp">
            <a:hlinkClick r:id="rId33"/>
          </p:cNvPr>
          <p:cNvPicPr>
            <a:picLocks noChangeAspect="1"/>
          </p:cNvPicPr>
          <p:nvPr userDrawn="1"/>
        </p:nvPicPr>
        <p:blipFill>
          <a:blip r:embed="rId34">
            <a:extLst>
              <a:ext uri="{28A0092B-C50C-407E-A947-70E740481C1C}">
                <a14:useLocalDpi xmlns:a14="http://schemas.microsoft.com/office/drawing/2010/main" val="0"/>
              </a:ext>
            </a:extLst>
          </a:blip>
          <a:stretch>
            <a:fillRect/>
          </a:stretch>
        </p:blipFill>
        <p:spPr>
          <a:xfrm>
            <a:off x="4584245" y="6148372"/>
            <a:ext cx="398655" cy="504000"/>
          </a:xfrm>
          <a:prstGeom prst="rect">
            <a:avLst/>
          </a:prstGeom>
        </p:spPr>
      </p:pic>
      <p:pic>
        <p:nvPicPr>
          <p:cNvPr id="40" name="Bilde 39">
            <a:hlinkClick r:id="rId35"/>
          </p:cNvPr>
          <p:cNvPicPr>
            <a:picLocks noChangeAspect="1"/>
          </p:cNvPicPr>
          <p:nvPr userDrawn="1"/>
        </p:nvPicPr>
        <p:blipFill>
          <a:blip r:embed="rId36">
            <a:extLst>
              <a:ext uri="{28A0092B-C50C-407E-A947-70E740481C1C}">
                <a14:useLocalDpi xmlns:a14="http://schemas.microsoft.com/office/drawing/2010/main" val="0"/>
              </a:ext>
            </a:extLst>
          </a:blip>
          <a:stretch>
            <a:fillRect/>
          </a:stretch>
        </p:blipFill>
        <p:spPr>
          <a:xfrm>
            <a:off x="2135560" y="6147796"/>
            <a:ext cx="528384" cy="528384"/>
          </a:xfrm>
          <a:prstGeom prst="rect">
            <a:avLst/>
          </a:prstGeom>
        </p:spPr>
      </p:pic>
    </p:spTree>
    <p:extLst>
      <p:ext uri="{BB962C8B-B14F-4D97-AF65-F5344CB8AC3E}">
        <p14:creationId xmlns:p14="http://schemas.microsoft.com/office/powerpoint/2010/main" val="368828892"/>
      </p:ext>
    </p:extLst>
  </p:cSld>
  <p:clrMap bg1="lt1" tx1="dk1" bg2="lt2" tx2="dk2" accent1="accent1" accent2="accent2" accent3="accent3" accent4="accent4" accent5="accent5" accent6="accent6" hlink="hlink" folHlink="folHlink"/>
  <p:sldLayoutIdLst>
    <p:sldLayoutId id="2147485948" r:id="rId1"/>
    <p:sldLayoutId id="2147485949" r:id="rId2"/>
    <p:sldLayoutId id="2147485950" r:id="rId3"/>
    <p:sldLayoutId id="2147485951" r:id="rId4"/>
    <p:sldLayoutId id="2147485952" r:id="rId5"/>
    <p:sldLayoutId id="2147485953" r:id="rId6"/>
    <p:sldLayoutId id="2147485954" r:id="rId7"/>
    <p:sldLayoutId id="2147485955" r:id="rId8"/>
    <p:sldLayoutId id="2147485956" r:id="rId9"/>
    <p:sldLayoutId id="2147485957" r:id="rId10"/>
    <p:sldLayoutId id="2147485958"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ittel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b-NO"/>
              <a:t>Klikk for å redigere tittelstil</a:t>
            </a:r>
          </a:p>
        </p:txBody>
      </p:sp>
      <p:sp>
        <p:nvSpPr>
          <p:cNvPr id="3" name="Plassholder for teks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12017DE-887B-4B59-9502-98CC26147246}" type="datetime1">
              <a:rPr lang="nb-NO" smtClean="0"/>
              <a:t>27.08.2024</a:t>
            </a:fld>
            <a:endParaRPr lang="nb-NO"/>
          </a:p>
        </p:txBody>
      </p:sp>
      <p:sp>
        <p:nvSpPr>
          <p:cNvPr id="5" name="Plassholder for bunntekst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nb-NO"/>
              <a:t>Control Trafikkskole</a:t>
            </a:r>
          </a:p>
        </p:txBody>
      </p:sp>
      <p:sp>
        <p:nvSpPr>
          <p:cNvPr id="6" name="Plassholder for lysbildenumm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EBBCFE-599B-47F9-B84D-4259C5E2055D}" type="slidenum">
              <a:rPr lang="nb-NO" smtClean="0"/>
              <a:t>‹#›</a:t>
            </a:fld>
            <a:endParaRPr lang="nb-NO"/>
          </a:p>
        </p:txBody>
      </p:sp>
      <p:sp>
        <p:nvSpPr>
          <p:cNvPr id="7" name="Rektangel 6"/>
          <p:cNvSpPr/>
          <p:nvPr userDrawn="1"/>
        </p:nvSpPr>
        <p:spPr>
          <a:xfrm>
            <a:off x="353025" y="2230305"/>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S</a:t>
            </a:r>
          </a:p>
        </p:txBody>
      </p:sp>
      <p:sp>
        <p:nvSpPr>
          <p:cNvPr id="8" name="Rektangel 7"/>
          <p:cNvSpPr/>
          <p:nvPr userDrawn="1"/>
        </p:nvSpPr>
        <p:spPr>
          <a:xfrm>
            <a:off x="262178" y="283839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O</a:t>
            </a:r>
          </a:p>
        </p:txBody>
      </p:sp>
      <p:sp>
        <p:nvSpPr>
          <p:cNvPr id="9" name="Rektangel 8"/>
          <p:cNvSpPr/>
          <p:nvPr userDrawn="1"/>
        </p:nvSpPr>
        <p:spPr>
          <a:xfrm>
            <a:off x="170143" y="3446489"/>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A</a:t>
            </a:r>
          </a:p>
        </p:txBody>
      </p:sp>
      <p:sp>
        <p:nvSpPr>
          <p:cNvPr id="10" name="Parallellogram 9">
            <a:hlinkClick r:id="rId13" action="ppaction://hlinksldjump"/>
          </p:cNvPr>
          <p:cNvSpPr/>
          <p:nvPr userDrawn="1"/>
        </p:nvSpPr>
        <p:spPr>
          <a:xfrm>
            <a:off x="5367340"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1</a:t>
            </a:r>
          </a:p>
        </p:txBody>
      </p:sp>
      <p:sp>
        <p:nvSpPr>
          <p:cNvPr id="11" name="Parallellogram 10">
            <a:hlinkClick r:id="rId14" action="ppaction://hlinksldjump"/>
          </p:cNvPr>
          <p:cNvSpPr/>
          <p:nvPr userDrawn="1"/>
        </p:nvSpPr>
        <p:spPr>
          <a:xfrm>
            <a:off x="6877153" y="6148372"/>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2</a:t>
            </a:r>
          </a:p>
        </p:txBody>
      </p:sp>
      <p:sp>
        <p:nvSpPr>
          <p:cNvPr id="12" name="Parallellogram 11">
            <a:hlinkClick r:id="rId15" action="ppaction://hlinksldjump"/>
          </p:cNvPr>
          <p:cNvSpPr/>
          <p:nvPr userDrawn="1"/>
        </p:nvSpPr>
        <p:spPr>
          <a:xfrm>
            <a:off x="989827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4</a:t>
            </a:r>
          </a:p>
        </p:txBody>
      </p:sp>
      <p:sp>
        <p:nvSpPr>
          <p:cNvPr id="13" name="Rektangel 12"/>
          <p:cNvSpPr/>
          <p:nvPr userDrawn="1"/>
        </p:nvSpPr>
        <p:spPr>
          <a:xfrm>
            <a:off x="48893" y="406347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H</a:t>
            </a:r>
          </a:p>
        </p:txBody>
      </p:sp>
      <p:sp>
        <p:nvSpPr>
          <p:cNvPr id="18" name="Parallellogram 17">
            <a:hlinkClick r:id="rId16" action="ppaction://hlinksldjump"/>
          </p:cNvPr>
          <p:cNvSpPr/>
          <p:nvPr userDrawn="1"/>
        </p:nvSpPr>
        <p:spPr>
          <a:xfrm>
            <a:off x="300038"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Førerkort og trafikkopplæring</a:t>
            </a:r>
            <a:endParaRPr lang="nb-NO" sz="900" i="1" dirty="0">
              <a:solidFill>
                <a:schemeClr val="tx1"/>
              </a:solidFill>
            </a:endParaRPr>
          </a:p>
        </p:txBody>
      </p:sp>
      <p:sp>
        <p:nvSpPr>
          <p:cNvPr id="19" name="Parallellogram 18">
            <a:hlinkClick r:id="rId17" action="ppaction://hlinksldjump"/>
          </p:cNvPr>
          <p:cNvSpPr/>
          <p:nvPr userDrawn="1"/>
        </p:nvSpPr>
        <p:spPr>
          <a:xfrm>
            <a:off x="1542565"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Bilens oppbygning</a:t>
            </a:r>
            <a:endParaRPr lang="nb-NO" sz="900" i="1" dirty="0">
              <a:solidFill>
                <a:schemeClr val="tx1"/>
              </a:solidFill>
            </a:endParaRPr>
          </a:p>
        </p:txBody>
      </p:sp>
      <p:sp>
        <p:nvSpPr>
          <p:cNvPr id="20" name="Parallellogram 19">
            <a:hlinkClick r:id="rId18" action="ppaction://hlinksldjump"/>
          </p:cNvPr>
          <p:cNvSpPr/>
          <p:nvPr userDrawn="1"/>
        </p:nvSpPr>
        <p:spPr>
          <a:xfrm>
            <a:off x="2795685" y="152613"/>
            <a:ext cx="1368000" cy="6840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Ansvar for kjøretøyets stand og bruk</a:t>
            </a:r>
            <a:endParaRPr lang="nb-NO" sz="900" i="1" dirty="0">
              <a:solidFill>
                <a:schemeClr val="tx1"/>
              </a:solidFill>
            </a:endParaRPr>
          </a:p>
        </p:txBody>
      </p:sp>
      <p:sp>
        <p:nvSpPr>
          <p:cNvPr id="21" name="Parallellogram 20">
            <a:hlinkClick r:id="rId19" action="ppaction://hlinksldjump"/>
          </p:cNvPr>
          <p:cNvSpPr/>
          <p:nvPr userDrawn="1"/>
        </p:nvSpPr>
        <p:spPr>
          <a:xfrm>
            <a:off x="4038212"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Kjøring med tilhenger </a:t>
            </a:r>
            <a:endParaRPr lang="nb-NO" sz="900" i="1" dirty="0">
              <a:solidFill>
                <a:schemeClr val="tx1"/>
              </a:solidFill>
            </a:endParaRPr>
          </a:p>
        </p:txBody>
      </p:sp>
      <p:sp>
        <p:nvSpPr>
          <p:cNvPr id="22" name="Parallellogram 21">
            <a:hlinkClick r:id="rId20" action="ppaction://hlinksldjump"/>
          </p:cNvPr>
          <p:cNvSpPr/>
          <p:nvPr userDrawn="1"/>
        </p:nvSpPr>
        <p:spPr>
          <a:xfrm>
            <a:off x="5291332"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Menneskets kapasitet og trafikkens krav</a:t>
            </a:r>
            <a:endParaRPr lang="nb-NO" sz="900" i="1" dirty="0">
              <a:solidFill>
                <a:schemeClr val="tx1"/>
              </a:solidFill>
            </a:endParaRPr>
          </a:p>
        </p:txBody>
      </p:sp>
      <p:sp>
        <p:nvSpPr>
          <p:cNvPr id="23" name="Parallellogram 22">
            <a:hlinkClick r:id="rId21" action="ppaction://hlinksldjump"/>
          </p:cNvPr>
          <p:cNvSpPr/>
          <p:nvPr userDrawn="1"/>
        </p:nvSpPr>
        <p:spPr>
          <a:xfrm>
            <a:off x="6533859"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nb-NO" sz="900" dirty="0">
                <a:solidFill>
                  <a:schemeClr val="tx1"/>
                </a:solidFill>
              </a:rPr>
              <a:t>Gjøre seg klar for kjøring </a:t>
            </a:r>
          </a:p>
        </p:txBody>
      </p:sp>
      <p:sp>
        <p:nvSpPr>
          <p:cNvPr id="24" name="Parallellogram 23">
            <a:hlinkClick r:id="rId22" action="ppaction://hlinksldjump"/>
          </p:cNvPr>
          <p:cNvSpPr/>
          <p:nvPr userDrawn="1"/>
        </p:nvSpPr>
        <p:spPr>
          <a:xfrm>
            <a:off x="7786979"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Igangsetting og stans, giring, styring, etc. </a:t>
            </a:r>
            <a:endParaRPr lang="nb-NO" sz="900" i="1" dirty="0">
              <a:solidFill>
                <a:schemeClr val="tx1"/>
              </a:solidFill>
            </a:endParaRPr>
          </a:p>
        </p:txBody>
      </p:sp>
      <p:sp>
        <p:nvSpPr>
          <p:cNvPr id="25" name="Parallellogram 24">
            <a:hlinkClick r:id="rId18"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26" name="Parallellogram 25">
            <a:hlinkClick r:id="rId2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27" name="Parallellogram 26">
            <a:hlinkClick r:id="rId2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28" name="Parallellogram 27">
            <a:hlinkClick r:id="rId2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29" name="Parallellogram 28">
            <a:hlinkClick r:id="rId26" action="ppaction://hlinksldjump"/>
          </p:cNvPr>
          <p:cNvSpPr/>
          <p:nvPr userDrawn="1"/>
        </p:nvSpPr>
        <p:spPr>
          <a:xfrm>
            <a:off x="7469491"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30" name="Parallellogram 29">
            <a:hlinkClick r:id="rId27" action="ppaction://hlinksldjump"/>
          </p:cNvPr>
          <p:cNvSpPr/>
          <p:nvPr userDrawn="1"/>
        </p:nvSpPr>
        <p:spPr>
          <a:xfrm>
            <a:off x="897930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31" name="Parallellogram 30">
            <a:hlinkClick r:id="rId28" action="ppaction://hlinksldjump"/>
          </p:cNvPr>
          <p:cNvSpPr/>
          <p:nvPr userDrawn="1"/>
        </p:nvSpPr>
        <p:spPr>
          <a:xfrm>
            <a:off x="10489865"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
        <p:nvSpPr>
          <p:cNvPr id="32" name="Parallellogram 31">
            <a:hlinkClick r:id="rId29" action="ppaction://hlinksldjump"/>
          </p:cNvPr>
          <p:cNvSpPr/>
          <p:nvPr userDrawn="1"/>
        </p:nvSpPr>
        <p:spPr>
          <a:xfrm>
            <a:off x="9029506"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Grunnleggende kjøretøy-behandling </a:t>
            </a:r>
            <a:endParaRPr lang="nb-NO" sz="900" i="1" dirty="0">
              <a:solidFill>
                <a:schemeClr val="tx1"/>
              </a:solidFill>
            </a:endParaRPr>
          </a:p>
        </p:txBody>
      </p:sp>
      <p:sp>
        <p:nvSpPr>
          <p:cNvPr id="33" name="Parallellogram 32">
            <a:hlinkClick r:id="rId30" action="ppaction://hlinksldjump"/>
          </p:cNvPr>
          <p:cNvSpPr/>
          <p:nvPr userDrawn="1"/>
        </p:nvSpPr>
        <p:spPr>
          <a:xfrm>
            <a:off x="10282626"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Sikkerhets-kontroll av bilen</a:t>
            </a:r>
            <a:endParaRPr lang="nb-NO" sz="900" i="1" dirty="0">
              <a:solidFill>
                <a:schemeClr val="tx1"/>
              </a:solidFill>
            </a:endParaRPr>
          </a:p>
        </p:txBody>
      </p:sp>
      <p:sp>
        <p:nvSpPr>
          <p:cNvPr id="34" name="Parallellogram 33">
            <a:hlinkClick r:id="rId31" action="ppaction://hlinksldjump"/>
          </p:cNvPr>
          <p:cNvSpPr/>
          <p:nvPr userDrawn="1"/>
        </p:nvSpPr>
        <p:spPr>
          <a:xfrm>
            <a:off x="838771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3</a:t>
            </a:r>
          </a:p>
        </p:txBody>
      </p:sp>
      <p:sp>
        <p:nvSpPr>
          <p:cNvPr id="35" name="Parallellogram 49">
            <a:hlinkClick r:id="rId32" action="ppaction://hlinksldjump"/>
          </p:cNvPr>
          <p:cNvSpPr/>
          <p:nvPr userDrawn="1"/>
        </p:nvSpPr>
        <p:spPr>
          <a:xfrm>
            <a:off x="11524928" y="152613"/>
            <a:ext cx="602003" cy="684000"/>
          </a:xfrm>
          <a:custGeom>
            <a:avLst/>
            <a:gdLst>
              <a:gd name="connsiteX0" fmla="*/ 0 w 576000"/>
              <a:gd name="connsiteY0" fmla="*/ 684000 h 684000"/>
              <a:gd name="connsiteX1" fmla="*/ 144000 w 576000"/>
              <a:gd name="connsiteY1" fmla="*/ 0 h 684000"/>
              <a:gd name="connsiteX2" fmla="*/ 576000 w 576000"/>
              <a:gd name="connsiteY2" fmla="*/ 0 h 684000"/>
              <a:gd name="connsiteX3" fmla="*/ 432000 w 576000"/>
              <a:gd name="connsiteY3" fmla="*/ 684000 h 684000"/>
              <a:gd name="connsiteX4" fmla="*/ 0 w 576000"/>
              <a:gd name="connsiteY4" fmla="*/ 684000 h 684000"/>
              <a:gd name="connsiteX0" fmla="*/ 0 w 593335"/>
              <a:gd name="connsiteY0" fmla="*/ 675333 h 684000"/>
              <a:gd name="connsiteX1" fmla="*/ 161335 w 593335"/>
              <a:gd name="connsiteY1" fmla="*/ 0 h 684000"/>
              <a:gd name="connsiteX2" fmla="*/ 593335 w 593335"/>
              <a:gd name="connsiteY2" fmla="*/ 0 h 684000"/>
              <a:gd name="connsiteX3" fmla="*/ 449335 w 593335"/>
              <a:gd name="connsiteY3" fmla="*/ 684000 h 684000"/>
              <a:gd name="connsiteX4" fmla="*/ 0 w 593335"/>
              <a:gd name="connsiteY4" fmla="*/ 675333 h 684000"/>
              <a:gd name="connsiteX0" fmla="*/ 0 w 593335"/>
              <a:gd name="connsiteY0" fmla="*/ 679667 h 684000"/>
              <a:gd name="connsiteX1" fmla="*/ 161335 w 593335"/>
              <a:gd name="connsiteY1" fmla="*/ 0 h 684000"/>
              <a:gd name="connsiteX2" fmla="*/ 593335 w 593335"/>
              <a:gd name="connsiteY2" fmla="*/ 0 h 684000"/>
              <a:gd name="connsiteX3" fmla="*/ 449335 w 593335"/>
              <a:gd name="connsiteY3" fmla="*/ 684000 h 684000"/>
              <a:gd name="connsiteX4" fmla="*/ 0 w 593335"/>
              <a:gd name="connsiteY4" fmla="*/ 679667 h 684000"/>
              <a:gd name="connsiteX0" fmla="*/ 0 w 602003"/>
              <a:gd name="connsiteY0" fmla="*/ 684000 h 684000"/>
              <a:gd name="connsiteX1" fmla="*/ 170003 w 602003"/>
              <a:gd name="connsiteY1" fmla="*/ 0 h 684000"/>
              <a:gd name="connsiteX2" fmla="*/ 602003 w 602003"/>
              <a:gd name="connsiteY2" fmla="*/ 0 h 684000"/>
              <a:gd name="connsiteX3" fmla="*/ 458003 w 602003"/>
              <a:gd name="connsiteY3" fmla="*/ 684000 h 684000"/>
              <a:gd name="connsiteX4" fmla="*/ 0 w 602003"/>
              <a:gd name="connsiteY4" fmla="*/ 684000 h 684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2003" h="684000">
                <a:moveTo>
                  <a:pt x="0" y="684000"/>
                </a:moveTo>
                <a:lnTo>
                  <a:pt x="170003" y="0"/>
                </a:lnTo>
                <a:lnTo>
                  <a:pt x="602003" y="0"/>
                </a:lnTo>
                <a:lnTo>
                  <a:pt x="458003" y="684000"/>
                </a:lnTo>
                <a:lnTo>
                  <a:pt x="0" y="68400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TV</a:t>
            </a:r>
            <a:endParaRPr lang="nb-NO" sz="900" i="1" dirty="0">
              <a:solidFill>
                <a:schemeClr val="tx1"/>
              </a:solidFill>
            </a:endParaRPr>
          </a:p>
        </p:txBody>
      </p:sp>
      <p:sp>
        <p:nvSpPr>
          <p:cNvPr id="36" name="Handlingsknapp: gå til Hjem 35">
            <a:hlinkClick r:id="" action="ppaction://hlinkshowjump?jump=firstslide" highlightClick="1"/>
          </p:cNvPr>
          <p:cNvSpPr/>
          <p:nvPr userDrawn="1"/>
        </p:nvSpPr>
        <p:spPr>
          <a:xfrm>
            <a:off x="2792571" y="6148372"/>
            <a:ext cx="504000" cy="517667"/>
          </a:xfrm>
          <a:prstGeom prst="actionButtonHom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7" name="Handlingsknapp: gå tilbake eller til forrige 36">
            <a:hlinkClick r:id="" action="ppaction://hlinkshowjump?jump=previousslide" highlightClick="1"/>
          </p:cNvPr>
          <p:cNvSpPr/>
          <p:nvPr userDrawn="1"/>
        </p:nvSpPr>
        <p:spPr>
          <a:xfrm>
            <a:off x="3366413" y="6148372"/>
            <a:ext cx="504000" cy="517667"/>
          </a:xfrm>
          <a:prstGeom prst="actionButtonBackPrevious">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8" name="Handlingsknapp: gå framover eller til neste 37">
            <a:hlinkClick r:id="" action="ppaction://hlinkshowjump?jump=nextslide" highlightClick="1"/>
          </p:cNvPr>
          <p:cNvSpPr/>
          <p:nvPr userDrawn="1"/>
        </p:nvSpPr>
        <p:spPr>
          <a:xfrm>
            <a:off x="3940255" y="6148372"/>
            <a:ext cx="504000" cy="517667"/>
          </a:xfrm>
          <a:prstGeom prst="actionButtonForwardNex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39" name="Bilde 38" descr="Skjermutklipp">
            <a:hlinkClick r:id="rId33"/>
          </p:cNvPr>
          <p:cNvPicPr>
            <a:picLocks noChangeAspect="1"/>
          </p:cNvPicPr>
          <p:nvPr userDrawn="1"/>
        </p:nvPicPr>
        <p:blipFill>
          <a:blip r:embed="rId34">
            <a:extLst>
              <a:ext uri="{28A0092B-C50C-407E-A947-70E740481C1C}">
                <a14:useLocalDpi xmlns:a14="http://schemas.microsoft.com/office/drawing/2010/main" val="0"/>
              </a:ext>
            </a:extLst>
          </a:blip>
          <a:stretch>
            <a:fillRect/>
          </a:stretch>
        </p:blipFill>
        <p:spPr>
          <a:xfrm>
            <a:off x="4584245" y="6148372"/>
            <a:ext cx="398655" cy="504000"/>
          </a:xfrm>
          <a:prstGeom prst="rect">
            <a:avLst/>
          </a:prstGeom>
        </p:spPr>
      </p:pic>
      <p:pic>
        <p:nvPicPr>
          <p:cNvPr id="40" name="Bilde 39">
            <a:hlinkClick r:id="rId35"/>
          </p:cNvPr>
          <p:cNvPicPr>
            <a:picLocks noChangeAspect="1"/>
          </p:cNvPicPr>
          <p:nvPr userDrawn="1"/>
        </p:nvPicPr>
        <p:blipFill>
          <a:blip r:embed="rId36">
            <a:extLst>
              <a:ext uri="{28A0092B-C50C-407E-A947-70E740481C1C}">
                <a14:useLocalDpi xmlns:a14="http://schemas.microsoft.com/office/drawing/2010/main" val="0"/>
              </a:ext>
            </a:extLst>
          </a:blip>
          <a:stretch>
            <a:fillRect/>
          </a:stretch>
        </p:blipFill>
        <p:spPr>
          <a:xfrm>
            <a:off x="2135560" y="6147796"/>
            <a:ext cx="528384" cy="528384"/>
          </a:xfrm>
          <a:prstGeom prst="rect">
            <a:avLst/>
          </a:prstGeom>
        </p:spPr>
      </p:pic>
    </p:spTree>
    <p:extLst>
      <p:ext uri="{BB962C8B-B14F-4D97-AF65-F5344CB8AC3E}">
        <p14:creationId xmlns:p14="http://schemas.microsoft.com/office/powerpoint/2010/main" val="2922836045"/>
      </p:ext>
    </p:extLst>
  </p:cSld>
  <p:clrMap bg1="lt1" tx1="dk1" bg2="lt2" tx2="dk2" accent1="accent1" accent2="accent2" accent3="accent3" accent4="accent4" accent5="accent5" accent6="accent6" hlink="hlink" folHlink="folHlink"/>
  <p:sldLayoutIdLst>
    <p:sldLayoutId id="2147485960" r:id="rId1"/>
    <p:sldLayoutId id="2147485961" r:id="rId2"/>
    <p:sldLayoutId id="2147485962" r:id="rId3"/>
    <p:sldLayoutId id="2147485963" r:id="rId4"/>
    <p:sldLayoutId id="2147485964" r:id="rId5"/>
    <p:sldLayoutId id="2147485965" r:id="rId6"/>
    <p:sldLayoutId id="2147485966" r:id="rId7"/>
    <p:sldLayoutId id="2147485967" r:id="rId8"/>
    <p:sldLayoutId id="2147485968" r:id="rId9"/>
    <p:sldLayoutId id="2147485969" r:id="rId10"/>
    <p:sldLayoutId id="2147485970"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ittel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b-NO"/>
              <a:t>Klikk for å redigere tittelstil</a:t>
            </a:r>
          </a:p>
        </p:txBody>
      </p:sp>
      <p:sp>
        <p:nvSpPr>
          <p:cNvPr id="3" name="Plassholder for teks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CDEAB1A-4377-458C-9A46-2213A77E3D4C}" type="datetime1">
              <a:rPr lang="nb-NO" smtClean="0"/>
              <a:t>27.08.2024</a:t>
            </a:fld>
            <a:endParaRPr lang="nb-NO"/>
          </a:p>
        </p:txBody>
      </p:sp>
      <p:sp>
        <p:nvSpPr>
          <p:cNvPr id="5" name="Plassholder for bunntekst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nb-NO"/>
              <a:t>Control Trafikkskole</a:t>
            </a:r>
          </a:p>
        </p:txBody>
      </p:sp>
      <p:sp>
        <p:nvSpPr>
          <p:cNvPr id="6" name="Plassholder for lysbildenumm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EBBCFE-599B-47F9-B84D-4259C5E2055D}" type="slidenum">
              <a:rPr lang="nb-NO" smtClean="0"/>
              <a:t>‹#›</a:t>
            </a:fld>
            <a:endParaRPr lang="nb-NO"/>
          </a:p>
        </p:txBody>
      </p:sp>
      <p:sp>
        <p:nvSpPr>
          <p:cNvPr id="7" name="Rektangel 6"/>
          <p:cNvSpPr/>
          <p:nvPr userDrawn="1"/>
        </p:nvSpPr>
        <p:spPr>
          <a:xfrm>
            <a:off x="353025" y="2230305"/>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S</a:t>
            </a:r>
          </a:p>
        </p:txBody>
      </p:sp>
      <p:sp>
        <p:nvSpPr>
          <p:cNvPr id="8" name="Rektangel 7"/>
          <p:cNvSpPr/>
          <p:nvPr userDrawn="1"/>
        </p:nvSpPr>
        <p:spPr>
          <a:xfrm>
            <a:off x="262178" y="283839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O</a:t>
            </a:r>
          </a:p>
        </p:txBody>
      </p:sp>
      <p:sp>
        <p:nvSpPr>
          <p:cNvPr id="9" name="Rektangel 8"/>
          <p:cNvSpPr/>
          <p:nvPr userDrawn="1"/>
        </p:nvSpPr>
        <p:spPr>
          <a:xfrm>
            <a:off x="170143" y="3446489"/>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A</a:t>
            </a:r>
          </a:p>
        </p:txBody>
      </p:sp>
      <p:sp>
        <p:nvSpPr>
          <p:cNvPr id="10" name="Parallellogram 9">
            <a:hlinkClick r:id="rId13" action="ppaction://hlinksldjump"/>
          </p:cNvPr>
          <p:cNvSpPr/>
          <p:nvPr userDrawn="1"/>
        </p:nvSpPr>
        <p:spPr>
          <a:xfrm>
            <a:off x="5367340"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1</a:t>
            </a:r>
          </a:p>
        </p:txBody>
      </p:sp>
      <p:sp>
        <p:nvSpPr>
          <p:cNvPr id="11" name="Parallellogram 10">
            <a:hlinkClick r:id="rId14" action="ppaction://hlinksldjump"/>
          </p:cNvPr>
          <p:cNvSpPr/>
          <p:nvPr userDrawn="1"/>
        </p:nvSpPr>
        <p:spPr>
          <a:xfrm>
            <a:off x="6877153" y="6148372"/>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2</a:t>
            </a:r>
          </a:p>
        </p:txBody>
      </p:sp>
      <p:sp>
        <p:nvSpPr>
          <p:cNvPr id="12" name="Parallellogram 11">
            <a:hlinkClick r:id="rId15" action="ppaction://hlinksldjump"/>
          </p:cNvPr>
          <p:cNvSpPr/>
          <p:nvPr userDrawn="1"/>
        </p:nvSpPr>
        <p:spPr>
          <a:xfrm>
            <a:off x="989827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4</a:t>
            </a:r>
          </a:p>
        </p:txBody>
      </p:sp>
      <p:sp>
        <p:nvSpPr>
          <p:cNvPr id="13" name="Rektangel 12"/>
          <p:cNvSpPr/>
          <p:nvPr userDrawn="1"/>
        </p:nvSpPr>
        <p:spPr>
          <a:xfrm>
            <a:off x="48893" y="406347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H</a:t>
            </a:r>
          </a:p>
        </p:txBody>
      </p:sp>
      <p:sp>
        <p:nvSpPr>
          <p:cNvPr id="18" name="Parallellogram 17">
            <a:hlinkClick r:id="rId16" action="ppaction://hlinksldjump"/>
          </p:cNvPr>
          <p:cNvSpPr/>
          <p:nvPr userDrawn="1"/>
        </p:nvSpPr>
        <p:spPr>
          <a:xfrm>
            <a:off x="300038"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Førerkort og trafikkopplæring</a:t>
            </a:r>
            <a:endParaRPr lang="nb-NO" sz="900" i="1" dirty="0">
              <a:solidFill>
                <a:schemeClr val="tx1"/>
              </a:solidFill>
            </a:endParaRPr>
          </a:p>
        </p:txBody>
      </p:sp>
      <p:sp>
        <p:nvSpPr>
          <p:cNvPr id="19" name="Parallellogram 18">
            <a:hlinkClick r:id="rId17" action="ppaction://hlinksldjump"/>
          </p:cNvPr>
          <p:cNvSpPr/>
          <p:nvPr userDrawn="1"/>
        </p:nvSpPr>
        <p:spPr>
          <a:xfrm>
            <a:off x="1542565"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Bilens oppbygning</a:t>
            </a:r>
            <a:endParaRPr lang="nb-NO" sz="900" i="1" dirty="0">
              <a:solidFill>
                <a:schemeClr val="tx1"/>
              </a:solidFill>
            </a:endParaRPr>
          </a:p>
        </p:txBody>
      </p:sp>
      <p:sp>
        <p:nvSpPr>
          <p:cNvPr id="20" name="Parallellogram 19">
            <a:hlinkClick r:id="rId18" action="ppaction://hlinksldjump"/>
          </p:cNvPr>
          <p:cNvSpPr/>
          <p:nvPr userDrawn="1"/>
        </p:nvSpPr>
        <p:spPr>
          <a:xfrm>
            <a:off x="2795685" y="152613"/>
            <a:ext cx="1368000" cy="6840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Ansvar for kjøretøyets stand og bruk</a:t>
            </a:r>
            <a:endParaRPr lang="nb-NO" sz="900" i="1" dirty="0">
              <a:solidFill>
                <a:schemeClr val="tx1"/>
              </a:solidFill>
            </a:endParaRPr>
          </a:p>
        </p:txBody>
      </p:sp>
      <p:sp>
        <p:nvSpPr>
          <p:cNvPr id="21" name="Parallellogram 20">
            <a:hlinkClick r:id="rId19" action="ppaction://hlinksldjump"/>
          </p:cNvPr>
          <p:cNvSpPr/>
          <p:nvPr userDrawn="1"/>
        </p:nvSpPr>
        <p:spPr>
          <a:xfrm>
            <a:off x="4038212"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Kjøring med tilhenger </a:t>
            </a:r>
            <a:endParaRPr lang="nb-NO" sz="900" i="1" dirty="0">
              <a:solidFill>
                <a:schemeClr val="tx1"/>
              </a:solidFill>
            </a:endParaRPr>
          </a:p>
        </p:txBody>
      </p:sp>
      <p:sp>
        <p:nvSpPr>
          <p:cNvPr id="22" name="Parallellogram 21">
            <a:hlinkClick r:id="rId20" action="ppaction://hlinksldjump"/>
          </p:cNvPr>
          <p:cNvSpPr/>
          <p:nvPr userDrawn="1"/>
        </p:nvSpPr>
        <p:spPr>
          <a:xfrm>
            <a:off x="5291332"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Menneskets kapasitet og trafikkens krav</a:t>
            </a:r>
            <a:endParaRPr lang="nb-NO" sz="900" i="1" dirty="0">
              <a:solidFill>
                <a:schemeClr val="tx1"/>
              </a:solidFill>
            </a:endParaRPr>
          </a:p>
        </p:txBody>
      </p:sp>
      <p:sp>
        <p:nvSpPr>
          <p:cNvPr id="23" name="Parallellogram 22">
            <a:hlinkClick r:id="rId21" action="ppaction://hlinksldjump"/>
          </p:cNvPr>
          <p:cNvSpPr/>
          <p:nvPr userDrawn="1"/>
        </p:nvSpPr>
        <p:spPr>
          <a:xfrm>
            <a:off x="6533859"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nb-NO" sz="900" dirty="0">
                <a:solidFill>
                  <a:schemeClr val="tx1"/>
                </a:solidFill>
              </a:rPr>
              <a:t>Gjøre seg klar for kjøring </a:t>
            </a:r>
          </a:p>
        </p:txBody>
      </p:sp>
      <p:sp>
        <p:nvSpPr>
          <p:cNvPr id="24" name="Parallellogram 23">
            <a:hlinkClick r:id="rId22" action="ppaction://hlinksldjump"/>
          </p:cNvPr>
          <p:cNvSpPr/>
          <p:nvPr userDrawn="1"/>
        </p:nvSpPr>
        <p:spPr>
          <a:xfrm>
            <a:off x="7786979"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Igangsetting og stans, giring, styring, etc. </a:t>
            </a:r>
            <a:endParaRPr lang="nb-NO" sz="900" i="1" dirty="0">
              <a:solidFill>
                <a:schemeClr val="tx1"/>
              </a:solidFill>
            </a:endParaRPr>
          </a:p>
        </p:txBody>
      </p:sp>
      <p:sp>
        <p:nvSpPr>
          <p:cNvPr id="25" name="Parallellogram 24">
            <a:hlinkClick r:id="rId18"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26" name="Parallellogram 25">
            <a:hlinkClick r:id="rId2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27" name="Parallellogram 26">
            <a:hlinkClick r:id="rId2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28" name="Parallellogram 27">
            <a:hlinkClick r:id="rId2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29" name="Parallellogram 28">
            <a:hlinkClick r:id="rId26" action="ppaction://hlinksldjump"/>
          </p:cNvPr>
          <p:cNvSpPr/>
          <p:nvPr userDrawn="1"/>
        </p:nvSpPr>
        <p:spPr>
          <a:xfrm>
            <a:off x="7469491"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30" name="Parallellogram 29">
            <a:hlinkClick r:id="rId27" action="ppaction://hlinksldjump"/>
          </p:cNvPr>
          <p:cNvSpPr/>
          <p:nvPr userDrawn="1"/>
        </p:nvSpPr>
        <p:spPr>
          <a:xfrm>
            <a:off x="8979304"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31" name="Parallellogram 30">
            <a:hlinkClick r:id="rId28" action="ppaction://hlinksldjump"/>
          </p:cNvPr>
          <p:cNvSpPr/>
          <p:nvPr userDrawn="1"/>
        </p:nvSpPr>
        <p:spPr>
          <a:xfrm>
            <a:off x="10489865"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
        <p:nvSpPr>
          <p:cNvPr id="32" name="Parallellogram 31">
            <a:hlinkClick r:id="rId29" action="ppaction://hlinksldjump"/>
          </p:cNvPr>
          <p:cNvSpPr/>
          <p:nvPr userDrawn="1"/>
        </p:nvSpPr>
        <p:spPr>
          <a:xfrm>
            <a:off x="9029506"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Grunnleggende kjøretøy-behandling </a:t>
            </a:r>
            <a:endParaRPr lang="nb-NO" sz="900" i="1" dirty="0">
              <a:solidFill>
                <a:schemeClr val="tx1"/>
              </a:solidFill>
            </a:endParaRPr>
          </a:p>
        </p:txBody>
      </p:sp>
      <p:sp>
        <p:nvSpPr>
          <p:cNvPr id="33" name="Parallellogram 32">
            <a:hlinkClick r:id="rId30" action="ppaction://hlinksldjump"/>
          </p:cNvPr>
          <p:cNvSpPr/>
          <p:nvPr userDrawn="1"/>
        </p:nvSpPr>
        <p:spPr>
          <a:xfrm>
            <a:off x="10282626"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Sikkerhets-kontroll av bilen</a:t>
            </a:r>
            <a:endParaRPr lang="nb-NO" sz="900" i="1" dirty="0">
              <a:solidFill>
                <a:schemeClr val="tx1"/>
              </a:solidFill>
            </a:endParaRPr>
          </a:p>
        </p:txBody>
      </p:sp>
      <p:sp>
        <p:nvSpPr>
          <p:cNvPr id="34" name="Parallellogram 33">
            <a:hlinkClick r:id="rId31" action="ppaction://hlinksldjump"/>
          </p:cNvPr>
          <p:cNvSpPr/>
          <p:nvPr userDrawn="1"/>
        </p:nvSpPr>
        <p:spPr>
          <a:xfrm>
            <a:off x="838771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3</a:t>
            </a:r>
          </a:p>
        </p:txBody>
      </p:sp>
      <p:sp>
        <p:nvSpPr>
          <p:cNvPr id="35" name="Parallellogram 49">
            <a:hlinkClick r:id="rId32" action="ppaction://hlinksldjump"/>
          </p:cNvPr>
          <p:cNvSpPr/>
          <p:nvPr userDrawn="1"/>
        </p:nvSpPr>
        <p:spPr>
          <a:xfrm>
            <a:off x="11524928" y="152613"/>
            <a:ext cx="602003" cy="684000"/>
          </a:xfrm>
          <a:custGeom>
            <a:avLst/>
            <a:gdLst>
              <a:gd name="connsiteX0" fmla="*/ 0 w 576000"/>
              <a:gd name="connsiteY0" fmla="*/ 684000 h 684000"/>
              <a:gd name="connsiteX1" fmla="*/ 144000 w 576000"/>
              <a:gd name="connsiteY1" fmla="*/ 0 h 684000"/>
              <a:gd name="connsiteX2" fmla="*/ 576000 w 576000"/>
              <a:gd name="connsiteY2" fmla="*/ 0 h 684000"/>
              <a:gd name="connsiteX3" fmla="*/ 432000 w 576000"/>
              <a:gd name="connsiteY3" fmla="*/ 684000 h 684000"/>
              <a:gd name="connsiteX4" fmla="*/ 0 w 576000"/>
              <a:gd name="connsiteY4" fmla="*/ 684000 h 684000"/>
              <a:gd name="connsiteX0" fmla="*/ 0 w 593335"/>
              <a:gd name="connsiteY0" fmla="*/ 675333 h 684000"/>
              <a:gd name="connsiteX1" fmla="*/ 161335 w 593335"/>
              <a:gd name="connsiteY1" fmla="*/ 0 h 684000"/>
              <a:gd name="connsiteX2" fmla="*/ 593335 w 593335"/>
              <a:gd name="connsiteY2" fmla="*/ 0 h 684000"/>
              <a:gd name="connsiteX3" fmla="*/ 449335 w 593335"/>
              <a:gd name="connsiteY3" fmla="*/ 684000 h 684000"/>
              <a:gd name="connsiteX4" fmla="*/ 0 w 593335"/>
              <a:gd name="connsiteY4" fmla="*/ 675333 h 684000"/>
              <a:gd name="connsiteX0" fmla="*/ 0 w 593335"/>
              <a:gd name="connsiteY0" fmla="*/ 679667 h 684000"/>
              <a:gd name="connsiteX1" fmla="*/ 161335 w 593335"/>
              <a:gd name="connsiteY1" fmla="*/ 0 h 684000"/>
              <a:gd name="connsiteX2" fmla="*/ 593335 w 593335"/>
              <a:gd name="connsiteY2" fmla="*/ 0 h 684000"/>
              <a:gd name="connsiteX3" fmla="*/ 449335 w 593335"/>
              <a:gd name="connsiteY3" fmla="*/ 684000 h 684000"/>
              <a:gd name="connsiteX4" fmla="*/ 0 w 593335"/>
              <a:gd name="connsiteY4" fmla="*/ 679667 h 684000"/>
              <a:gd name="connsiteX0" fmla="*/ 0 w 602003"/>
              <a:gd name="connsiteY0" fmla="*/ 684000 h 684000"/>
              <a:gd name="connsiteX1" fmla="*/ 170003 w 602003"/>
              <a:gd name="connsiteY1" fmla="*/ 0 h 684000"/>
              <a:gd name="connsiteX2" fmla="*/ 602003 w 602003"/>
              <a:gd name="connsiteY2" fmla="*/ 0 h 684000"/>
              <a:gd name="connsiteX3" fmla="*/ 458003 w 602003"/>
              <a:gd name="connsiteY3" fmla="*/ 684000 h 684000"/>
              <a:gd name="connsiteX4" fmla="*/ 0 w 602003"/>
              <a:gd name="connsiteY4" fmla="*/ 684000 h 684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2003" h="684000">
                <a:moveTo>
                  <a:pt x="0" y="684000"/>
                </a:moveTo>
                <a:lnTo>
                  <a:pt x="170003" y="0"/>
                </a:lnTo>
                <a:lnTo>
                  <a:pt x="602003" y="0"/>
                </a:lnTo>
                <a:lnTo>
                  <a:pt x="458003" y="684000"/>
                </a:lnTo>
                <a:lnTo>
                  <a:pt x="0" y="68400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TV</a:t>
            </a:r>
            <a:endParaRPr lang="nb-NO" sz="900" i="1" dirty="0">
              <a:solidFill>
                <a:schemeClr val="tx1"/>
              </a:solidFill>
            </a:endParaRPr>
          </a:p>
        </p:txBody>
      </p:sp>
      <p:sp>
        <p:nvSpPr>
          <p:cNvPr id="36" name="Handlingsknapp: gå til Hjem 35">
            <a:hlinkClick r:id="" action="ppaction://hlinkshowjump?jump=firstslide" highlightClick="1"/>
          </p:cNvPr>
          <p:cNvSpPr/>
          <p:nvPr userDrawn="1"/>
        </p:nvSpPr>
        <p:spPr>
          <a:xfrm>
            <a:off x="2792571" y="6148372"/>
            <a:ext cx="504000" cy="517667"/>
          </a:xfrm>
          <a:prstGeom prst="actionButtonHom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7" name="Handlingsknapp: gå tilbake eller til forrige 36">
            <a:hlinkClick r:id="" action="ppaction://hlinkshowjump?jump=previousslide" highlightClick="1"/>
          </p:cNvPr>
          <p:cNvSpPr/>
          <p:nvPr userDrawn="1"/>
        </p:nvSpPr>
        <p:spPr>
          <a:xfrm>
            <a:off x="3366413" y="6148372"/>
            <a:ext cx="504000" cy="517667"/>
          </a:xfrm>
          <a:prstGeom prst="actionButtonBackPrevious">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8" name="Handlingsknapp: gå framover eller til neste 37">
            <a:hlinkClick r:id="" action="ppaction://hlinkshowjump?jump=nextslide" highlightClick="1"/>
          </p:cNvPr>
          <p:cNvSpPr/>
          <p:nvPr userDrawn="1"/>
        </p:nvSpPr>
        <p:spPr>
          <a:xfrm>
            <a:off x="3940255" y="6148372"/>
            <a:ext cx="504000" cy="517667"/>
          </a:xfrm>
          <a:prstGeom prst="actionButtonForwardNex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39" name="Bilde 38" descr="Skjermutklipp">
            <a:hlinkClick r:id="rId33"/>
          </p:cNvPr>
          <p:cNvPicPr>
            <a:picLocks noChangeAspect="1"/>
          </p:cNvPicPr>
          <p:nvPr userDrawn="1"/>
        </p:nvPicPr>
        <p:blipFill>
          <a:blip r:embed="rId34">
            <a:extLst>
              <a:ext uri="{28A0092B-C50C-407E-A947-70E740481C1C}">
                <a14:useLocalDpi xmlns:a14="http://schemas.microsoft.com/office/drawing/2010/main" val="0"/>
              </a:ext>
            </a:extLst>
          </a:blip>
          <a:stretch>
            <a:fillRect/>
          </a:stretch>
        </p:blipFill>
        <p:spPr>
          <a:xfrm>
            <a:off x="4584245" y="6148372"/>
            <a:ext cx="398655" cy="504000"/>
          </a:xfrm>
          <a:prstGeom prst="rect">
            <a:avLst/>
          </a:prstGeom>
        </p:spPr>
      </p:pic>
      <p:pic>
        <p:nvPicPr>
          <p:cNvPr id="40" name="Bilde 39">
            <a:hlinkClick r:id="rId35"/>
          </p:cNvPr>
          <p:cNvPicPr>
            <a:picLocks noChangeAspect="1"/>
          </p:cNvPicPr>
          <p:nvPr userDrawn="1"/>
        </p:nvPicPr>
        <p:blipFill>
          <a:blip r:embed="rId36">
            <a:extLst>
              <a:ext uri="{28A0092B-C50C-407E-A947-70E740481C1C}">
                <a14:useLocalDpi xmlns:a14="http://schemas.microsoft.com/office/drawing/2010/main" val="0"/>
              </a:ext>
            </a:extLst>
          </a:blip>
          <a:stretch>
            <a:fillRect/>
          </a:stretch>
        </p:blipFill>
        <p:spPr>
          <a:xfrm>
            <a:off x="2135560" y="6147796"/>
            <a:ext cx="528384" cy="528384"/>
          </a:xfrm>
          <a:prstGeom prst="rect">
            <a:avLst/>
          </a:prstGeom>
        </p:spPr>
      </p:pic>
    </p:spTree>
    <p:extLst>
      <p:ext uri="{BB962C8B-B14F-4D97-AF65-F5344CB8AC3E}">
        <p14:creationId xmlns:p14="http://schemas.microsoft.com/office/powerpoint/2010/main" val="2859712166"/>
      </p:ext>
    </p:extLst>
  </p:cSld>
  <p:clrMap bg1="lt1" tx1="dk1" bg2="lt2" tx2="dk2" accent1="accent1" accent2="accent2" accent3="accent3" accent4="accent4" accent5="accent5" accent6="accent6" hlink="hlink" folHlink="folHlink"/>
  <p:sldLayoutIdLst>
    <p:sldLayoutId id="2147485972" r:id="rId1"/>
    <p:sldLayoutId id="2147485973" r:id="rId2"/>
    <p:sldLayoutId id="2147485974" r:id="rId3"/>
    <p:sldLayoutId id="2147485975" r:id="rId4"/>
    <p:sldLayoutId id="2147485976" r:id="rId5"/>
    <p:sldLayoutId id="2147485977" r:id="rId6"/>
    <p:sldLayoutId id="2147485978" r:id="rId7"/>
    <p:sldLayoutId id="2147485979" r:id="rId8"/>
    <p:sldLayoutId id="2147485980" r:id="rId9"/>
    <p:sldLayoutId id="2147485981" r:id="rId10"/>
    <p:sldLayoutId id="2147485982"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ittel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b-NO"/>
              <a:t>Klikk for å redigere tittelstil</a:t>
            </a:r>
          </a:p>
        </p:txBody>
      </p:sp>
      <p:sp>
        <p:nvSpPr>
          <p:cNvPr id="3" name="Plassholder for teks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B037329-6A91-4F24-ADAE-FB667196CD3E}" type="datetime1">
              <a:rPr lang="nb-NO" smtClean="0"/>
              <a:t>27.08.2024</a:t>
            </a:fld>
            <a:endParaRPr lang="nb-NO"/>
          </a:p>
        </p:txBody>
      </p:sp>
      <p:sp>
        <p:nvSpPr>
          <p:cNvPr id="5" name="Plassholder for bunntekst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nb-NO"/>
              <a:t>Control Trafikkskole</a:t>
            </a:r>
          </a:p>
        </p:txBody>
      </p:sp>
      <p:sp>
        <p:nvSpPr>
          <p:cNvPr id="6" name="Plassholder for lysbildenumm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EBBCFE-599B-47F9-B84D-4259C5E2055D}" type="slidenum">
              <a:rPr lang="nb-NO" smtClean="0"/>
              <a:t>‹#›</a:t>
            </a:fld>
            <a:endParaRPr lang="nb-NO"/>
          </a:p>
        </p:txBody>
      </p:sp>
      <p:sp>
        <p:nvSpPr>
          <p:cNvPr id="7" name="Rektangel 6"/>
          <p:cNvSpPr/>
          <p:nvPr userDrawn="1"/>
        </p:nvSpPr>
        <p:spPr>
          <a:xfrm>
            <a:off x="353025" y="2230305"/>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S</a:t>
            </a:r>
          </a:p>
        </p:txBody>
      </p:sp>
      <p:sp>
        <p:nvSpPr>
          <p:cNvPr id="8" name="Rektangel 7"/>
          <p:cNvSpPr/>
          <p:nvPr userDrawn="1"/>
        </p:nvSpPr>
        <p:spPr>
          <a:xfrm>
            <a:off x="262178" y="283839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O</a:t>
            </a:r>
          </a:p>
        </p:txBody>
      </p:sp>
      <p:sp>
        <p:nvSpPr>
          <p:cNvPr id="9" name="Rektangel 8"/>
          <p:cNvSpPr/>
          <p:nvPr userDrawn="1"/>
        </p:nvSpPr>
        <p:spPr>
          <a:xfrm>
            <a:off x="170143" y="3446489"/>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A</a:t>
            </a:r>
          </a:p>
        </p:txBody>
      </p:sp>
      <p:sp>
        <p:nvSpPr>
          <p:cNvPr id="10" name="Parallellogram 9">
            <a:hlinkClick r:id="rId13" action="ppaction://hlinksldjump"/>
          </p:cNvPr>
          <p:cNvSpPr/>
          <p:nvPr userDrawn="1"/>
        </p:nvSpPr>
        <p:spPr>
          <a:xfrm>
            <a:off x="5367340"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1</a:t>
            </a:r>
          </a:p>
        </p:txBody>
      </p:sp>
      <p:sp>
        <p:nvSpPr>
          <p:cNvPr id="11" name="Parallellogram 10">
            <a:hlinkClick r:id="rId14" action="ppaction://hlinksldjump"/>
          </p:cNvPr>
          <p:cNvSpPr/>
          <p:nvPr userDrawn="1"/>
        </p:nvSpPr>
        <p:spPr>
          <a:xfrm>
            <a:off x="6877153" y="6148372"/>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2</a:t>
            </a:r>
          </a:p>
        </p:txBody>
      </p:sp>
      <p:sp>
        <p:nvSpPr>
          <p:cNvPr id="12" name="Parallellogram 11">
            <a:hlinkClick r:id="rId15" action="ppaction://hlinksldjump"/>
          </p:cNvPr>
          <p:cNvSpPr/>
          <p:nvPr userDrawn="1"/>
        </p:nvSpPr>
        <p:spPr>
          <a:xfrm>
            <a:off x="989827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4</a:t>
            </a:r>
          </a:p>
        </p:txBody>
      </p:sp>
      <p:sp>
        <p:nvSpPr>
          <p:cNvPr id="13" name="Rektangel 12"/>
          <p:cNvSpPr/>
          <p:nvPr userDrawn="1"/>
        </p:nvSpPr>
        <p:spPr>
          <a:xfrm>
            <a:off x="48893" y="406347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H</a:t>
            </a:r>
          </a:p>
        </p:txBody>
      </p:sp>
      <p:sp>
        <p:nvSpPr>
          <p:cNvPr id="18" name="Parallellogram 17">
            <a:hlinkClick r:id="rId16" action="ppaction://hlinksldjump"/>
          </p:cNvPr>
          <p:cNvSpPr/>
          <p:nvPr userDrawn="1"/>
        </p:nvSpPr>
        <p:spPr>
          <a:xfrm>
            <a:off x="300038"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Førerkort og trafikkopplæring</a:t>
            </a:r>
            <a:endParaRPr lang="nb-NO" sz="900" i="1" dirty="0">
              <a:solidFill>
                <a:schemeClr val="tx1"/>
              </a:solidFill>
            </a:endParaRPr>
          </a:p>
        </p:txBody>
      </p:sp>
      <p:sp>
        <p:nvSpPr>
          <p:cNvPr id="19" name="Parallellogram 18">
            <a:hlinkClick r:id="rId17" action="ppaction://hlinksldjump"/>
          </p:cNvPr>
          <p:cNvSpPr/>
          <p:nvPr userDrawn="1"/>
        </p:nvSpPr>
        <p:spPr>
          <a:xfrm>
            <a:off x="1542565"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Bilens oppbygning</a:t>
            </a:r>
            <a:endParaRPr lang="nb-NO" sz="900" i="1" dirty="0">
              <a:solidFill>
                <a:schemeClr val="tx1"/>
              </a:solidFill>
            </a:endParaRPr>
          </a:p>
        </p:txBody>
      </p:sp>
      <p:sp>
        <p:nvSpPr>
          <p:cNvPr id="20" name="Parallellogram 19">
            <a:hlinkClick r:id="rId18" action="ppaction://hlinksldjump"/>
          </p:cNvPr>
          <p:cNvSpPr/>
          <p:nvPr userDrawn="1"/>
        </p:nvSpPr>
        <p:spPr>
          <a:xfrm>
            <a:off x="2795685" y="152613"/>
            <a:ext cx="1368000" cy="6840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Ansvar for kjøretøyets stand og bruk</a:t>
            </a:r>
            <a:endParaRPr lang="nb-NO" sz="900" i="1" dirty="0">
              <a:solidFill>
                <a:schemeClr val="tx1"/>
              </a:solidFill>
            </a:endParaRPr>
          </a:p>
        </p:txBody>
      </p:sp>
      <p:sp>
        <p:nvSpPr>
          <p:cNvPr id="21" name="Parallellogram 20">
            <a:hlinkClick r:id="rId19" action="ppaction://hlinksldjump"/>
          </p:cNvPr>
          <p:cNvSpPr/>
          <p:nvPr userDrawn="1"/>
        </p:nvSpPr>
        <p:spPr>
          <a:xfrm>
            <a:off x="4038212"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Kjøring med tilhenger </a:t>
            </a:r>
            <a:endParaRPr lang="nb-NO" sz="900" i="1" dirty="0">
              <a:solidFill>
                <a:schemeClr val="tx1"/>
              </a:solidFill>
            </a:endParaRPr>
          </a:p>
        </p:txBody>
      </p:sp>
      <p:sp>
        <p:nvSpPr>
          <p:cNvPr id="22" name="Parallellogram 21">
            <a:hlinkClick r:id="rId20" action="ppaction://hlinksldjump"/>
          </p:cNvPr>
          <p:cNvSpPr/>
          <p:nvPr userDrawn="1"/>
        </p:nvSpPr>
        <p:spPr>
          <a:xfrm>
            <a:off x="5291332"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Menneskets kapasitet og trafikkens krav</a:t>
            </a:r>
            <a:endParaRPr lang="nb-NO" sz="900" i="1" dirty="0">
              <a:solidFill>
                <a:schemeClr val="tx1"/>
              </a:solidFill>
            </a:endParaRPr>
          </a:p>
        </p:txBody>
      </p:sp>
      <p:sp>
        <p:nvSpPr>
          <p:cNvPr id="23" name="Parallellogram 22">
            <a:hlinkClick r:id="rId21" action="ppaction://hlinksldjump"/>
          </p:cNvPr>
          <p:cNvSpPr/>
          <p:nvPr userDrawn="1"/>
        </p:nvSpPr>
        <p:spPr>
          <a:xfrm>
            <a:off x="6533859"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nb-NO" sz="900" dirty="0">
                <a:solidFill>
                  <a:schemeClr val="tx1"/>
                </a:solidFill>
              </a:rPr>
              <a:t>Gjøre seg klar for kjøring </a:t>
            </a:r>
          </a:p>
        </p:txBody>
      </p:sp>
      <p:sp>
        <p:nvSpPr>
          <p:cNvPr id="24" name="Parallellogram 23">
            <a:hlinkClick r:id="rId22" action="ppaction://hlinksldjump"/>
          </p:cNvPr>
          <p:cNvSpPr/>
          <p:nvPr userDrawn="1"/>
        </p:nvSpPr>
        <p:spPr>
          <a:xfrm>
            <a:off x="7786979"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Igangsetting og stans, giring, styring, etc. </a:t>
            </a:r>
            <a:endParaRPr lang="nb-NO" sz="900" i="1" dirty="0">
              <a:solidFill>
                <a:schemeClr val="tx1"/>
              </a:solidFill>
            </a:endParaRPr>
          </a:p>
        </p:txBody>
      </p:sp>
      <p:sp>
        <p:nvSpPr>
          <p:cNvPr id="25" name="Parallellogram 24">
            <a:hlinkClick r:id="rId18" action="ppaction://hlinksldjump"/>
          </p:cNvPr>
          <p:cNvSpPr/>
          <p:nvPr userDrawn="1"/>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26" name="Parallellogram 25">
            <a:hlinkClick r:id="rId23"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27" name="Parallellogram 26">
            <a:hlinkClick r:id="rId24"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28" name="Parallellogram 27">
            <a:hlinkClick r:id="rId25"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29" name="Parallellogram 28">
            <a:hlinkClick r:id="rId26" action="ppaction://hlinksldjump"/>
          </p:cNvPr>
          <p:cNvSpPr/>
          <p:nvPr userDrawn="1"/>
        </p:nvSpPr>
        <p:spPr>
          <a:xfrm>
            <a:off x="7469491"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30" name="Parallellogram 29">
            <a:hlinkClick r:id="rId27" action="ppaction://hlinksldjump"/>
          </p:cNvPr>
          <p:cNvSpPr/>
          <p:nvPr userDrawn="1"/>
        </p:nvSpPr>
        <p:spPr>
          <a:xfrm>
            <a:off x="897930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31" name="Parallellogram 30">
            <a:hlinkClick r:id="rId28" action="ppaction://hlinksldjump"/>
          </p:cNvPr>
          <p:cNvSpPr/>
          <p:nvPr userDrawn="1"/>
        </p:nvSpPr>
        <p:spPr>
          <a:xfrm>
            <a:off x="10489865"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
        <p:nvSpPr>
          <p:cNvPr id="32" name="Parallellogram 31">
            <a:hlinkClick r:id="rId29" action="ppaction://hlinksldjump"/>
          </p:cNvPr>
          <p:cNvSpPr/>
          <p:nvPr userDrawn="1"/>
        </p:nvSpPr>
        <p:spPr>
          <a:xfrm>
            <a:off x="9029506"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Grunnleggende kjøretøy-behandling </a:t>
            </a:r>
            <a:endParaRPr lang="nb-NO" sz="900" i="1" dirty="0">
              <a:solidFill>
                <a:schemeClr val="tx1"/>
              </a:solidFill>
            </a:endParaRPr>
          </a:p>
        </p:txBody>
      </p:sp>
      <p:sp>
        <p:nvSpPr>
          <p:cNvPr id="33" name="Parallellogram 32">
            <a:hlinkClick r:id="rId30" action="ppaction://hlinksldjump"/>
          </p:cNvPr>
          <p:cNvSpPr/>
          <p:nvPr userDrawn="1"/>
        </p:nvSpPr>
        <p:spPr>
          <a:xfrm>
            <a:off x="10282626"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Sikkerhets-kontroll av bilen</a:t>
            </a:r>
            <a:endParaRPr lang="nb-NO" sz="900" i="1" dirty="0">
              <a:solidFill>
                <a:schemeClr val="tx1"/>
              </a:solidFill>
            </a:endParaRPr>
          </a:p>
        </p:txBody>
      </p:sp>
      <p:sp>
        <p:nvSpPr>
          <p:cNvPr id="34" name="Parallellogram 33">
            <a:hlinkClick r:id="rId31" action="ppaction://hlinksldjump"/>
          </p:cNvPr>
          <p:cNvSpPr/>
          <p:nvPr userDrawn="1"/>
        </p:nvSpPr>
        <p:spPr>
          <a:xfrm>
            <a:off x="838771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3</a:t>
            </a:r>
          </a:p>
        </p:txBody>
      </p:sp>
      <p:sp>
        <p:nvSpPr>
          <p:cNvPr id="35" name="Parallellogram 49">
            <a:hlinkClick r:id="rId32" action="ppaction://hlinksldjump"/>
          </p:cNvPr>
          <p:cNvSpPr/>
          <p:nvPr userDrawn="1"/>
        </p:nvSpPr>
        <p:spPr>
          <a:xfrm>
            <a:off x="11524928" y="152613"/>
            <a:ext cx="602003" cy="684000"/>
          </a:xfrm>
          <a:custGeom>
            <a:avLst/>
            <a:gdLst>
              <a:gd name="connsiteX0" fmla="*/ 0 w 576000"/>
              <a:gd name="connsiteY0" fmla="*/ 684000 h 684000"/>
              <a:gd name="connsiteX1" fmla="*/ 144000 w 576000"/>
              <a:gd name="connsiteY1" fmla="*/ 0 h 684000"/>
              <a:gd name="connsiteX2" fmla="*/ 576000 w 576000"/>
              <a:gd name="connsiteY2" fmla="*/ 0 h 684000"/>
              <a:gd name="connsiteX3" fmla="*/ 432000 w 576000"/>
              <a:gd name="connsiteY3" fmla="*/ 684000 h 684000"/>
              <a:gd name="connsiteX4" fmla="*/ 0 w 576000"/>
              <a:gd name="connsiteY4" fmla="*/ 684000 h 684000"/>
              <a:gd name="connsiteX0" fmla="*/ 0 w 593335"/>
              <a:gd name="connsiteY0" fmla="*/ 675333 h 684000"/>
              <a:gd name="connsiteX1" fmla="*/ 161335 w 593335"/>
              <a:gd name="connsiteY1" fmla="*/ 0 h 684000"/>
              <a:gd name="connsiteX2" fmla="*/ 593335 w 593335"/>
              <a:gd name="connsiteY2" fmla="*/ 0 h 684000"/>
              <a:gd name="connsiteX3" fmla="*/ 449335 w 593335"/>
              <a:gd name="connsiteY3" fmla="*/ 684000 h 684000"/>
              <a:gd name="connsiteX4" fmla="*/ 0 w 593335"/>
              <a:gd name="connsiteY4" fmla="*/ 675333 h 684000"/>
              <a:gd name="connsiteX0" fmla="*/ 0 w 593335"/>
              <a:gd name="connsiteY0" fmla="*/ 679667 h 684000"/>
              <a:gd name="connsiteX1" fmla="*/ 161335 w 593335"/>
              <a:gd name="connsiteY1" fmla="*/ 0 h 684000"/>
              <a:gd name="connsiteX2" fmla="*/ 593335 w 593335"/>
              <a:gd name="connsiteY2" fmla="*/ 0 h 684000"/>
              <a:gd name="connsiteX3" fmla="*/ 449335 w 593335"/>
              <a:gd name="connsiteY3" fmla="*/ 684000 h 684000"/>
              <a:gd name="connsiteX4" fmla="*/ 0 w 593335"/>
              <a:gd name="connsiteY4" fmla="*/ 679667 h 684000"/>
              <a:gd name="connsiteX0" fmla="*/ 0 w 602003"/>
              <a:gd name="connsiteY0" fmla="*/ 684000 h 684000"/>
              <a:gd name="connsiteX1" fmla="*/ 170003 w 602003"/>
              <a:gd name="connsiteY1" fmla="*/ 0 h 684000"/>
              <a:gd name="connsiteX2" fmla="*/ 602003 w 602003"/>
              <a:gd name="connsiteY2" fmla="*/ 0 h 684000"/>
              <a:gd name="connsiteX3" fmla="*/ 458003 w 602003"/>
              <a:gd name="connsiteY3" fmla="*/ 684000 h 684000"/>
              <a:gd name="connsiteX4" fmla="*/ 0 w 602003"/>
              <a:gd name="connsiteY4" fmla="*/ 684000 h 684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2003" h="684000">
                <a:moveTo>
                  <a:pt x="0" y="684000"/>
                </a:moveTo>
                <a:lnTo>
                  <a:pt x="170003" y="0"/>
                </a:lnTo>
                <a:lnTo>
                  <a:pt x="602003" y="0"/>
                </a:lnTo>
                <a:lnTo>
                  <a:pt x="458003" y="684000"/>
                </a:lnTo>
                <a:lnTo>
                  <a:pt x="0" y="68400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TV</a:t>
            </a:r>
            <a:endParaRPr lang="nb-NO" sz="900" i="1" dirty="0">
              <a:solidFill>
                <a:schemeClr val="tx1"/>
              </a:solidFill>
            </a:endParaRPr>
          </a:p>
        </p:txBody>
      </p:sp>
      <p:sp>
        <p:nvSpPr>
          <p:cNvPr id="36" name="Handlingsknapp: gå til Hjem 35">
            <a:hlinkClick r:id="" action="ppaction://hlinkshowjump?jump=firstslide" highlightClick="1"/>
          </p:cNvPr>
          <p:cNvSpPr/>
          <p:nvPr userDrawn="1"/>
        </p:nvSpPr>
        <p:spPr>
          <a:xfrm>
            <a:off x="2792571" y="6148372"/>
            <a:ext cx="504000" cy="517667"/>
          </a:xfrm>
          <a:prstGeom prst="actionButtonHom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7" name="Handlingsknapp: gå tilbake eller til forrige 36">
            <a:hlinkClick r:id="" action="ppaction://hlinkshowjump?jump=previousslide" highlightClick="1"/>
          </p:cNvPr>
          <p:cNvSpPr/>
          <p:nvPr userDrawn="1"/>
        </p:nvSpPr>
        <p:spPr>
          <a:xfrm>
            <a:off x="3366413" y="6148372"/>
            <a:ext cx="504000" cy="517667"/>
          </a:xfrm>
          <a:prstGeom prst="actionButtonBackPrevious">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8" name="Handlingsknapp: gå framover eller til neste 37">
            <a:hlinkClick r:id="" action="ppaction://hlinkshowjump?jump=nextslide" highlightClick="1"/>
          </p:cNvPr>
          <p:cNvSpPr/>
          <p:nvPr userDrawn="1"/>
        </p:nvSpPr>
        <p:spPr>
          <a:xfrm>
            <a:off x="3940255" y="6148372"/>
            <a:ext cx="504000" cy="517667"/>
          </a:xfrm>
          <a:prstGeom prst="actionButtonForwardNex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39" name="Bilde 38" descr="Skjermutklipp">
            <a:hlinkClick r:id="rId33"/>
          </p:cNvPr>
          <p:cNvPicPr>
            <a:picLocks noChangeAspect="1"/>
          </p:cNvPicPr>
          <p:nvPr userDrawn="1"/>
        </p:nvPicPr>
        <p:blipFill>
          <a:blip r:embed="rId34">
            <a:extLst>
              <a:ext uri="{28A0092B-C50C-407E-A947-70E740481C1C}">
                <a14:useLocalDpi xmlns:a14="http://schemas.microsoft.com/office/drawing/2010/main" val="0"/>
              </a:ext>
            </a:extLst>
          </a:blip>
          <a:stretch>
            <a:fillRect/>
          </a:stretch>
        </p:blipFill>
        <p:spPr>
          <a:xfrm>
            <a:off x="4584245" y="6148372"/>
            <a:ext cx="398655" cy="504000"/>
          </a:xfrm>
          <a:prstGeom prst="rect">
            <a:avLst/>
          </a:prstGeom>
        </p:spPr>
      </p:pic>
      <p:pic>
        <p:nvPicPr>
          <p:cNvPr id="40" name="Bilde 39">
            <a:hlinkClick r:id="rId35"/>
          </p:cNvPr>
          <p:cNvPicPr>
            <a:picLocks noChangeAspect="1"/>
          </p:cNvPicPr>
          <p:nvPr userDrawn="1"/>
        </p:nvPicPr>
        <p:blipFill>
          <a:blip r:embed="rId36">
            <a:extLst>
              <a:ext uri="{28A0092B-C50C-407E-A947-70E740481C1C}">
                <a14:useLocalDpi xmlns:a14="http://schemas.microsoft.com/office/drawing/2010/main" val="0"/>
              </a:ext>
            </a:extLst>
          </a:blip>
          <a:stretch>
            <a:fillRect/>
          </a:stretch>
        </p:blipFill>
        <p:spPr>
          <a:xfrm>
            <a:off x="2135560" y="6147796"/>
            <a:ext cx="528384" cy="528384"/>
          </a:xfrm>
          <a:prstGeom prst="rect">
            <a:avLst/>
          </a:prstGeom>
        </p:spPr>
      </p:pic>
    </p:spTree>
    <p:extLst>
      <p:ext uri="{BB962C8B-B14F-4D97-AF65-F5344CB8AC3E}">
        <p14:creationId xmlns:p14="http://schemas.microsoft.com/office/powerpoint/2010/main" val="2234312495"/>
      </p:ext>
    </p:extLst>
  </p:cSld>
  <p:clrMap bg1="lt1" tx1="dk1" bg2="lt2" tx2="dk2" accent1="accent1" accent2="accent2" accent3="accent3" accent4="accent4" accent5="accent5" accent6="accent6" hlink="hlink" folHlink="folHlink"/>
  <p:sldLayoutIdLst>
    <p:sldLayoutId id="2147485984" r:id="rId1"/>
    <p:sldLayoutId id="2147485985" r:id="rId2"/>
    <p:sldLayoutId id="2147485986" r:id="rId3"/>
    <p:sldLayoutId id="2147485987" r:id="rId4"/>
    <p:sldLayoutId id="2147485988" r:id="rId5"/>
    <p:sldLayoutId id="2147485989" r:id="rId6"/>
    <p:sldLayoutId id="2147485990" r:id="rId7"/>
    <p:sldLayoutId id="2147485991" r:id="rId8"/>
    <p:sldLayoutId id="2147485992" r:id="rId9"/>
    <p:sldLayoutId id="2147485993" r:id="rId10"/>
    <p:sldLayoutId id="2147485994"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ittel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b-NO"/>
              <a:t>Klikk for å redigere tittelstil</a:t>
            </a:r>
          </a:p>
        </p:txBody>
      </p:sp>
      <p:sp>
        <p:nvSpPr>
          <p:cNvPr id="3" name="Plassholder for teks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94CC16-B981-4D85-9FF0-9D914CACD755}" type="datetime1">
              <a:rPr lang="nb-NO" smtClean="0"/>
              <a:t>27.08.2024</a:t>
            </a:fld>
            <a:endParaRPr lang="nb-NO"/>
          </a:p>
        </p:txBody>
      </p:sp>
      <p:sp>
        <p:nvSpPr>
          <p:cNvPr id="5" name="Plassholder for bunntekst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nb-NO"/>
              <a:t>Control Trafikkskole</a:t>
            </a:r>
          </a:p>
        </p:txBody>
      </p:sp>
      <p:sp>
        <p:nvSpPr>
          <p:cNvPr id="6" name="Plassholder for lysbildenumm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EBBCFE-599B-47F9-B84D-4259C5E2055D}" type="slidenum">
              <a:rPr lang="nb-NO" smtClean="0"/>
              <a:t>‹#›</a:t>
            </a:fld>
            <a:endParaRPr lang="nb-NO"/>
          </a:p>
        </p:txBody>
      </p:sp>
      <p:sp>
        <p:nvSpPr>
          <p:cNvPr id="7" name="Rektangel 6"/>
          <p:cNvSpPr/>
          <p:nvPr userDrawn="1"/>
        </p:nvSpPr>
        <p:spPr>
          <a:xfrm>
            <a:off x="353025" y="2230305"/>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S</a:t>
            </a:r>
          </a:p>
        </p:txBody>
      </p:sp>
      <p:sp>
        <p:nvSpPr>
          <p:cNvPr id="8" name="Rektangel 7"/>
          <p:cNvSpPr/>
          <p:nvPr userDrawn="1"/>
        </p:nvSpPr>
        <p:spPr>
          <a:xfrm>
            <a:off x="262178" y="283839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O</a:t>
            </a:r>
          </a:p>
        </p:txBody>
      </p:sp>
      <p:sp>
        <p:nvSpPr>
          <p:cNvPr id="9" name="Rektangel 8"/>
          <p:cNvSpPr/>
          <p:nvPr userDrawn="1"/>
        </p:nvSpPr>
        <p:spPr>
          <a:xfrm>
            <a:off x="170143" y="3446489"/>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A</a:t>
            </a:r>
          </a:p>
        </p:txBody>
      </p:sp>
      <p:sp>
        <p:nvSpPr>
          <p:cNvPr id="10" name="Parallellogram 9">
            <a:hlinkClick r:id="rId20" action="ppaction://hlinksldjump"/>
          </p:cNvPr>
          <p:cNvSpPr/>
          <p:nvPr userDrawn="1"/>
        </p:nvSpPr>
        <p:spPr>
          <a:xfrm>
            <a:off x="5367340"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1</a:t>
            </a:r>
          </a:p>
        </p:txBody>
      </p:sp>
      <p:sp>
        <p:nvSpPr>
          <p:cNvPr id="11" name="Parallellogram 10">
            <a:hlinkClick r:id="rId21" action="ppaction://hlinksldjump"/>
          </p:cNvPr>
          <p:cNvSpPr/>
          <p:nvPr userDrawn="1"/>
        </p:nvSpPr>
        <p:spPr>
          <a:xfrm>
            <a:off x="6877153" y="6148372"/>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2</a:t>
            </a:r>
          </a:p>
        </p:txBody>
      </p:sp>
      <p:sp>
        <p:nvSpPr>
          <p:cNvPr id="12" name="Parallellogram 11">
            <a:hlinkClick r:id="rId22" action="ppaction://hlinksldjump"/>
          </p:cNvPr>
          <p:cNvSpPr/>
          <p:nvPr userDrawn="1"/>
        </p:nvSpPr>
        <p:spPr>
          <a:xfrm>
            <a:off x="989827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4</a:t>
            </a:r>
          </a:p>
        </p:txBody>
      </p:sp>
      <p:sp>
        <p:nvSpPr>
          <p:cNvPr id="13" name="Rektangel 12"/>
          <p:cNvSpPr/>
          <p:nvPr userDrawn="1"/>
        </p:nvSpPr>
        <p:spPr>
          <a:xfrm>
            <a:off x="48893" y="406347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H</a:t>
            </a:r>
          </a:p>
        </p:txBody>
      </p:sp>
      <p:sp>
        <p:nvSpPr>
          <p:cNvPr id="18" name="Parallellogram 17">
            <a:hlinkClick r:id="rId23" action="ppaction://hlinksldjump"/>
          </p:cNvPr>
          <p:cNvSpPr/>
          <p:nvPr userDrawn="1"/>
        </p:nvSpPr>
        <p:spPr>
          <a:xfrm>
            <a:off x="300038"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Førerkort og trafikkopplæring</a:t>
            </a:r>
            <a:endParaRPr lang="nb-NO" sz="900" i="1" dirty="0">
              <a:solidFill>
                <a:schemeClr val="tx1"/>
              </a:solidFill>
            </a:endParaRPr>
          </a:p>
        </p:txBody>
      </p:sp>
      <p:sp>
        <p:nvSpPr>
          <p:cNvPr id="19" name="Parallellogram 18">
            <a:hlinkClick r:id="rId24" action="ppaction://hlinksldjump"/>
          </p:cNvPr>
          <p:cNvSpPr/>
          <p:nvPr userDrawn="1"/>
        </p:nvSpPr>
        <p:spPr>
          <a:xfrm>
            <a:off x="1542565"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Bilens oppbygning</a:t>
            </a:r>
            <a:endParaRPr lang="nb-NO" sz="900" i="1" dirty="0">
              <a:solidFill>
                <a:schemeClr val="tx1"/>
              </a:solidFill>
            </a:endParaRPr>
          </a:p>
        </p:txBody>
      </p:sp>
      <p:sp>
        <p:nvSpPr>
          <p:cNvPr id="20" name="Parallellogram 19">
            <a:hlinkClick r:id="rId25" action="ppaction://hlinksldjump"/>
          </p:cNvPr>
          <p:cNvSpPr/>
          <p:nvPr userDrawn="1"/>
        </p:nvSpPr>
        <p:spPr>
          <a:xfrm>
            <a:off x="2795685"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Ansvar for kjøretøyets stand og bruk</a:t>
            </a:r>
            <a:endParaRPr lang="nb-NO" sz="900" i="1" dirty="0">
              <a:solidFill>
                <a:schemeClr val="tx1"/>
              </a:solidFill>
            </a:endParaRPr>
          </a:p>
        </p:txBody>
      </p:sp>
      <p:sp>
        <p:nvSpPr>
          <p:cNvPr id="21" name="Parallellogram 20">
            <a:hlinkClick r:id="rId26" action="ppaction://hlinksldjump"/>
          </p:cNvPr>
          <p:cNvSpPr/>
          <p:nvPr userDrawn="1"/>
        </p:nvSpPr>
        <p:spPr>
          <a:xfrm>
            <a:off x="4038212" y="152613"/>
            <a:ext cx="1368000" cy="6840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Kjøring med tilhenger </a:t>
            </a:r>
            <a:endParaRPr lang="nb-NO" sz="900" i="1" dirty="0">
              <a:solidFill>
                <a:schemeClr val="tx1"/>
              </a:solidFill>
            </a:endParaRPr>
          </a:p>
        </p:txBody>
      </p:sp>
      <p:sp>
        <p:nvSpPr>
          <p:cNvPr id="22" name="Parallellogram 21">
            <a:hlinkClick r:id="rId27" action="ppaction://hlinksldjump"/>
          </p:cNvPr>
          <p:cNvSpPr/>
          <p:nvPr userDrawn="1"/>
        </p:nvSpPr>
        <p:spPr>
          <a:xfrm>
            <a:off x="5291332"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Menneskets kapasitet og trafikkens krav</a:t>
            </a:r>
            <a:endParaRPr lang="nb-NO" sz="900" i="1" dirty="0">
              <a:solidFill>
                <a:schemeClr val="tx1"/>
              </a:solidFill>
            </a:endParaRPr>
          </a:p>
        </p:txBody>
      </p:sp>
      <p:sp>
        <p:nvSpPr>
          <p:cNvPr id="23" name="Parallellogram 22">
            <a:hlinkClick r:id="rId28" action="ppaction://hlinksldjump"/>
          </p:cNvPr>
          <p:cNvSpPr/>
          <p:nvPr userDrawn="1"/>
        </p:nvSpPr>
        <p:spPr>
          <a:xfrm>
            <a:off x="6533859"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nb-NO" sz="900" dirty="0">
                <a:solidFill>
                  <a:schemeClr val="tx1"/>
                </a:solidFill>
              </a:rPr>
              <a:t>Gjøre seg klar for kjøring </a:t>
            </a:r>
          </a:p>
        </p:txBody>
      </p:sp>
      <p:sp>
        <p:nvSpPr>
          <p:cNvPr id="24" name="Parallellogram 23">
            <a:hlinkClick r:id="rId29" action="ppaction://hlinksldjump"/>
          </p:cNvPr>
          <p:cNvSpPr/>
          <p:nvPr userDrawn="1"/>
        </p:nvSpPr>
        <p:spPr>
          <a:xfrm>
            <a:off x="7786979"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Igangsetting og stans, giring, styring, etc. </a:t>
            </a:r>
            <a:endParaRPr lang="nb-NO" sz="900" i="1" dirty="0">
              <a:solidFill>
                <a:schemeClr val="tx1"/>
              </a:solidFill>
            </a:endParaRPr>
          </a:p>
        </p:txBody>
      </p:sp>
      <p:sp>
        <p:nvSpPr>
          <p:cNvPr id="25" name="Parallellogram 24">
            <a:hlinkClick r:id="rId26" action="ppaction://hlinksldjump"/>
          </p:cNvPr>
          <p:cNvSpPr/>
          <p:nvPr userDrawn="1"/>
        </p:nvSpPr>
        <p:spPr>
          <a:xfrm>
            <a:off x="1428744" y="991186"/>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26" name="Parallellogram 25">
            <a:hlinkClick r:id="rId30" action="ppaction://hlinksldjump"/>
          </p:cNvPr>
          <p:cNvSpPr/>
          <p:nvPr userDrawn="1"/>
        </p:nvSpPr>
        <p:spPr>
          <a:xfrm>
            <a:off x="2938557"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Innhold</a:t>
            </a:r>
          </a:p>
        </p:txBody>
      </p:sp>
      <p:sp>
        <p:nvSpPr>
          <p:cNvPr id="27" name="Parallellogram 26">
            <a:hlinkClick r:id="rId31" action="ppaction://hlinksldjump"/>
          </p:cNvPr>
          <p:cNvSpPr/>
          <p:nvPr userDrawn="1"/>
        </p:nvSpPr>
        <p:spPr>
          <a:xfrm>
            <a:off x="444911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Elev</a:t>
            </a:r>
          </a:p>
        </p:txBody>
      </p:sp>
      <p:sp>
        <p:nvSpPr>
          <p:cNvPr id="28" name="Parallellogram 27">
            <a:hlinkClick r:id="rId32" action="ppaction://hlinksldjump"/>
          </p:cNvPr>
          <p:cNvSpPr/>
          <p:nvPr userDrawn="1"/>
        </p:nvSpPr>
        <p:spPr>
          <a:xfrm>
            <a:off x="5959678"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Lærer</a:t>
            </a:r>
          </a:p>
        </p:txBody>
      </p:sp>
      <p:sp>
        <p:nvSpPr>
          <p:cNvPr id="29" name="Parallellogram 28">
            <a:hlinkClick r:id="rId33" action="ppaction://hlinksldjump"/>
          </p:cNvPr>
          <p:cNvSpPr/>
          <p:nvPr userDrawn="1"/>
        </p:nvSpPr>
        <p:spPr>
          <a:xfrm>
            <a:off x="7469491"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Metode</a:t>
            </a:r>
          </a:p>
        </p:txBody>
      </p:sp>
      <p:sp>
        <p:nvSpPr>
          <p:cNvPr id="30" name="Parallellogram 29">
            <a:hlinkClick r:id="rId34" action="ppaction://hlinksldjump"/>
          </p:cNvPr>
          <p:cNvSpPr/>
          <p:nvPr userDrawn="1"/>
        </p:nvSpPr>
        <p:spPr>
          <a:xfrm>
            <a:off x="897930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nb-NO" i="1" dirty="0">
                <a:solidFill>
                  <a:schemeClr val="tx1"/>
                </a:solidFill>
              </a:rPr>
              <a:t>Rammer</a:t>
            </a:r>
          </a:p>
        </p:txBody>
      </p:sp>
      <p:sp>
        <p:nvSpPr>
          <p:cNvPr id="31" name="Parallellogram 30">
            <a:hlinkClick r:id="rId35" action="ppaction://hlinksldjump"/>
          </p:cNvPr>
          <p:cNvSpPr/>
          <p:nvPr userDrawn="1"/>
        </p:nvSpPr>
        <p:spPr>
          <a:xfrm>
            <a:off x="10489865"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Vurdering</a:t>
            </a:r>
          </a:p>
        </p:txBody>
      </p:sp>
      <p:sp>
        <p:nvSpPr>
          <p:cNvPr id="32" name="Parallellogram 31">
            <a:hlinkClick r:id="rId36" action="ppaction://hlinksldjump"/>
          </p:cNvPr>
          <p:cNvSpPr/>
          <p:nvPr userDrawn="1"/>
        </p:nvSpPr>
        <p:spPr>
          <a:xfrm>
            <a:off x="9029506"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Grunnleggende kjøretøy-behandling </a:t>
            </a:r>
            <a:endParaRPr lang="nb-NO" sz="900" i="1" dirty="0">
              <a:solidFill>
                <a:schemeClr val="tx1"/>
              </a:solidFill>
            </a:endParaRPr>
          </a:p>
        </p:txBody>
      </p:sp>
      <p:sp>
        <p:nvSpPr>
          <p:cNvPr id="33" name="Parallellogram 32">
            <a:hlinkClick r:id="rId37" action="ppaction://hlinksldjump"/>
          </p:cNvPr>
          <p:cNvSpPr/>
          <p:nvPr userDrawn="1"/>
        </p:nvSpPr>
        <p:spPr>
          <a:xfrm>
            <a:off x="10282626"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Sikkerhets-kontroll av bilen</a:t>
            </a:r>
            <a:endParaRPr lang="nb-NO" sz="900" i="1" dirty="0">
              <a:solidFill>
                <a:schemeClr val="tx1"/>
              </a:solidFill>
            </a:endParaRPr>
          </a:p>
        </p:txBody>
      </p:sp>
      <p:sp>
        <p:nvSpPr>
          <p:cNvPr id="34" name="Parallellogram 33">
            <a:hlinkClick r:id="rId38" action="ppaction://hlinksldjump"/>
          </p:cNvPr>
          <p:cNvSpPr/>
          <p:nvPr userDrawn="1"/>
        </p:nvSpPr>
        <p:spPr>
          <a:xfrm>
            <a:off x="838771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3</a:t>
            </a:r>
          </a:p>
        </p:txBody>
      </p:sp>
      <p:sp>
        <p:nvSpPr>
          <p:cNvPr id="35" name="Parallellogram 49">
            <a:hlinkClick r:id="rId39" action="ppaction://hlinksldjump"/>
          </p:cNvPr>
          <p:cNvSpPr/>
          <p:nvPr userDrawn="1"/>
        </p:nvSpPr>
        <p:spPr>
          <a:xfrm>
            <a:off x="11524928" y="152613"/>
            <a:ext cx="602003" cy="684000"/>
          </a:xfrm>
          <a:custGeom>
            <a:avLst/>
            <a:gdLst>
              <a:gd name="connsiteX0" fmla="*/ 0 w 576000"/>
              <a:gd name="connsiteY0" fmla="*/ 684000 h 684000"/>
              <a:gd name="connsiteX1" fmla="*/ 144000 w 576000"/>
              <a:gd name="connsiteY1" fmla="*/ 0 h 684000"/>
              <a:gd name="connsiteX2" fmla="*/ 576000 w 576000"/>
              <a:gd name="connsiteY2" fmla="*/ 0 h 684000"/>
              <a:gd name="connsiteX3" fmla="*/ 432000 w 576000"/>
              <a:gd name="connsiteY3" fmla="*/ 684000 h 684000"/>
              <a:gd name="connsiteX4" fmla="*/ 0 w 576000"/>
              <a:gd name="connsiteY4" fmla="*/ 684000 h 684000"/>
              <a:gd name="connsiteX0" fmla="*/ 0 w 593335"/>
              <a:gd name="connsiteY0" fmla="*/ 675333 h 684000"/>
              <a:gd name="connsiteX1" fmla="*/ 161335 w 593335"/>
              <a:gd name="connsiteY1" fmla="*/ 0 h 684000"/>
              <a:gd name="connsiteX2" fmla="*/ 593335 w 593335"/>
              <a:gd name="connsiteY2" fmla="*/ 0 h 684000"/>
              <a:gd name="connsiteX3" fmla="*/ 449335 w 593335"/>
              <a:gd name="connsiteY3" fmla="*/ 684000 h 684000"/>
              <a:gd name="connsiteX4" fmla="*/ 0 w 593335"/>
              <a:gd name="connsiteY4" fmla="*/ 675333 h 684000"/>
              <a:gd name="connsiteX0" fmla="*/ 0 w 593335"/>
              <a:gd name="connsiteY0" fmla="*/ 679667 h 684000"/>
              <a:gd name="connsiteX1" fmla="*/ 161335 w 593335"/>
              <a:gd name="connsiteY1" fmla="*/ 0 h 684000"/>
              <a:gd name="connsiteX2" fmla="*/ 593335 w 593335"/>
              <a:gd name="connsiteY2" fmla="*/ 0 h 684000"/>
              <a:gd name="connsiteX3" fmla="*/ 449335 w 593335"/>
              <a:gd name="connsiteY3" fmla="*/ 684000 h 684000"/>
              <a:gd name="connsiteX4" fmla="*/ 0 w 593335"/>
              <a:gd name="connsiteY4" fmla="*/ 679667 h 684000"/>
              <a:gd name="connsiteX0" fmla="*/ 0 w 602003"/>
              <a:gd name="connsiteY0" fmla="*/ 684000 h 684000"/>
              <a:gd name="connsiteX1" fmla="*/ 170003 w 602003"/>
              <a:gd name="connsiteY1" fmla="*/ 0 h 684000"/>
              <a:gd name="connsiteX2" fmla="*/ 602003 w 602003"/>
              <a:gd name="connsiteY2" fmla="*/ 0 h 684000"/>
              <a:gd name="connsiteX3" fmla="*/ 458003 w 602003"/>
              <a:gd name="connsiteY3" fmla="*/ 684000 h 684000"/>
              <a:gd name="connsiteX4" fmla="*/ 0 w 602003"/>
              <a:gd name="connsiteY4" fmla="*/ 684000 h 684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2003" h="684000">
                <a:moveTo>
                  <a:pt x="0" y="684000"/>
                </a:moveTo>
                <a:lnTo>
                  <a:pt x="170003" y="0"/>
                </a:lnTo>
                <a:lnTo>
                  <a:pt x="602003" y="0"/>
                </a:lnTo>
                <a:lnTo>
                  <a:pt x="458003" y="684000"/>
                </a:lnTo>
                <a:lnTo>
                  <a:pt x="0" y="68400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TV</a:t>
            </a:r>
            <a:endParaRPr lang="nb-NO" sz="900" i="1" dirty="0">
              <a:solidFill>
                <a:schemeClr val="tx1"/>
              </a:solidFill>
            </a:endParaRPr>
          </a:p>
        </p:txBody>
      </p:sp>
      <p:sp>
        <p:nvSpPr>
          <p:cNvPr id="36" name="Handlingsknapp: gå til Hjem 35">
            <a:hlinkClick r:id="" action="ppaction://hlinkshowjump?jump=firstslide" highlightClick="1"/>
          </p:cNvPr>
          <p:cNvSpPr/>
          <p:nvPr userDrawn="1"/>
        </p:nvSpPr>
        <p:spPr>
          <a:xfrm>
            <a:off x="2792571" y="6148372"/>
            <a:ext cx="504000" cy="517667"/>
          </a:xfrm>
          <a:prstGeom prst="actionButtonHom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7" name="Handlingsknapp: gå tilbake eller til forrige 36">
            <a:hlinkClick r:id="" action="ppaction://hlinkshowjump?jump=previousslide" highlightClick="1"/>
          </p:cNvPr>
          <p:cNvSpPr/>
          <p:nvPr userDrawn="1"/>
        </p:nvSpPr>
        <p:spPr>
          <a:xfrm>
            <a:off x="3366413" y="6148372"/>
            <a:ext cx="504000" cy="517667"/>
          </a:xfrm>
          <a:prstGeom prst="actionButtonBackPrevious">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8" name="Handlingsknapp: gå framover eller til neste 37">
            <a:hlinkClick r:id="" action="ppaction://hlinkshowjump?jump=nextslide" highlightClick="1"/>
          </p:cNvPr>
          <p:cNvSpPr/>
          <p:nvPr userDrawn="1"/>
        </p:nvSpPr>
        <p:spPr>
          <a:xfrm>
            <a:off x="3940255" y="6148372"/>
            <a:ext cx="504000" cy="517667"/>
          </a:xfrm>
          <a:prstGeom prst="actionButtonForwardNex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39" name="Bilde 38" descr="Skjermutklipp">
            <a:hlinkClick r:id="rId40"/>
          </p:cNvPr>
          <p:cNvPicPr>
            <a:picLocks noChangeAspect="1"/>
          </p:cNvPicPr>
          <p:nvPr userDrawn="1"/>
        </p:nvPicPr>
        <p:blipFill>
          <a:blip r:embed="rId41">
            <a:extLst>
              <a:ext uri="{28A0092B-C50C-407E-A947-70E740481C1C}">
                <a14:useLocalDpi xmlns:a14="http://schemas.microsoft.com/office/drawing/2010/main" val="0"/>
              </a:ext>
            </a:extLst>
          </a:blip>
          <a:stretch>
            <a:fillRect/>
          </a:stretch>
        </p:blipFill>
        <p:spPr>
          <a:xfrm>
            <a:off x="4584245" y="6148372"/>
            <a:ext cx="398655" cy="504000"/>
          </a:xfrm>
          <a:prstGeom prst="rect">
            <a:avLst/>
          </a:prstGeom>
        </p:spPr>
      </p:pic>
      <p:pic>
        <p:nvPicPr>
          <p:cNvPr id="40" name="Bilde 39">
            <a:hlinkClick r:id="rId42"/>
          </p:cNvPr>
          <p:cNvPicPr>
            <a:picLocks noChangeAspect="1"/>
          </p:cNvPicPr>
          <p:nvPr userDrawn="1"/>
        </p:nvPicPr>
        <p:blipFill>
          <a:blip r:embed="rId43">
            <a:extLst>
              <a:ext uri="{28A0092B-C50C-407E-A947-70E740481C1C}">
                <a14:useLocalDpi xmlns:a14="http://schemas.microsoft.com/office/drawing/2010/main" val="0"/>
              </a:ext>
            </a:extLst>
          </a:blip>
          <a:stretch>
            <a:fillRect/>
          </a:stretch>
        </p:blipFill>
        <p:spPr>
          <a:xfrm>
            <a:off x="2135560" y="6147796"/>
            <a:ext cx="528384" cy="528384"/>
          </a:xfrm>
          <a:prstGeom prst="rect">
            <a:avLst/>
          </a:prstGeom>
        </p:spPr>
      </p:pic>
    </p:spTree>
    <p:extLst>
      <p:ext uri="{BB962C8B-B14F-4D97-AF65-F5344CB8AC3E}">
        <p14:creationId xmlns:p14="http://schemas.microsoft.com/office/powerpoint/2010/main" val="465430228"/>
      </p:ext>
    </p:extLst>
  </p:cSld>
  <p:clrMap bg1="lt1" tx1="dk1" bg2="lt2" tx2="dk2" accent1="accent1" accent2="accent2" accent3="accent3" accent4="accent4" accent5="accent5" accent6="accent6" hlink="hlink" folHlink="folHlink"/>
  <p:sldLayoutIdLst>
    <p:sldLayoutId id="2147485996" r:id="rId1"/>
    <p:sldLayoutId id="2147485997" r:id="rId2"/>
    <p:sldLayoutId id="2147485998" r:id="rId3"/>
    <p:sldLayoutId id="2147485999" r:id="rId4"/>
    <p:sldLayoutId id="2147486000" r:id="rId5"/>
    <p:sldLayoutId id="2147486001" r:id="rId6"/>
    <p:sldLayoutId id="2147486002" r:id="rId7"/>
    <p:sldLayoutId id="2147486003" r:id="rId8"/>
    <p:sldLayoutId id="2147486004" r:id="rId9"/>
    <p:sldLayoutId id="2147486005" r:id="rId10"/>
    <p:sldLayoutId id="2147486006" r:id="rId11"/>
    <p:sldLayoutId id="2147486007" r:id="rId12"/>
    <p:sldLayoutId id="2147486008" r:id="rId13"/>
    <p:sldLayoutId id="2147486009" r:id="rId14"/>
    <p:sldLayoutId id="2147486010" r:id="rId15"/>
    <p:sldLayoutId id="2147486011" r:id="rId16"/>
    <p:sldLayoutId id="2147486012" r:id="rId17"/>
    <p:sldLayoutId id="2147486480" r:id="rId18"/>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ittel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b-NO"/>
              <a:t>Klikk for å redigere tittelstil</a:t>
            </a:r>
          </a:p>
        </p:txBody>
      </p:sp>
      <p:sp>
        <p:nvSpPr>
          <p:cNvPr id="3" name="Plassholder for teks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5D8B6B6-29DB-4084-ABFB-70430BA8EB62}" type="datetime1">
              <a:rPr lang="nb-NO" smtClean="0"/>
              <a:t>27.08.2024</a:t>
            </a:fld>
            <a:endParaRPr lang="nb-NO"/>
          </a:p>
        </p:txBody>
      </p:sp>
      <p:sp>
        <p:nvSpPr>
          <p:cNvPr id="5" name="Plassholder for bunntekst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nb-NO"/>
              <a:t>Control Trafikkskole</a:t>
            </a:r>
          </a:p>
        </p:txBody>
      </p:sp>
      <p:sp>
        <p:nvSpPr>
          <p:cNvPr id="6" name="Plassholder for lysbildenumm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EBBCFE-599B-47F9-B84D-4259C5E2055D}" type="slidenum">
              <a:rPr lang="nb-NO" smtClean="0"/>
              <a:t>‹#›</a:t>
            </a:fld>
            <a:endParaRPr lang="nb-NO"/>
          </a:p>
        </p:txBody>
      </p:sp>
      <p:sp>
        <p:nvSpPr>
          <p:cNvPr id="7" name="Rektangel 6"/>
          <p:cNvSpPr/>
          <p:nvPr userDrawn="1"/>
        </p:nvSpPr>
        <p:spPr>
          <a:xfrm>
            <a:off x="353025" y="2230305"/>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S</a:t>
            </a:r>
          </a:p>
        </p:txBody>
      </p:sp>
      <p:sp>
        <p:nvSpPr>
          <p:cNvPr id="8" name="Rektangel 7"/>
          <p:cNvSpPr/>
          <p:nvPr userDrawn="1"/>
        </p:nvSpPr>
        <p:spPr>
          <a:xfrm>
            <a:off x="262178" y="283839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O</a:t>
            </a:r>
          </a:p>
        </p:txBody>
      </p:sp>
      <p:sp>
        <p:nvSpPr>
          <p:cNvPr id="9" name="Rektangel 8"/>
          <p:cNvSpPr/>
          <p:nvPr userDrawn="1"/>
        </p:nvSpPr>
        <p:spPr>
          <a:xfrm>
            <a:off x="170143" y="3446489"/>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A</a:t>
            </a:r>
          </a:p>
        </p:txBody>
      </p:sp>
      <p:sp>
        <p:nvSpPr>
          <p:cNvPr id="10" name="Parallellogram 9">
            <a:hlinkClick r:id="rId19" action="ppaction://hlinksldjump"/>
          </p:cNvPr>
          <p:cNvSpPr/>
          <p:nvPr userDrawn="1"/>
        </p:nvSpPr>
        <p:spPr>
          <a:xfrm>
            <a:off x="5367340"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1</a:t>
            </a:r>
          </a:p>
        </p:txBody>
      </p:sp>
      <p:sp>
        <p:nvSpPr>
          <p:cNvPr id="11" name="Parallellogram 10">
            <a:hlinkClick r:id="rId20" action="ppaction://hlinksldjump"/>
          </p:cNvPr>
          <p:cNvSpPr/>
          <p:nvPr userDrawn="1"/>
        </p:nvSpPr>
        <p:spPr>
          <a:xfrm>
            <a:off x="6877153" y="6148372"/>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2</a:t>
            </a:r>
          </a:p>
        </p:txBody>
      </p:sp>
      <p:sp>
        <p:nvSpPr>
          <p:cNvPr id="12" name="Parallellogram 11">
            <a:hlinkClick r:id="rId21" action="ppaction://hlinksldjump"/>
          </p:cNvPr>
          <p:cNvSpPr/>
          <p:nvPr userDrawn="1"/>
        </p:nvSpPr>
        <p:spPr>
          <a:xfrm>
            <a:off x="989827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4</a:t>
            </a:r>
          </a:p>
        </p:txBody>
      </p:sp>
      <p:sp>
        <p:nvSpPr>
          <p:cNvPr id="13" name="Rektangel 12"/>
          <p:cNvSpPr/>
          <p:nvPr userDrawn="1"/>
        </p:nvSpPr>
        <p:spPr>
          <a:xfrm>
            <a:off x="48893" y="406347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H</a:t>
            </a:r>
          </a:p>
        </p:txBody>
      </p:sp>
      <p:sp>
        <p:nvSpPr>
          <p:cNvPr id="18" name="Parallellogram 17">
            <a:hlinkClick r:id="rId22" action="ppaction://hlinksldjump"/>
          </p:cNvPr>
          <p:cNvSpPr/>
          <p:nvPr userDrawn="1"/>
        </p:nvSpPr>
        <p:spPr>
          <a:xfrm>
            <a:off x="300038"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Førerkort og trafikkopplæring</a:t>
            </a:r>
            <a:endParaRPr lang="nb-NO" sz="900" i="1" dirty="0">
              <a:solidFill>
                <a:schemeClr val="tx1"/>
              </a:solidFill>
            </a:endParaRPr>
          </a:p>
        </p:txBody>
      </p:sp>
      <p:sp>
        <p:nvSpPr>
          <p:cNvPr id="19" name="Parallellogram 18">
            <a:hlinkClick r:id="rId23" action="ppaction://hlinksldjump"/>
          </p:cNvPr>
          <p:cNvSpPr/>
          <p:nvPr userDrawn="1"/>
        </p:nvSpPr>
        <p:spPr>
          <a:xfrm>
            <a:off x="1542565"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Bilens oppbygning</a:t>
            </a:r>
            <a:endParaRPr lang="nb-NO" sz="900" i="1" dirty="0">
              <a:solidFill>
                <a:schemeClr val="tx1"/>
              </a:solidFill>
            </a:endParaRPr>
          </a:p>
        </p:txBody>
      </p:sp>
      <p:sp>
        <p:nvSpPr>
          <p:cNvPr id="20" name="Parallellogram 19">
            <a:hlinkClick r:id="rId24" action="ppaction://hlinksldjump"/>
          </p:cNvPr>
          <p:cNvSpPr/>
          <p:nvPr userDrawn="1"/>
        </p:nvSpPr>
        <p:spPr>
          <a:xfrm>
            <a:off x="2795685"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Ansvar for kjøretøyets stand og bruk</a:t>
            </a:r>
            <a:endParaRPr lang="nb-NO" sz="900" i="1" dirty="0">
              <a:solidFill>
                <a:schemeClr val="tx1"/>
              </a:solidFill>
            </a:endParaRPr>
          </a:p>
        </p:txBody>
      </p:sp>
      <p:sp>
        <p:nvSpPr>
          <p:cNvPr id="21" name="Parallellogram 20">
            <a:hlinkClick r:id="rId25" action="ppaction://hlinksldjump"/>
          </p:cNvPr>
          <p:cNvSpPr/>
          <p:nvPr userDrawn="1"/>
        </p:nvSpPr>
        <p:spPr>
          <a:xfrm>
            <a:off x="4038212"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Kjøring med tilhenger </a:t>
            </a:r>
            <a:endParaRPr lang="nb-NO" sz="900" i="1" dirty="0">
              <a:solidFill>
                <a:schemeClr val="tx1"/>
              </a:solidFill>
            </a:endParaRPr>
          </a:p>
        </p:txBody>
      </p:sp>
      <p:sp>
        <p:nvSpPr>
          <p:cNvPr id="22" name="Parallellogram 21">
            <a:hlinkClick r:id="rId26" action="ppaction://hlinksldjump"/>
          </p:cNvPr>
          <p:cNvSpPr/>
          <p:nvPr userDrawn="1"/>
        </p:nvSpPr>
        <p:spPr>
          <a:xfrm>
            <a:off x="5291332" y="152613"/>
            <a:ext cx="1368000" cy="6840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Menneskets kapasitet og trafikkens krav</a:t>
            </a:r>
            <a:endParaRPr lang="nb-NO" sz="900" i="1" dirty="0">
              <a:solidFill>
                <a:schemeClr val="tx1"/>
              </a:solidFill>
            </a:endParaRPr>
          </a:p>
        </p:txBody>
      </p:sp>
      <p:sp>
        <p:nvSpPr>
          <p:cNvPr id="23" name="Parallellogram 22">
            <a:hlinkClick r:id="rId27" action="ppaction://hlinksldjump"/>
          </p:cNvPr>
          <p:cNvSpPr/>
          <p:nvPr userDrawn="1"/>
        </p:nvSpPr>
        <p:spPr>
          <a:xfrm>
            <a:off x="6533859"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nb-NO" sz="900" dirty="0">
                <a:solidFill>
                  <a:schemeClr val="tx1"/>
                </a:solidFill>
              </a:rPr>
              <a:t>Gjøre seg klar for kjøring </a:t>
            </a:r>
          </a:p>
        </p:txBody>
      </p:sp>
      <p:sp>
        <p:nvSpPr>
          <p:cNvPr id="24" name="Parallellogram 23">
            <a:hlinkClick r:id="rId28" action="ppaction://hlinksldjump"/>
          </p:cNvPr>
          <p:cNvSpPr/>
          <p:nvPr userDrawn="1"/>
        </p:nvSpPr>
        <p:spPr>
          <a:xfrm>
            <a:off x="7786979"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Igangsetting og stans, giring, styring, etc. </a:t>
            </a:r>
            <a:endParaRPr lang="nb-NO" sz="900" i="1" dirty="0">
              <a:solidFill>
                <a:schemeClr val="tx1"/>
              </a:solidFill>
            </a:endParaRPr>
          </a:p>
        </p:txBody>
      </p:sp>
      <p:sp>
        <p:nvSpPr>
          <p:cNvPr id="25" name="Parallellogram 24">
            <a:hlinkClick r:id="rId29" action="ppaction://hlinksldjump"/>
          </p:cNvPr>
          <p:cNvSpPr/>
          <p:nvPr userDrawn="1"/>
        </p:nvSpPr>
        <p:spPr>
          <a:xfrm>
            <a:off x="9029506"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Grunnleggende kjøretøy-behandling </a:t>
            </a:r>
            <a:endParaRPr lang="nb-NO" sz="900" i="1" dirty="0">
              <a:solidFill>
                <a:schemeClr val="tx1"/>
              </a:solidFill>
            </a:endParaRPr>
          </a:p>
        </p:txBody>
      </p:sp>
      <p:sp>
        <p:nvSpPr>
          <p:cNvPr id="26" name="Parallellogram 25">
            <a:hlinkClick r:id="rId30" action="ppaction://hlinksldjump"/>
          </p:cNvPr>
          <p:cNvSpPr/>
          <p:nvPr userDrawn="1"/>
        </p:nvSpPr>
        <p:spPr>
          <a:xfrm>
            <a:off x="10282626"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Sikkerhets-kontroll av bilen</a:t>
            </a:r>
            <a:endParaRPr lang="nb-NO" sz="900" i="1" dirty="0">
              <a:solidFill>
                <a:schemeClr val="tx1"/>
              </a:solidFill>
            </a:endParaRPr>
          </a:p>
        </p:txBody>
      </p:sp>
      <p:sp>
        <p:nvSpPr>
          <p:cNvPr id="27" name="Parallellogram 26">
            <a:hlinkClick r:id="rId31" action="ppaction://hlinksldjump"/>
          </p:cNvPr>
          <p:cNvSpPr/>
          <p:nvPr userDrawn="1"/>
        </p:nvSpPr>
        <p:spPr>
          <a:xfrm>
            <a:off x="838771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3</a:t>
            </a:r>
          </a:p>
        </p:txBody>
      </p:sp>
      <p:sp>
        <p:nvSpPr>
          <p:cNvPr id="28" name="Parallellogram 49">
            <a:hlinkClick r:id="rId32" action="ppaction://hlinksldjump"/>
          </p:cNvPr>
          <p:cNvSpPr/>
          <p:nvPr userDrawn="1"/>
        </p:nvSpPr>
        <p:spPr>
          <a:xfrm>
            <a:off x="11524928" y="152613"/>
            <a:ext cx="602003" cy="684000"/>
          </a:xfrm>
          <a:custGeom>
            <a:avLst/>
            <a:gdLst>
              <a:gd name="connsiteX0" fmla="*/ 0 w 576000"/>
              <a:gd name="connsiteY0" fmla="*/ 684000 h 684000"/>
              <a:gd name="connsiteX1" fmla="*/ 144000 w 576000"/>
              <a:gd name="connsiteY1" fmla="*/ 0 h 684000"/>
              <a:gd name="connsiteX2" fmla="*/ 576000 w 576000"/>
              <a:gd name="connsiteY2" fmla="*/ 0 h 684000"/>
              <a:gd name="connsiteX3" fmla="*/ 432000 w 576000"/>
              <a:gd name="connsiteY3" fmla="*/ 684000 h 684000"/>
              <a:gd name="connsiteX4" fmla="*/ 0 w 576000"/>
              <a:gd name="connsiteY4" fmla="*/ 684000 h 684000"/>
              <a:gd name="connsiteX0" fmla="*/ 0 w 593335"/>
              <a:gd name="connsiteY0" fmla="*/ 675333 h 684000"/>
              <a:gd name="connsiteX1" fmla="*/ 161335 w 593335"/>
              <a:gd name="connsiteY1" fmla="*/ 0 h 684000"/>
              <a:gd name="connsiteX2" fmla="*/ 593335 w 593335"/>
              <a:gd name="connsiteY2" fmla="*/ 0 h 684000"/>
              <a:gd name="connsiteX3" fmla="*/ 449335 w 593335"/>
              <a:gd name="connsiteY3" fmla="*/ 684000 h 684000"/>
              <a:gd name="connsiteX4" fmla="*/ 0 w 593335"/>
              <a:gd name="connsiteY4" fmla="*/ 675333 h 684000"/>
              <a:gd name="connsiteX0" fmla="*/ 0 w 593335"/>
              <a:gd name="connsiteY0" fmla="*/ 679667 h 684000"/>
              <a:gd name="connsiteX1" fmla="*/ 161335 w 593335"/>
              <a:gd name="connsiteY1" fmla="*/ 0 h 684000"/>
              <a:gd name="connsiteX2" fmla="*/ 593335 w 593335"/>
              <a:gd name="connsiteY2" fmla="*/ 0 h 684000"/>
              <a:gd name="connsiteX3" fmla="*/ 449335 w 593335"/>
              <a:gd name="connsiteY3" fmla="*/ 684000 h 684000"/>
              <a:gd name="connsiteX4" fmla="*/ 0 w 593335"/>
              <a:gd name="connsiteY4" fmla="*/ 679667 h 684000"/>
              <a:gd name="connsiteX0" fmla="*/ 0 w 602003"/>
              <a:gd name="connsiteY0" fmla="*/ 684000 h 684000"/>
              <a:gd name="connsiteX1" fmla="*/ 170003 w 602003"/>
              <a:gd name="connsiteY1" fmla="*/ 0 h 684000"/>
              <a:gd name="connsiteX2" fmla="*/ 602003 w 602003"/>
              <a:gd name="connsiteY2" fmla="*/ 0 h 684000"/>
              <a:gd name="connsiteX3" fmla="*/ 458003 w 602003"/>
              <a:gd name="connsiteY3" fmla="*/ 684000 h 684000"/>
              <a:gd name="connsiteX4" fmla="*/ 0 w 602003"/>
              <a:gd name="connsiteY4" fmla="*/ 684000 h 684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2003" h="684000">
                <a:moveTo>
                  <a:pt x="0" y="684000"/>
                </a:moveTo>
                <a:lnTo>
                  <a:pt x="170003" y="0"/>
                </a:lnTo>
                <a:lnTo>
                  <a:pt x="602003" y="0"/>
                </a:lnTo>
                <a:lnTo>
                  <a:pt x="458003" y="684000"/>
                </a:lnTo>
                <a:lnTo>
                  <a:pt x="0" y="68400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TV</a:t>
            </a:r>
            <a:endParaRPr lang="nb-NO" sz="900" i="1" dirty="0">
              <a:solidFill>
                <a:schemeClr val="tx1"/>
              </a:solidFill>
            </a:endParaRPr>
          </a:p>
        </p:txBody>
      </p:sp>
      <p:sp>
        <p:nvSpPr>
          <p:cNvPr id="29" name="Handlingsknapp: gå til Hjem 28">
            <a:hlinkClick r:id="" action="ppaction://hlinkshowjump?jump=firstslide" highlightClick="1"/>
          </p:cNvPr>
          <p:cNvSpPr/>
          <p:nvPr userDrawn="1"/>
        </p:nvSpPr>
        <p:spPr>
          <a:xfrm>
            <a:off x="2792571" y="6148372"/>
            <a:ext cx="504000" cy="517667"/>
          </a:xfrm>
          <a:prstGeom prst="actionButtonHom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0" name="Handlingsknapp: gå tilbake eller til forrige 29">
            <a:hlinkClick r:id="" action="ppaction://hlinkshowjump?jump=previousslide" highlightClick="1"/>
          </p:cNvPr>
          <p:cNvSpPr/>
          <p:nvPr userDrawn="1"/>
        </p:nvSpPr>
        <p:spPr>
          <a:xfrm>
            <a:off x="3366413" y="6148372"/>
            <a:ext cx="504000" cy="517667"/>
          </a:xfrm>
          <a:prstGeom prst="actionButtonBackPrevious">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1" name="Handlingsknapp: gå framover eller til neste 30">
            <a:hlinkClick r:id="" action="ppaction://hlinkshowjump?jump=nextslide" highlightClick="1"/>
          </p:cNvPr>
          <p:cNvSpPr/>
          <p:nvPr userDrawn="1"/>
        </p:nvSpPr>
        <p:spPr>
          <a:xfrm>
            <a:off x="3940255" y="6148372"/>
            <a:ext cx="504000" cy="517667"/>
          </a:xfrm>
          <a:prstGeom prst="actionButtonForwardNex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32" name="Bilde 31" descr="Skjermutklipp">
            <a:hlinkClick r:id="rId33"/>
          </p:cNvPr>
          <p:cNvPicPr>
            <a:picLocks noChangeAspect="1"/>
          </p:cNvPicPr>
          <p:nvPr userDrawn="1"/>
        </p:nvPicPr>
        <p:blipFill>
          <a:blip r:embed="rId34">
            <a:extLst>
              <a:ext uri="{28A0092B-C50C-407E-A947-70E740481C1C}">
                <a14:useLocalDpi xmlns:a14="http://schemas.microsoft.com/office/drawing/2010/main" val="0"/>
              </a:ext>
            </a:extLst>
          </a:blip>
          <a:stretch>
            <a:fillRect/>
          </a:stretch>
        </p:blipFill>
        <p:spPr>
          <a:xfrm>
            <a:off x="4584245" y="6148372"/>
            <a:ext cx="398655" cy="504000"/>
          </a:xfrm>
          <a:prstGeom prst="rect">
            <a:avLst/>
          </a:prstGeom>
        </p:spPr>
      </p:pic>
      <p:pic>
        <p:nvPicPr>
          <p:cNvPr id="33" name="Bilde 32">
            <a:hlinkClick r:id="rId35"/>
          </p:cNvPr>
          <p:cNvPicPr>
            <a:picLocks noChangeAspect="1"/>
          </p:cNvPicPr>
          <p:nvPr userDrawn="1"/>
        </p:nvPicPr>
        <p:blipFill>
          <a:blip r:embed="rId36">
            <a:extLst>
              <a:ext uri="{28A0092B-C50C-407E-A947-70E740481C1C}">
                <a14:useLocalDpi xmlns:a14="http://schemas.microsoft.com/office/drawing/2010/main" val="0"/>
              </a:ext>
            </a:extLst>
          </a:blip>
          <a:stretch>
            <a:fillRect/>
          </a:stretch>
        </p:blipFill>
        <p:spPr>
          <a:xfrm>
            <a:off x="2135560" y="6147796"/>
            <a:ext cx="528384" cy="528384"/>
          </a:xfrm>
          <a:prstGeom prst="rect">
            <a:avLst/>
          </a:prstGeom>
        </p:spPr>
      </p:pic>
    </p:spTree>
    <p:extLst>
      <p:ext uri="{BB962C8B-B14F-4D97-AF65-F5344CB8AC3E}">
        <p14:creationId xmlns:p14="http://schemas.microsoft.com/office/powerpoint/2010/main" val="2510775819"/>
      </p:ext>
    </p:extLst>
  </p:cSld>
  <p:clrMap bg1="lt1" tx1="dk1" bg2="lt2" tx2="dk2" accent1="accent1" accent2="accent2" accent3="accent3" accent4="accent4" accent5="accent5" accent6="accent6" hlink="hlink" folHlink="folHlink"/>
  <p:sldLayoutIdLst>
    <p:sldLayoutId id="2147486014" r:id="rId1"/>
    <p:sldLayoutId id="2147486015" r:id="rId2"/>
    <p:sldLayoutId id="2147486016" r:id="rId3"/>
    <p:sldLayoutId id="2147486017" r:id="rId4"/>
    <p:sldLayoutId id="2147486018" r:id="rId5"/>
    <p:sldLayoutId id="2147486019" r:id="rId6"/>
    <p:sldLayoutId id="2147486020" r:id="rId7"/>
    <p:sldLayoutId id="2147486021" r:id="rId8"/>
    <p:sldLayoutId id="2147486022" r:id="rId9"/>
    <p:sldLayoutId id="2147486023" r:id="rId10"/>
    <p:sldLayoutId id="2147486024" r:id="rId11"/>
    <p:sldLayoutId id="2147486025" r:id="rId12"/>
    <p:sldLayoutId id="2147486026" r:id="rId13"/>
    <p:sldLayoutId id="2147486027" r:id="rId14"/>
    <p:sldLayoutId id="2147486028" r:id="rId15"/>
    <p:sldLayoutId id="2147486029" r:id="rId16"/>
    <p:sldLayoutId id="2147486030" r:id="rId17"/>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66">
          <p15:clr>
            <a:srgbClr val="F26B43"/>
          </p15:clr>
        </p15:guide>
        <p15:guide id="2" orient="horz" pos="527">
          <p15:clr>
            <a:srgbClr val="F26B43"/>
          </p15:clr>
        </p15:guide>
      </p15:sldGuideLst>
    </p:ext>
  </p:extLst>
</p:sldMaster>
</file>

<file path=ppt/slideMasters/slideMaster3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ittel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b-NO"/>
              <a:t>Klikk for å redigere tittelstil</a:t>
            </a:r>
          </a:p>
        </p:txBody>
      </p:sp>
      <p:sp>
        <p:nvSpPr>
          <p:cNvPr id="3" name="Plassholder for teks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7C056D-F5CD-4C6C-BB1E-E005E91E42CB}" type="datetime1">
              <a:rPr lang="nb-NO" smtClean="0"/>
              <a:t>27.08.2024</a:t>
            </a:fld>
            <a:endParaRPr lang="nb-NO"/>
          </a:p>
        </p:txBody>
      </p:sp>
      <p:sp>
        <p:nvSpPr>
          <p:cNvPr id="5" name="Plassholder for bunntekst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nb-NO"/>
              <a:t>Control Trafikkskole</a:t>
            </a:r>
          </a:p>
        </p:txBody>
      </p:sp>
      <p:sp>
        <p:nvSpPr>
          <p:cNvPr id="6" name="Plassholder for lysbildenumm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EBBCFE-599B-47F9-B84D-4259C5E2055D}" type="slidenum">
              <a:rPr lang="nb-NO" smtClean="0"/>
              <a:t>‹#›</a:t>
            </a:fld>
            <a:endParaRPr lang="nb-NO"/>
          </a:p>
        </p:txBody>
      </p:sp>
      <p:sp>
        <p:nvSpPr>
          <p:cNvPr id="7" name="Rektangel 6"/>
          <p:cNvSpPr/>
          <p:nvPr userDrawn="1"/>
        </p:nvSpPr>
        <p:spPr>
          <a:xfrm>
            <a:off x="353025" y="2230305"/>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S</a:t>
            </a:r>
          </a:p>
        </p:txBody>
      </p:sp>
      <p:sp>
        <p:nvSpPr>
          <p:cNvPr id="8" name="Rektangel 7"/>
          <p:cNvSpPr/>
          <p:nvPr userDrawn="1"/>
        </p:nvSpPr>
        <p:spPr>
          <a:xfrm>
            <a:off x="262178" y="283839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O</a:t>
            </a:r>
          </a:p>
        </p:txBody>
      </p:sp>
      <p:sp>
        <p:nvSpPr>
          <p:cNvPr id="9" name="Rektangel 8"/>
          <p:cNvSpPr/>
          <p:nvPr userDrawn="1"/>
        </p:nvSpPr>
        <p:spPr>
          <a:xfrm>
            <a:off x="170143" y="3446489"/>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A</a:t>
            </a:r>
          </a:p>
        </p:txBody>
      </p:sp>
      <p:sp>
        <p:nvSpPr>
          <p:cNvPr id="10" name="Parallellogram 9">
            <a:hlinkClick r:id="rId19" action="ppaction://hlinksldjump"/>
          </p:cNvPr>
          <p:cNvSpPr/>
          <p:nvPr userDrawn="1"/>
        </p:nvSpPr>
        <p:spPr>
          <a:xfrm>
            <a:off x="5367340"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1</a:t>
            </a:r>
          </a:p>
        </p:txBody>
      </p:sp>
      <p:sp>
        <p:nvSpPr>
          <p:cNvPr id="11" name="Parallellogram 10">
            <a:hlinkClick r:id="rId20" action="ppaction://hlinksldjump"/>
          </p:cNvPr>
          <p:cNvSpPr/>
          <p:nvPr userDrawn="1"/>
        </p:nvSpPr>
        <p:spPr>
          <a:xfrm>
            <a:off x="6877153" y="6148372"/>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2</a:t>
            </a:r>
          </a:p>
        </p:txBody>
      </p:sp>
      <p:sp>
        <p:nvSpPr>
          <p:cNvPr id="12" name="Parallellogram 11">
            <a:hlinkClick r:id="rId21" action="ppaction://hlinksldjump"/>
          </p:cNvPr>
          <p:cNvSpPr/>
          <p:nvPr userDrawn="1"/>
        </p:nvSpPr>
        <p:spPr>
          <a:xfrm>
            <a:off x="989827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4</a:t>
            </a:r>
          </a:p>
        </p:txBody>
      </p:sp>
      <p:sp>
        <p:nvSpPr>
          <p:cNvPr id="13" name="Rektangel 12"/>
          <p:cNvSpPr/>
          <p:nvPr userDrawn="1"/>
        </p:nvSpPr>
        <p:spPr>
          <a:xfrm>
            <a:off x="48893" y="406347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H</a:t>
            </a:r>
          </a:p>
        </p:txBody>
      </p:sp>
      <p:sp>
        <p:nvSpPr>
          <p:cNvPr id="18" name="Parallellogram 17">
            <a:hlinkClick r:id="rId22" action="ppaction://hlinksldjump"/>
          </p:cNvPr>
          <p:cNvSpPr/>
          <p:nvPr userDrawn="1"/>
        </p:nvSpPr>
        <p:spPr>
          <a:xfrm>
            <a:off x="300038"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Førerkort og trafikkopplæring</a:t>
            </a:r>
            <a:endParaRPr lang="nb-NO" sz="900" i="1" dirty="0">
              <a:solidFill>
                <a:schemeClr val="tx1"/>
              </a:solidFill>
            </a:endParaRPr>
          </a:p>
        </p:txBody>
      </p:sp>
      <p:sp>
        <p:nvSpPr>
          <p:cNvPr id="19" name="Parallellogram 18">
            <a:hlinkClick r:id="rId23" action="ppaction://hlinksldjump"/>
          </p:cNvPr>
          <p:cNvSpPr/>
          <p:nvPr userDrawn="1"/>
        </p:nvSpPr>
        <p:spPr>
          <a:xfrm>
            <a:off x="1542565"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Bilens oppbygning</a:t>
            </a:r>
            <a:endParaRPr lang="nb-NO" sz="900" i="1" dirty="0">
              <a:solidFill>
                <a:schemeClr val="tx1"/>
              </a:solidFill>
            </a:endParaRPr>
          </a:p>
        </p:txBody>
      </p:sp>
      <p:sp>
        <p:nvSpPr>
          <p:cNvPr id="20" name="Parallellogram 19">
            <a:hlinkClick r:id="rId24" action="ppaction://hlinksldjump"/>
          </p:cNvPr>
          <p:cNvSpPr/>
          <p:nvPr userDrawn="1"/>
        </p:nvSpPr>
        <p:spPr>
          <a:xfrm>
            <a:off x="2795685"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Ansvar for kjøretøyets stand og bruk</a:t>
            </a:r>
            <a:endParaRPr lang="nb-NO" sz="900" i="1" dirty="0">
              <a:solidFill>
                <a:schemeClr val="tx1"/>
              </a:solidFill>
            </a:endParaRPr>
          </a:p>
        </p:txBody>
      </p:sp>
      <p:sp>
        <p:nvSpPr>
          <p:cNvPr id="21" name="Parallellogram 20">
            <a:hlinkClick r:id="rId25" action="ppaction://hlinksldjump"/>
          </p:cNvPr>
          <p:cNvSpPr/>
          <p:nvPr userDrawn="1"/>
        </p:nvSpPr>
        <p:spPr>
          <a:xfrm>
            <a:off x="4038212"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Kjøring med tilhenger </a:t>
            </a:r>
            <a:endParaRPr lang="nb-NO" sz="900" i="1" dirty="0">
              <a:solidFill>
                <a:schemeClr val="tx1"/>
              </a:solidFill>
            </a:endParaRPr>
          </a:p>
        </p:txBody>
      </p:sp>
      <p:sp>
        <p:nvSpPr>
          <p:cNvPr id="22" name="Parallellogram 21">
            <a:hlinkClick r:id="rId26" action="ppaction://hlinksldjump"/>
          </p:cNvPr>
          <p:cNvSpPr/>
          <p:nvPr userDrawn="1"/>
        </p:nvSpPr>
        <p:spPr>
          <a:xfrm>
            <a:off x="5291332"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Menneskets kapasitet og trafikkens krav</a:t>
            </a:r>
            <a:endParaRPr lang="nb-NO" sz="900" i="1" dirty="0">
              <a:solidFill>
                <a:schemeClr val="tx1"/>
              </a:solidFill>
            </a:endParaRPr>
          </a:p>
        </p:txBody>
      </p:sp>
      <p:sp>
        <p:nvSpPr>
          <p:cNvPr id="23" name="Parallellogram 22">
            <a:hlinkClick r:id="rId27" action="ppaction://hlinksldjump"/>
          </p:cNvPr>
          <p:cNvSpPr/>
          <p:nvPr userDrawn="1"/>
        </p:nvSpPr>
        <p:spPr>
          <a:xfrm>
            <a:off x="6533859" y="152613"/>
            <a:ext cx="1368000" cy="6840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nb-NO" sz="900" dirty="0">
                <a:solidFill>
                  <a:schemeClr val="tx1"/>
                </a:solidFill>
              </a:rPr>
              <a:t>Gjøre seg klar for kjøring </a:t>
            </a:r>
          </a:p>
        </p:txBody>
      </p:sp>
      <p:sp>
        <p:nvSpPr>
          <p:cNvPr id="24" name="Parallellogram 23">
            <a:hlinkClick r:id="rId28" action="ppaction://hlinksldjump"/>
          </p:cNvPr>
          <p:cNvSpPr/>
          <p:nvPr userDrawn="1"/>
        </p:nvSpPr>
        <p:spPr>
          <a:xfrm>
            <a:off x="7786979"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Igangsetting og stans, giring, styring, etc. </a:t>
            </a:r>
            <a:endParaRPr lang="nb-NO" sz="900" i="1" dirty="0">
              <a:solidFill>
                <a:schemeClr val="tx1"/>
              </a:solidFill>
            </a:endParaRPr>
          </a:p>
        </p:txBody>
      </p:sp>
      <p:sp>
        <p:nvSpPr>
          <p:cNvPr id="25" name="Parallellogram 24">
            <a:hlinkClick r:id="rId29" action="ppaction://hlinksldjump"/>
          </p:cNvPr>
          <p:cNvSpPr/>
          <p:nvPr userDrawn="1"/>
        </p:nvSpPr>
        <p:spPr>
          <a:xfrm>
            <a:off x="9029506"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Grunnleggende kjøretøy-behandling </a:t>
            </a:r>
            <a:endParaRPr lang="nb-NO" sz="900" i="1" dirty="0">
              <a:solidFill>
                <a:schemeClr val="tx1"/>
              </a:solidFill>
            </a:endParaRPr>
          </a:p>
        </p:txBody>
      </p:sp>
      <p:sp>
        <p:nvSpPr>
          <p:cNvPr id="26" name="Parallellogram 25">
            <a:hlinkClick r:id="rId30" action="ppaction://hlinksldjump"/>
          </p:cNvPr>
          <p:cNvSpPr/>
          <p:nvPr userDrawn="1"/>
        </p:nvSpPr>
        <p:spPr>
          <a:xfrm>
            <a:off x="10282626"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Sikkerhets-kontroll av bilen</a:t>
            </a:r>
            <a:endParaRPr lang="nb-NO" sz="900" i="1" dirty="0">
              <a:solidFill>
                <a:schemeClr val="tx1"/>
              </a:solidFill>
            </a:endParaRPr>
          </a:p>
        </p:txBody>
      </p:sp>
      <p:sp>
        <p:nvSpPr>
          <p:cNvPr id="27" name="Parallellogram 26">
            <a:hlinkClick r:id="rId31" action="ppaction://hlinksldjump"/>
          </p:cNvPr>
          <p:cNvSpPr/>
          <p:nvPr userDrawn="1"/>
        </p:nvSpPr>
        <p:spPr>
          <a:xfrm>
            <a:off x="838771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3</a:t>
            </a:r>
          </a:p>
        </p:txBody>
      </p:sp>
      <p:sp>
        <p:nvSpPr>
          <p:cNvPr id="28" name="Parallellogram 49">
            <a:hlinkClick r:id="rId32" action="ppaction://hlinksldjump"/>
          </p:cNvPr>
          <p:cNvSpPr/>
          <p:nvPr userDrawn="1"/>
        </p:nvSpPr>
        <p:spPr>
          <a:xfrm>
            <a:off x="11524928" y="152613"/>
            <a:ext cx="602003" cy="684000"/>
          </a:xfrm>
          <a:custGeom>
            <a:avLst/>
            <a:gdLst>
              <a:gd name="connsiteX0" fmla="*/ 0 w 576000"/>
              <a:gd name="connsiteY0" fmla="*/ 684000 h 684000"/>
              <a:gd name="connsiteX1" fmla="*/ 144000 w 576000"/>
              <a:gd name="connsiteY1" fmla="*/ 0 h 684000"/>
              <a:gd name="connsiteX2" fmla="*/ 576000 w 576000"/>
              <a:gd name="connsiteY2" fmla="*/ 0 h 684000"/>
              <a:gd name="connsiteX3" fmla="*/ 432000 w 576000"/>
              <a:gd name="connsiteY3" fmla="*/ 684000 h 684000"/>
              <a:gd name="connsiteX4" fmla="*/ 0 w 576000"/>
              <a:gd name="connsiteY4" fmla="*/ 684000 h 684000"/>
              <a:gd name="connsiteX0" fmla="*/ 0 w 593335"/>
              <a:gd name="connsiteY0" fmla="*/ 675333 h 684000"/>
              <a:gd name="connsiteX1" fmla="*/ 161335 w 593335"/>
              <a:gd name="connsiteY1" fmla="*/ 0 h 684000"/>
              <a:gd name="connsiteX2" fmla="*/ 593335 w 593335"/>
              <a:gd name="connsiteY2" fmla="*/ 0 h 684000"/>
              <a:gd name="connsiteX3" fmla="*/ 449335 w 593335"/>
              <a:gd name="connsiteY3" fmla="*/ 684000 h 684000"/>
              <a:gd name="connsiteX4" fmla="*/ 0 w 593335"/>
              <a:gd name="connsiteY4" fmla="*/ 675333 h 684000"/>
              <a:gd name="connsiteX0" fmla="*/ 0 w 593335"/>
              <a:gd name="connsiteY0" fmla="*/ 679667 h 684000"/>
              <a:gd name="connsiteX1" fmla="*/ 161335 w 593335"/>
              <a:gd name="connsiteY1" fmla="*/ 0 h 684000"/>
              <a:gd name="connsiteX2" fmla="*/ 593335 w 593335"/>
              <a:gd name="connsiteY2" fmla="*/ 0 h 684000"/>
              <a:gd name="connsiteX3" fmla="*/ 449335 w 593335"/>
              <a:gd name="connsiteY3" fmla="*/ 684000 h 684000"/>
              <a:gd name="connsiteX4" fmla="*/ 0 w 593335"/>
              <a:gd name="connsiteY4" fmla="*/ 679667 h 684000"/>
              <a:gd name="connsiteX0" fmla="*/ 0 w 602003"/>
              <a:gd name="connsiteY0" fmla="*/ 684000 h 684000"/>
              <a:gd name="connsiteX1" fmla="*/ 170003 w 602003"/>
              <a:gd name="connsiteY1" fmla="*/ 0 h 684000"/>
              <a:gd name="connsiteX2" fmla="*/ 602003 w 602003"/>
              <a:gd name="connsiteY2" fmla="*/ 0 h 684000"/>
              <a:gd name="connsiteX3" fmla="*/ 458003 w 602003"/>
              <a:gd name="connsiteY3" fmla="*/ 684000 h 684000"/>
              <a:gd name="connsiteX4" fmla="*/ 0 w 602003"/>
              <a:gd name="connsiteY4" fmla="*/ 684000 h 684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2003" h="684000">
                <a:moveTo>
                  <a:pt x="0" y="684000"/>
                </a:moveTo>
                <a:lnTo>
                  <a:pt x="170003" y="0"/>
                </a:lnTo>
                <a:lnTo>
                  <a:pt x="602003" y="0"/>
                </a:lnTo>
                <a:lnTo>
                  <a:pt x="458003" y="684000"/>
                </a:lnTo>
                <a:lnTo>
                  <a:pt x="0" y="68400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TV</a:t>
            </a:r>
            <a:endParaRPr lang="nb-NO" sz="900" i="1" dirty="0">
              <a:solidFill>
                <a:schemeClr val="tx1"/>
              </a:solidFill>
            </a:endParaRPr>
          </a:p>
        </p:txBody>
      </p:sp>
      <p:sp>
        <p:nvSpPr>
          <p:cNvPr id="29" name="Handlingsknapp: gå til Hjem 28">
            <a:hlinkClick r:id="" action="ppaction://hlinkshowjump?jump=firstslide" highlightClick="1"/>
          </p:cNvPr>
          <p:cNvSpPr/>
          <p:nvPr userDrawn="1"/>
        </p:nvSpPr>
        <p:spPr>
          <a:xfrm>
            <a:off x="2792571" y="6148372"/>
            <a:ext cx="504000" cy="517667"/>
          </a:xfrm>
          <a:prstGeom prst="actionButtonHom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0" name="Handlingsknapp: gå tilbake eller til forrige 29">
            <a:hlinkClick r:id="" action="ppaction://hlinkshowjump?jump=previousslide" highlightClick="1"/>
          </p:cNvPr>
          <p:cNvSpPr/>
          <p:nvPr userDrawn="1"/>
        </p:nvSpPr>
        <p:spPr>
          <a:xfrm>
            <a:off x="3366413" y="6148372"/>
            <a:ext cx="504000" cy="517667"/>
          </a:xfrm>
          <a:prstGeom prst="actionButtonBackPrevious">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1" name="Handlingsknapp: gå framover eller til neste 30">
            <a:hlinkClick r:id="" action="ppaction://hlinkshowjump?jump=nextslide" highlightClick="1"/>
          </p:cNvPr>
          <p:cNvSpPr/>
          <p:nvPr userDrawn="1"/>
        </p:nvSpPr>
        <p:spPr>
          <a:xfrm>
            <a:off x="3940255" y="6148372"/>
            <a:ext cx="504000" cy="517667"/>
          </a:xfrm>
          <a:prstGeom prst="actionButtonForwardNex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32" name="Bilde 31" descr="Skjermutklipp">
            <a:hlinkClick r:id="rId33"/>
          </p:cNvPr>
          <p:cNvPicPr>
            <a:picLocks noChangeAspect="1"/>
          </p:cNvPicPr>
          <p:nvPr userDrawn="1"/>
        </p:nvPicPr>
        <p:blipFill>
          <a:blip r:embed="rId34">
            <a:extLst>
              <a:ext uri="{28A0092B-C50C-407E-A947-70E740481C1C}">
                <a14:useLocalDpi xmlns:a14="http://schemas.microsoft.com/office/drawing/2010/main" val="0"/>
              </a:ext>
            </a:extLst>
          </a:blip>
          <a:stretch>
            <a:fillRect/>
          </a:stretch>
        </p:blipFill>
        <p:spPr>
          <a:xfrm>
            <a:off x="4584245" y="6148372"/>
            <a:ext cx="398655" cy="504000"/>
          </a:xfrm>
          <a:prstGeom prst="rect">
            <a:avLst/>
          </a:prstGeom>
        </p:spPr>
      </p:pic>
      <p:pic>
        <p:nvPicPr>
          <p:cNvPr id="33" name="Bilde 32">
            <a:hlinkClick r:id="rId35"/>
          </p:cNvPr>
          <p:cNvPicPr>
            <a:picLocks noChangeAspect="1"/>
          </p:cNvPicPr>
          <p:nvPr userDrawn="1"/>
        </p:nvPicPr>
        <p:blipFill>
          <a:blip r:embed="rId36">
            <a:extLst>
              <a:ext uri="{28A0092B-C50C-407E-A947-70E740481C1C}">
                <a14:useLocalDpi xmlns:a14="http://schemas.microsoft.com/office/drawing/2010/main" val="0"/>
              </a:ext>
            </a:extLst>
          </a:blip>
          <a:stretch>
            <a:fillRect/>
          </a:stretch>
        </p:blipFill>
        <p:spPr>
          <a:xfrm>
            <a:off x="2135560" y="6147796"/>
            <a:ext cx="528384" cy="528384"/>
          </a:xfrm>
          <a:prstGeom prst="rect">
            <a:avLst/>
          </a:prstGeom>
        </p:spPr>
      </p:pic>
    </p:spTree>
    <p:extLst>
      <p:ext uri="{BB962C8B-B14F-4D97-AF65-F5344CB8AC3E}">
        <p14:creationId xmlns:p14="http://schemas.microsoft.com/office/powerpoint/2010/main" val="1408530426"/>
      </p:ext>
    </p:extLst>
  </p:cSld>
  <p:clrMap bg1="lt1" tx1="dk1" bg2="lt2" tx2="dk2" accent1="accent1" accent2="accent2" accent3="accent3" accent4="accent4" accent5="accent5" accent6="accent6" hlink="hlink" folHlink="folHlink"/>
  <p:sldLayoutIdLst>
    <p:sldLayoutId id="2147486032" r:id="rId1"/>
    <p:sldLayoutId id="2147486033" r:id="rId2"/>
    <p:sldLayoutId id="2147486034" r:id="rId3"/>
    <p:sldLayoutId id="2147486035" r:id="rId4"/>
    <p:sldLayoutId id="2147486036" r:id="rId5"/>
    <p:sldLayoutId id="2147486037" r:id="rId6"/>
    <p:sldLayoutId id="2147486038" r:id="rId7"/>
    <p:sldLayoutId id="2147486039" r:id="rId8"/>
    <p:sldLayoutId id="2147486040" r:id="rId9"/>
    <p:sldLayoutId id="2147486041" r:id="rId10"/>
    <p:sldLayoutId id="2147486042" r:id="rId11"/>
    <p:sldLayoutId id="2147486043" r:id="rId12"/>
    <p:sldLayoutId id="2147486044" r:id="rId13"/>
    <p:sldLayoutId id="2147486045" r:id="rId14"/>
    <p:sldLayoutId id="2147486046" r:id="rId15"/>
    <p:sldLayoutId id="2147486047" r:id="rId16"/>
    <p:sldLayoutId id="2147486048" r:id="rId17"/>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ittel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b-NO"/>
              <a:t>Klikk for å redigere tittelstil</a:t>
            </a:r>
          </a:p>
        </p:txBody>
      </p:sp>
      <p:sp>
        <p:nvSpPr>
          <p:cNvPr id="3" name="Plassholder for teks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EDE8A7-194D-4A90-9234-E361FBAC50A1}" type="datetime1">
              <a:rPr lang="nb-NO" smtClean="0"/>
              <a:t>27.08.2024</a:t>
            </a:fld>
            <a:endParaRPr lang="nb-NO"/>
          </a:p>
        </p:txBody>
      </p:sp>
      <p:sp>
        <p:nvSpPr>
          <p:cNvPr id="5" name="Plassholder for bunntekst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nb-NO"/>
              <a:t>Control Trafikkskole</a:t>
            </a:r>
          </a:p>
        </p:txBody>
      </p:sp>
      <p:sp>
        <p:nvSpPr>
          <p:cNvPr id="6" name="Plassholder for lysbildenumm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EBBCFE-599B-47F9-B84D-4259C5E2055D}" type="slidenum">
              <a:rPr lang="nb-NO" smtClean="0"/>
              <a:t>‹#›</a:t>
            </a:fld>
            <a:endParaRPr lang="nb-NO"/>
          </a:p>
        </p:txBody>
      </p:sp>
      <p:sp>
        <p:nvSpPr>
          <p:cNvPr id="7" name="Rektangel 6"/>
          <p:cNvSpPr/>
          <p:nvPr userDrawn="1"/>
        </p:nvSpPr>
        <p:spPr>
          <a:xfrm>
            <a:off x="353025" y="2230305"/>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S</a:t>
            </a:r>
          </a:p>
        </p:txBody>
      </p:sp>
      <p:sp>
        <p:nvSpPr>
          <p:cNvPr id="8" name="Rektangel 7"/>
          <p:cNvSpPr/>
          <p:nvPr userDrawn="1"/>
        </p:nvSpPr>
        <p:spPr>
          <a:xfrm>
            <a:off x="262178" y="283839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O</a:t>
            </a:r>
          </a:p>
        </p:txBody>
      </p:sp>
      <p:sp>
        <p:nvSpPr>
          <p:cNvPr id="9" name="Rektangel 8"/>
          <p:cNvSpPr/>
          <p:nvPr userDrawn="1"/>
        </p:nvSpPr>
        <p:spPr>
          <a:xfrm>
            <a:off x="170143" y="3446489"/>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A</a:t>
            </a:r>
          </a:p>
        </p:txBody>
      </p:sp>
      <p:sp>
        <p:nvSpPr>
          <p:cNvPr id="10" name="Parallellogram 9">
            <a:hlinkClick r:id="rId19" action="ppaction://hlinksldjump"/>
          </p:cNvPr>
          <p:cNvSpPr/>
          <p:nvPr userDrawn="1"/>
        </p:nvSpPr>
        <p:spPr>
          <a:xfrm>
            <a:off x="5367340"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1</a:t>
            </a:r>
          </a:p>
        </p:txBody>
      </p:sp>
      <p:sp>
        <p:nvSpPr>
          <p:cNvPr id="11" name="Parallellogram 10">
            <a:hlinkClick r:id="rId20" action="ppaction://hlinksldjump"/>
          </p:cNvPr>
          <p:cNvSpPr/>
          <p:nvPr userDrawn="1"/>
        </p:nvSpPr>
        <p:spPr>
          <a:xfrm>
            <a:off x="6877153" y="6148372"/>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2</a:t>
            </a:r>
          </a:p>
        </p:txBody>
      </p:sp>
      <p:sp>
        <p:nvSpPr>
          <p:cNvPr id="12" name="Parallellogram 11">
            <a:hlinkClick r:id="rId21" action="ppaction://hlinksldjump"/>
          </p:cNvPr>
          <p:cNvSpPr/>
          <p:nvPr userDrawn="1"/>
        </p:nvSpPr>
        <p:spPr>
          <a:xfrm>
            <a:off x="989827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4</a:t>
            </a:r>
          </a:p>
        </p:txBody>
      </p:sp>
      <p:sp>
        <p:nvSpPr>
          <p:cNvPr id="13" name="Rektangel 12"/>
          <p:cNvSpPr/>
          <p:nvPr userDrawn="1"/>
        </p:nvSpPr>
        <p:spPr>
          <a:xfrm>
            <a:off x="48893" y="406347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H</a:t>
            </a:r>
          </a:p>
        </p:txBody>
      </p:sp>
      <p:sp>
        <p:nvSpPr>
          <p:cNvPr id="18" name="Parallellogram 17">
            <a:hlinkClick r:id="rId22" action="ppaction://hlinksldjump"/>
          </p:cNvPr>
          <p:cNvSpPr/>
          <p:nvPr userDrawn="1"/>
        </p:nvSpPr>
        <p:spPr>
          <a:xfrm>
            <a:off x="300038"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Førerkort og trafikkopplæring</a:t>
            </a:r>
            <a:endParaRPr lang="nb-NO" sz="900" i="1" dirty="0">
              <a:solidFill>
                <a:schemeClr val="tx1"/>
              </a:solidFill>
            </a:endParaRPr>
          </a:p>
        </p:txBody>
      </p:sp>
      <p:sp>
        <p:nvSpPr>
          <p:cNvPr id="19" name="Parallellogram 18">
            <a:hlinkClick r:id="rId23" action="ppaction://hlinksldjump"/>
          </p:cNvPr>
          <p:cNvSpPr/>
          <p:nvPr userDrawn="1"/>
        </p:nvSpPr>
        <p:spPr>
          <a:xfrm>
            <a:off x="1542565"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Bilens oppbygning</a:t>
            </a:r>
            <a:endParaRPr lang="nb-NO" sz="900" i="1" dirty="0">
              <a:solidFill>
                <a:schemeClr val="tx1"/>
              </a:solidFill>
            </a:endParaRPr>
          </a:p>
        </p:txBody>
      </p:sp>
      <p:sp>
        <p:nvSpPr>
          <p:cNvPr id="20" name="Parallellogram 19">
            <a:hlinkClick r:id="rId24" action="ppaction://hlinksldjump"/>
          </p:cNvPr>
          <p:cNvSpPr/>
          <p:nvPr userDrawn="1"/>
        </p:nvSpPr>
        <p:spPr>
          <a:xfrm>
            <a:off x="2795685"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Ansvar for kjøretøyets stand og bruk</a:t>
            </a:r>
            <a:endParaRPr lang="nb-NO" sz="900" i="1" dirty="0">
              <a:solidFill>
                <a:schemeClr val="tx1"/>
              </a:solidFill>
            </a:endParaRPr>
          </a:p>
        </p:txBody>
      </p:sp>
      <p:sp>
        <p:nvSpPr>
          <p:cNvPr id="21" name="Parallellogram 20">
            <a:hlinkClick r:id="rId25" action="ppaction://hlinksldjump"/>
          </p:cNvPr>
          <p:cNvSpPr/>
          <p:nvPr userDrawn="1"/>
        </p:nvSpPr>
        <p:spPr>
          <a:xfrm>
            <a:off x="4038212"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Kjøring med tilhenger </a:t>
            </a:r>
            <a:endParaRPr lang="nb-NO" sz="900" i="1" dirty="0">
              <a:solidFill>
                <a:schemeClr val="tx1"/>
              </a:solidFill>
            </a:endParaRPr>
          </a:p>
        </p:txBody>
      </p:sp>
      <p:sp>
        <p:nvSpPr>
          <p:cNvPr id="22" name="Parallellogram 21">
            <a:hlinkClick r:id="rId26" action="ppaction://hlinksldjump"/>
          </p:cNvPr>
          <p:cNvSpPr/>
          <p:nvPr userDrawn="1"/>
        </p:nvSpPr>
        <p:spPr>
          <a:xfrm>
            <a:off x="5291332"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Menneskets kapasitet og trafikkens krav</a:t>
            </a:r>
            <a:endParaRPr lang="nb-NO" sz="900" i="1" dirty="0">
              <a:solidFill>
                <a:schemeClr val="tx1"/>
              </a:solidFill>
            </a:endParaRPr>
          </a:p>
        </p:txBody>
      </p:sp>
      <p:sp>
        <p:nvSpPr>
          <p:cNvPr id="23" name="Parallellogram 22">
            <a:hlinkClick r:id="rId27" action="ppaction://hlinksldjump"/>
          </p:cNvPr>
          <p:cNvSpPr/>
          <p:nvPr userDrawn="1"/>
        </p:nvSpPr>
        <p:spPr>
          <a:xfrm>
            <a:off x="6533859"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nb-NO" sz="900" dirty="0">
                <a:solidFill>
                  <a:schemeClr val="tx1"/>
                </a:solidFill>
              </a:rPr>
              <a:t>Gjøre seg klar for kjøring </a:t>
            </a:r>
          </a:p>
        </p:txBody>
      </p:sp>
      <p:sp>
        <p:nvSpPr>
          <p:cNvPr id="24" name="Parallellogram 23">
            <a:hlinkClick r:id="rId28" action="ppaction://hlinksldjump"/>
          </p:cNvPr>
          <p:cNvSpPr/>
          <p:nvPr userDrawn="1"/>
        </p:nvSpPr>
        <p:spPr>
          <a:xfrm>
            <a:off x="7786979" y="152613"/>
            <a:ext cx="1368000" cy="6840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Igangsetting og stans, giring, styring, etc. </a:t>
            </a:r>
            <a:endParaRPr lang="nb-NO" sz="900" i="1" dirty="0">
              <a:solidFill>
                <a:schemeClr val="tx1"/>
              </a:solidFill>
            </a:endParaRPr>
          </a:p>
        </p:txBody>
      </p:sp>
      <p:sp>
        <p:nvSpPr>
          <p:cNvPr id="25" name="Parallellogram 24">
            <a:hlinkClick r:id="rId29" action="ppaction://hlinksldjump"/>
          </p:cNvPr>
          <p:cNvSpPr/>
          <p:nvPr userDrawn="1"/>
        </p:nvSpPr>
        <p:spPr>
          <a:xfrm>
            <a:off x="9029506"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Grunnleggende kjøretøy-behandling </a:t>
            </a:r>
            <a:endParaRPr lang="nb-NO" sz="900" i="1" dirty="0">
              <a:solidFill>
                <a:schemeClr val="tx1"/>
              </a:solidFill>
            </a:endParaRPr>
          </a:p>
        </p:txBody>
      </p:sp>
      <p:sp>
        <p:nvSpPr>
          <p:cNvPr id="26" name="Parallellogram 25">
            <a:hlinkClick r:id="rId30" action="ppaction://hlinksldjump"/>
          </p:cNvPr>
          <p:cNvSpPr/>
          <p:nvPr userDrawn="1"/>
        </p:nvSpPr>
        <p:spPr>
          <a:xfrm>
            <a:off x="10282626"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Sikkerhets-kontroll av bilen</a:t>
            </a:r>
            <a:endParaRPr lang="nb-NO" sz="900" i="1" dirty="0">
              <a:solidFill>
                <a:schemeClr val="tx1"/>
              </a:solidFill>
            </a:endParaRPr>
          </a:p>
        </p:txBody>
      </p:sp>
      <p:sp>
        <p:nvSpPr>
          <p:cNvPr id="27" name="Parallellogram 26">
            <a:hlinkClick r:id="rId31" action="ppaction://hlinksldjump"/>
          </p:cNvPr>
          <p:cNvSpPr/>
          <p:nvPr userDrawn="1"/>
        </p:nvSpPr>
        <p:spPr>
          <a:xfrm>
            <a:off x="838771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3</a:t>
            </a:r>
          </a:p>
        </p:txBody>
      </p:sp>
      <p:sp>
        <p:nvSpPr>
          <p:cNvPr id="28" name="Parallellogram 49">
            <a:hlinkClick r:id="rId32" action="ppaction://hlinksldjump"/>
          </p:cNvPr>
          <p:cNvSpPr/>
          <p:nvPr userDrawn="1"/>
        </p:nvSpPr>
        <p:spPr>
          <a:xfrm>
            <a:off x="11524928" y="152613"/>
            <a:ext cx="602003" cy="684000"/>
          </a:xfrm>
          <a:custGeom>
            <a:avLst/>
            <a:gdLst>
              <a:gd name="connsiteX0" fmla="*/ 0 w 576000"/>
              <a:gd name="connsiteY0" fmla="*/ 684000 h 684000"/>
              <a:gd name="connsiteX1" fmla="*/ 144000 w 576000"/>
              <a:gd name="connsiteY1" fmla="*/ 0 h 684000"/>
              <a:gd name="connsiteX2" fmla="*/ 576000 w 576000"/>
              <a:gd name="connsiteY2" fmla="*/ 0 h 684000"/>
              <a:gd name="connsiteX3" fmla="*/ 432000 w 576000"/>
              <a:gd name="connsiteY3" fmla="*/ 684000 h 684000"/>
              <a:gd name="connsiteX4" fmla="*/ 0 w 576000"/>
              <a:gd name="connsiteY4" fmla="*/ 684000 h 684000"/>
              <a:gd name="connsiteX0" fmla="*/ 0 w 593335"/>
              <a:gd name="connsiteY0" fmla="*/ 675333 h 684000"/>
              <a:gd name="connsiteX1" fmla="*/ 161335 w 593335"/>
              <a:gd name="connsiteY1" fmla="*/ 0 h 684000"/>
              <a:gd name="connsiteX2" fmla="*/ 593335 w 593335"/>
              <a:gd name="connsiteY2" fmla="*/ 0 h 684000"/>
              <a:gd name="connsiteX3" fmla="*/ 449335 w 593335"/>
              <a:gd name="connsiteY3" fmla="*/ 684000 h 684000"/>
              <a:gd name="connsiteX4" fmla="*/ 0 w 593335"/>
              <a:gd name="connsiteY4" fmla="*/ 675333 h 684000"/>
              <a:gd name="connsiteX0" fmla="*/ 0 w 593335"/>
              <a:gd name="connsiteY0" fmla="*/ 679667 h 684000"/>
              <a:gd name="connsiteX1" fmla="*/ 161335 w 593335"/>
              <a:gd name="connsiteY1" fmla="*/ 0 h 684000"/>
              <a:gd name="connsiteX2" fmla="*/ 593335 w 593335"/>
              <a:gd name="connsiteY2" fmla="*/ 0 h 684000"/>
              <a:gd name="connsiteX3" fmla="*/ 449335 w 593335"/>
              <a:gd name="connsiteY3" fmla="*/ 684000 h 684000"/>
              <a:gd name="connsiteX4" fmla="*/ 0 w 593335"/>
              <a:gd name="connsiteY4" fmla="*/ 679667 h 684000"/>
              <a:gd name="connsiteX0" fmla="*/ 0 w 602003"/>
              <a:gd name="connsiteY0" fmla="*/ 684000 h 684000"/>
              <a:gd name="connsiteX1" fmla="*/ 170003 w 602003"/>
              <a:gd name="connsiteY1" fmla="*/ 0 h 684000"/>
              <a:gd name="connsiteX2" fmla="*/ 602003 w 602003"/>
              <a:gd name="connsiteY2" fmla="*/ 0 h 684000"/>
              <a:gd name="connsiteX3" fmla="*/ 458003 w 602003"/>
              <a:gd name="connsiteY3" fmla="*/ 684000 h 684000"/>
              <a:gd name="connsiteX4" fmla="*/ 0 w 602003"/>
              <a:gd name="connsiteY4" fmla="*/ 684000 h 684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2003" h="684000">
                <a:moveTo>
                  <a:pt x="0" y="684000"/>
                </a:moveTo>
                <a:lnTo>
                  <a:pt x="170003" y="0"/>
                </a:lnTo>
                <a:lnTo>
                  <a:pt x="602003" y="0"/>
                </a:lnTo>
                <a:lnTo>
                  <a:pt x="458003" y="684000"/>
                </a:lnTo>
                <a:lnTo>
                  <a:pt x="0" y="68400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TV</a:t>
            </a:r>
            <a:endParaRPr lang="nb-NO" sz="900" i="1" dirty="0">
              <a:solidFill>
                <a:schemeClr val="tx1"/>
              </a:solidFill>
            </a:endParaRPr>
          </a:p>
        </p:txBody>
      </p:sp>
      <p:sp>
        <p:nvSpPr>
          <p:cNvPr id="29" name="Handlingsknapp: gå til Hjem 28">
            <a:hlinkClick r:id="" action="ppaction://hlinkshowjump?jump=firstslide" highlightClick="1"/>
          </p:cNvPr>
          <p:cNvSpPr/>
          <p:nvPr userDrawn="1"/>
        </p:nvSpPr>
        <p:spPr>
          <a:xfrm>
            <a:off x="2792571" y="6148372"/>
            <a:ext cx="504000" cy="517667"/>
          </a:xfrm>
          <a:prstGeom prst="actionButtonHom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0" name="Handlingsknapp: gå tilbake eller til forrige 29">
            <a:hlinkClick r:id="" action="ppaction://hlinkshowjump?jump=previousslide" highlightClick="1"/>
          </p:cNvPr>
          <p:cNvSpPr/>
          <p:nvPr userDrawn="1"/>
        </p:nvSpPr>
        <p:spPr>
          <a:xfrm>
            <a:off x="3366413" y="6148372"/>
            <a:ext cx="504000" cy="517667"/>
          </a:xfrm>
          <a:prstGeom prst="actionButtonBackPrevious">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1" name="Handlingsknapp: gå framover eller til neste 30">
            <a:hlinkClick r:id="" action="ppaction://hlinkshowjump?jump=nextslide" highlightClick="1"/>
          </p:cNvPr>
          <p:cNvSpPr/>
          <p:nvPr userDrawn="1"/>
        </p:nvSpPr>
        <p:spPr>
          <a:xfrm>
            <a:off x="3940255" y="6148372"/>
            <a:ext cx="504000" cy="517667"/>
          </a:xfrm>
          <a:prstGeom prst="actionButtonForwardNex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32" name="Bilde 31" descr="Skjermutklipp">
            <a:hlinkClick r:id="rId33"/>
          </p:cNvPr>
          <p:cNvPicPr>
            <a:picLocks noChangeAspect="1"/>
          </p:cNvPicPr>
          <p:nvPr userDrawn="1"/>
        </p:nvPicPr>
        <p:blipFill>
          <a:blip r:embed="rId34">
            <a:extLst>
              <a:ext uri="{28A0092B-C50C-407E-A947-70E740481C1C}">
                <a14:useLocalDpi xmlns:a14="http://schemas.microsoft.com/office/drawing/2010/main" val="0"/>
              </a:ext>
            </a:extLst>
          </a:blip>
          <a:stretch>
            <a:fillRect/>
          </a:stretch>
        </p:blipFill>
        <p:spPr>
          <a:xfrm>
            <a:off x="4584245" y="6148372"/>
            <a:ext cx="398655" cy="504000"/>
          </a:xfrm>
          <a:prstGeom prst="rect">
            <a:avLst/>
          </a:prstGeom>
        </p:spPr>
      </p:pic>
      <p:pic>
        <p:nvPicPr>
          <p:cNvPr id="33" name="Bilde 32">
            <a:hlinkClick r:id="rId35"/>
          </p:cNvPr>
          <p:cNvPicPr>
            <a:picLocks noChangeAspect="1"/>
          </p:cNvPicPr>
          <p:nvPr userDrawn="1"/>
        </p:nvPicPr>
        <p:blipFill>
          <a:blip r:embed="rId36">
            <a:extLst>
              <a:ext uri="{28A0092B-C50C-407E-A947-70E740481C1C}">
                <a14:useLocalDpi xmlns:a14="http://schemas.microsoft.com/office/drawing/2010/main" val="0"/>
              </a:ext>
            </a:extLst>
          </a:blip>
          <a:stretch>
            <a:fillRect/>
          </a:stretch>
        </p:blipFill>
        <p:spPr>
          <a:xfrm>
            <a:off x="2135560" y="6147796"/>
            <a:ext cx="528384" cy="528384"/>
          </a:xfrm>
          <a:prstGeom prst="rect">
            <a:avLst/>
          </a:prstGeom>
        </p:spPr>
      </p:pic>
    </p:spTree>
    <p:extLst>
      <p:ext uri="{BB962C8B-B14F-4D97-AF65-F5344CB8AC3E}">
        <p14:creationId xmlns:p14="http://schemas.microsoft.com/office/powerpoint/2010/main" val="1048284912"/>
      </p:ext>
    </p:extLst>
  </p:cSld>
  <p:clrMap bg1="lt1" tx1="dk1" bg2="lt2" tx2="dk2" accent1="accent1" accent2="accent2" accent3="accent3" accent4="accent4" accent5="accent5" accent6="accent6" hlink="hlink" folHlink="folHlink"/>
  <p:sldLayoutIdLst>
    <p:sldLayoutId id="2147486050" r:id="rId1"/>
    <p:sldLayoutId id="2147486051" r:id="rId2"/>
    <p:sldLayoutId id="2147486052" r:id="rId3"/>
    <p:sldLayoutId id="2147486053" r:id="rId4"/>
    <p:sldLayoutId id="2147486054" r:id="rId5"/>
    <p:sldLayoutId id="2147486055" r:id="rId6"/>
    <p:sldLayoutId id="2147486056" r:id="rId7"/>
    <p:sldLayoutId id="2147486057" r:id="rId8"/>
    <p:sldLayoutId id="2147486058" r:id="rId9"/>
    <p:sldLayoutId id="2147486059" r:id="rId10"/>
    <p:sldLayoutId id="2147486060" r:id="rId11"/>
    <p:sldLayoutId id="2147486061" r:id="rId12"/>
    <p:sldLayoutId id="2147486062" r:id="rId13"/>
    <p:sldLayoutId id="2147486063" r:id="rId14"/>
    <p:sldLayoutId id="2147486064" r:id="rId15"/>
    <p:sldLayoutId id="2147486065" r:id="rId16"/>
    <p:sldLayoutId id="2147486066" r:id="rId17"/>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ittel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b-NO"/>
              <a:t>Klikk for å redigere tittelstil</a:t>
            </a:r>
          </a:p>
        </p:txBody>
      </p:sp>
      <p:sp>
        <p:nvSpPr>
          <p:cNvPr id="3" name="Plassholder for teks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FBAB3C3-A5BC-40E0-92AD-3876ECA2573B}" type="datetime1">
              <a:rPr lang="nb-NO" smtClean="0"/>
              <a:t>27.08.2024</a:t>
            </a:fld>
            <a:endParaRPr lang="nb-NO"/>
          </a:p>
        </p:txBody>
      </p:sp>
      <p:sp>
        <p:nvSpPr>
          <p:cNvPr id="5" name="Plassholder for bunntekst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nb-NO"/>
              <a:t>Control Trafikkskole</a:t>
            </a:r>
          </a:p>
        </p:txBody>
      </p:sp>
      <p:sp>
        <p:nvSpPr>
          <p:cNvPr id="6" name="Plassholder for lysbildenumm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EBBCFE-599B-47F9-B84D-4259C5E2055D}" type="slidenum">
              <a:rPr lang="nb-NO" smtClean="0"/>
              <a:t>‹#›</a:t>
            </a:fld>
            <a:endParaRPr lang="nb-NO"/>
          </a:p>
        </p:txBody>
      </p:sp>
      <p:sp>
        <p:nvSpPr>
          <p:cNvPr id="7" name="Rektangel 6"/>
          <p:cNvSpPr/>
          <p:nvPr userDrawn="1"/>
        </p:nvSpPr>
        <p:spPr>
          <a:xfrm>
            <a:off x="353025" y="2230305"/>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S</a:t>
            </a:r>
          </a:p>
        </p:txBody>
      </p:sp>
      <p:sp>
        <p:nvSpPr>
          <p:cNvPr id="8" name="Rektangel 7"/>
          <p:cNvSpPr/>
          <p:nvPr userDrawn="1"/>
        </p:nvSpPr>
        <p:spPr>
          <a:xfrm>
            <a:off x="262178" y="283839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O</a:t>
            </a:r>
          </a:p>
        </p:txBody>
      </p:sp>
      <p:sp>
        <p:nvSpPr>
          <p:cNvPr id="9" name="Rektangel 8"/>
          <p:cNvSpPr/>
          <p:nvPr userDrawn="1"/>
        </p:nvSpPr>
        <p:spPr>
          <a:xfrm>
            <a:off x="170143" y="3446489"/>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A</a:t>
            </a:r>
          </a:p>
        </p:txBody>
      </p:sp>
      <p:sp>
        <p:nvSpPr>
          <p:cNvPr id="10" name="Parallellogram 9">
            <a:hlinkClick r:id="rId19" action="ppaction://hlinksldjump"/>
          </p:cNvPr>
          <p:cNvSpPr/>
          <p:nvPr userDrawn="1"/>
        </p:nvSpPr>
        <p:spPr>
          <a:xfrm>
            <a:off x="5367340"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1</a:t>
            </a:r>
          </a:p>
        </p:txBody>
      </p:sp>
      <p:sp>
        <p:nvSpPr>
          <p:cNvPr id="11" name="Parallellogram 10">
            <a:hlinkClick r:id="rId20" action="ppaction://hlinksldjump"/>
          </p:cNvPr>
          <p:cNvSpPr/>
          <p:nvPr userDrawn="1"/>
        </p:nvSpPr>
        <p:spPr>
          <a:xfrm>
            <a:off x="6877153" y="6148372"/>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2</a:t>
            </a:r>
          </a:p>
        </p:txBody>
      </p:sp>
      <p:sp>
        <p:nvSpPr>
          <p:cNvPr id="12" name="Parallellogram 11">
            <a:hlinkClick r:id="rId21" action="ppaction://hlinksldjump"/>
          </p:cNvPr>
          <p:cNvSpPr/>
          <p:nvPr userDrawn="1"/>
        </p:nvSpPr>
        <p:spPr>
          <a:xfrm>
            <a:off x="989827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4</a:t>
            </a:r>
          </a:p>
        </p:txBody>
      </p:sp>
      <p:sp>
        <p:nvSpPr>
          <p:cNvPr id="13" name="Rektangel 12"/>
          <p:cNvSpPr/>
          <p:nvPr userDrawn="1"/>
        </p:nvSpPr>
        <p:spPr>
          <a:xfrm>
            <a:off x="48893" y="406347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H</a:t>
            </a:r>
          </a:p>
        </p:txBody>
      </p:sp>
      <p:sp>
        <p:nvSpPr>
          <p:cNvPr id="18" name="Parallellogram 17">
            <a:hlinkClick r:id="rId22" action="ppaction://hlinksldjump"/>
          </p:cNvPr>
          <p:cNvSpPr/>
          <p:nvPr userDrawn="1"/>
        </p:nvSpPr>
        <p:spPr>
          <a:xfrm>
            <a:off x="300038"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Førerkort og trafikkopplæring</a:t>
            </a:r>
            <a:endParaRPr lang="nb-NO" sz="900" i="1" dirty="0">
              <a:solidFill>
                <a:schemeClr val="tx1"/>
              </a:solidFill>
            </a:endParaRPr>
          </a:p>
        </p:txBody>
      </p:sp>
      <p:sp>
        <p:nvSpPr>
          <p:cNvPr id="19" name="Parallellogram 18">
            <a:hlinkClick r:id="rId23" action="ppaction://hlinksldjump"/>
          </p:cNvPr>
          <p:cNvSpPr/>
          <p:nvPr userDrawn="1"/>
        </p:nvSpPr>
        <p:spPr>
          <a:xfrm>
            <a:off x="1542565"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Bilens oppbygning</a:t>
            </a:r>
            <a:endParaRPr lang="nb-NO" sz="900" i="1" dirty="0">
              <a:solidFill>
                <a:schemeClr val="tx1"/>
              </a:solidFill>
            </a:endParaRPr>
          </a:p>
        </p:txBody>
      </p:sp>
      <p:sp>
        <p:nvSpPr>
          <p:cNvPr id="20" name="Parallellogram 19">
            <a:hlinkClick r:id="rId24" action="ppaction://hlinksldjump"/>
          </p:cNvPr>
          <p:cNvSpPr/>
          <p:nvPr userDrawn="1"/>
        </p:nvSpPr>
        <p:spPr>
          <a:xfrm>
            <a:off x="2795685"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Ansvar for kjøretøyets stand og bruk</a:t>
            </a:r>
            <a:endParaRPr lang="nb-NO" sz="900" i="1" dirty="0">
              <a:solidFill>
                <a:schemeClr val="tx1"/>
              </a:solidFill>
            </a:endParaRPr>
          </a:p>
        </p:txBody>
      </p:sp>
      <p:sp>
        <p:nvSpPr>
          <p:cNvPr id="21" name="Parallellogram 20">
            <a:hlinkClick r:id="rId25" action="ppaction://hlinksldjump"/>
          </p:cNvPr>
          <p:cNvSpPr/>
          <p:nvPr userDrawn="1"/>
        </p:nvSpPr>
        <p:spPr>
          <a:xfrm>
            <a:off x="4038212"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Kjøring med tilhenger </a:t>
            </a:r>
            <a:endParaRPr lang="nb-NO" sz="900" i="1" dirty="0">
              <a:solidFill>
                <a:schemeClr val="tx1"/>
              </a:solidFill>
            </a:endParaRPr>
          </a:p>
        </p:txBody>
      </p:sp>
      <p:sp>
        <p:nvSpPr>
          <p:cNvPr id="22" name="Parallellogram 21">
            <a:hlinkClick r:id="rId26" action="ppaction://hlinksldjump"/>
          </p:cNvPr>
          <p:cNvSpPr/>
          <p:nvPr userDrawn="1"/>
        </p:nvSpPr>
        <p:spPr>
          <a:xfrm>
            <a:off x="5291332"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Menneskets kapasitet og trafikkens krav</a:t>
            </a:r>
            <a:endParaRPr lang="nb-NO" sz="900" i="1" dirty="0">
              <a:solidFill>
                <a:schemeClr val="tx1"/>
              </a:solidFill>
            </a:endParaRPr>
          </a:p>
        </p:txBody>
      </p:sp>
      <p:sp>
        <p:nvSpPr>
          <p:cNvPr id="23" name="Parallellogram 22">
            <a:hlinkClick r:id="rId27" action="ppaction://hlinksldjump"/>
          </p:cNvPr>
          <p:cNvSpPr/>
          <p:nvPr userDrawn="1"/>
        </p:nvSpPr>
        <p:spPr>
          <a:xfrm>
            <a:off x="6533859"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nb-NO" sz="900" dirty="0">
                <a:solidFill>
                  <a:schemeClr val="tx1"/>
                </a:solidFill>
              </a:rPr>
              <a:t>Gjøre seg klar for kjøring </a:t>
            </a:r>
          </a:p>
        </p:txBody>
      </p:sp>
      <p:sp>
        <p:nvSpPr>
          <p:cNvPr id="24" name="Parallellogram 23">
            <a:hlinkClick r:id="rId28" action="ppaction://hlinksldjump"/>
          </p:cNvPr>
          <p:cNvSpPr/>
          <p:nvPr userDrawn="1"/>
        </p:nvSpPr>
        <p:spPr>
          <a:xfrm>
            <a:off x="7786979"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Igangsetting og stans, giring, styring, etc. </a:t>
            </a:r>
            <a:endParaRPr lang="nb-NO" sz="900" i="1" dirty="0">
              <a:solidFill>
                <a:schemeClr val="tx1"/>
              </a:solidFill>
            </a:endParaRPr>
          </a:p>
        </p:txBody>
      </p:sp>
      <p:sp>
        <p:nvSpPr>
          <p:cNvPr id="25" name="Parallellogram 24">
            <a:hlinkClick r:id="rId29" action="ppaction://hlinksldjump"/>
          </p:cNvPr>
          <p:cNvSpPr/>
          <p:nvPr userDrawn="1"/>
        </p:nvSpPr>
        <p:spPr>
          <a:xfrm>
            <a:off x="9029506" y="152613"/>
            <a:ext cx="1368000" cy="6840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Grunnleggende kjøretøy-behandling </a:t>
            </a:r>
            <a:endParaRPr lang="nb-NO" sz="900" i="1" dirty="0">
              <a:solidFill>
                <a:schemeClr val="tx1"/>
              </a:solidFill>
            </a:endParaRPr>
          </a:p>
        </p:txBody>
      </p:sp>
      <p:sp>
        <p:nvSpPr>
          <p:cNvPr id="26" name="Parallellogram 25">
            <a:hlinkClick r:id="rId30" action="ppaction://hlinksldjump"/>
          </p:cNvPr>
          <p:cNvSpPr/>
          <p:nvPr userDrawn="1"/>
        </p:nvSpPr>
        <p:spPr>
          <a:xfrm>
            <a:off x="10282626"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Sikkerhets-kontroll av bilen</a:t>
            </a:r>
            <a:endParaRPr lang="nb-NO" sz="900" i="1" dirty="0">
              <a:solidFill>
                <a:schemeClr val="tx1"/>
              </a:solidFill>
            </a:endParaRPr>
          </a:p>
        </p:txBody>
      </p:sp>
      <p:sp>
        <p:nvSpPr>
          <p:cNvPr id="27" name="Parallellogram 26">
            <a:hlinkClick r:id="rId31" action="ppaction://hlinksldjump"/>
          </p:cNvPr>
          <p:cNvSpPr/>
          <p:nvPr userDrawn="1"/>
        </p:nvSpPr>
        <p:spPr>
          <a:xfrm>
            <a:off x="838771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3</a:t>
            </a:r>
          </a:p>
        </p:txBody>
      </p:sp>
      <p:sp>
        <p:nvSpPr>
          <p:cNvPr id="28" name="Parallellogram 49">
            <a:hlinkClick r:id="rId32" action="ppaction://hlinksldjump"/>
          </p:cNvPr>
          <p:cNvSpPr/>
          <p:nvPr userDrawn="1"/>
        </p:nvSpPr>
        <p:spPr>
          <a:xfrm>
            <a:off x="11524928" y="152613"/>
            <a:ext cx="602003" cy="684000"/>
          </a:xfrm>
          <a:custGeom>
            <a:avLst/>
            <a:gdLst>
              <a:gd name="connsiteX0" fmla="*/ 0 w 576000"/>
              <a:gd name="connsiteY0" fmla="*/ 684000 h 684000"/>
              <a:gd name="connsiteX1" fmla="*/ 144000 w 576000"/>
              <a:gd name="connsiteY1" fmla="*/ 0 h 684000"/>
              <a:gd name="connsiteX2" fmla="*/ 576000 w 576000"/>
              <a:gd name="connsiteY2" fmla="*/ 0 h 684000"/>
              <a:gd name="connsiteX3" fmla="*/ 432000 w 576000"/>
              <a:gd name="connsiteY3" fmla="*/ 684000 h 684000"/>
              <a:gd name="connsiteX4" fmla="*/ 0 w 576000"/>
              <a:gd name="connsiteY4" fmla="*/ 684000 h 684000"/>
              <a:gd name="connsiteX0" fmla="*/ 0 w 593335"/>
              <a:gd name="connsiteY0" fmla="*/ 675333 h 684000"/>
              <a:gd name="connsiteX1" fmla="*/ 161335 w 593335"/>
              <a:gd name="connsiteY1" fmla="*/ 0 h 684000"/>
              <a:gd name="connsiteX2" fmla="*/ 593335 w 593335"/>
              <a:gd name="connsiteY2" fmla="*/ 0 h 684000"/>
              <a:gd name="connsiteX3" fmla="*/ 449335 w 593335"/>
              <a:gd name="connsiteY3" fmla="*/ 684000 h 684000"/>
              <a:gd name="connsiteX4" fmla="*/ 0 w 593335"/>
              <a:gd name="connsiteY4" fmla="*/ 675333 h 684000"/>
              <a:gd name="connsiteX0" fmla="*/ 0 w 593335"/>
              <a:gd name="connsiteY0" fmla="*/ 679667 h 684000"/>
              <a:gd name="connsiteX1" fmla="*/ 161335 w 593335"/>
              <a:gd name="connsiteY1" fmla="*/ 0 h 684000"/>
              <a:gd name="connsiteX2" fmla="*/ 593335 w 593335"/>
              <a:gd name="connsiteY2" fmla="*/ 0 h 684000"/>
              <a:gd name="connsiteX3" fmla="*/ 449335 w 593335"/>
              <a:gd name="connsiteY3" fmla="*/ 684000 h 684000"/>
              <a:gd name="connsiteX4" fmla="*/ 0 w 593335"/>
              <a:gd name="connsiteY4" fmla="*/ 679667 h 684000"/>
              <a:gd name="connsiteX0" fmla="*/ 0 w 602003"/>
              <a:gd name="connsiteY0" fmla="*/ 684000 h 684000"/>
              <a:gd name="connsiteX1" fmla="*/ 170003 w 602003"/>
              <a:gd name="connsiteY1" fmla="*/ 0 h 684000"/>
              <a:gd name="connsiteX2" fmla="*/ 602003 w 602003"/>
              <a:gd name="connsiteY2" fmla="*/ 0 h 684000"/>
              <a:gd name="connsiteX3" fmla="*/ 458003 w 602003"/>
              <a:gd name="connsiteY3" fmla="*/ 684000 h 684000"/>
              <a:gd name="connsiteX4" fmla="*/ 0 w 602003"/>
              <a:gd name="connsiteY4" fmla="*/ 684000 h 684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2003" h="684000">
                <a:moveTo>
                  <a:pt x="0" y="684000"/>
                </a:moveTo>
                <a:lnTo>
                  <a:pt x="170003" y="0"/>
                </a:lnTo>
                <a:lnTo>
                  <a:pt x="602003" y="0"/>
                </a:lnTo>
                <a:lnTo>
                  <a:pt x="458003" y="684000"/>
                </a:lnTo>
                <a:lnTo>
                  <a:pt x="0" y="68400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TV</a:t>
            </a:r>
            <a:endParaRPr lang="nb-NO" sz="900" i="1" dirty="0">
              <a:solidFill>
                <a:schemeClr val="tx1"/>
              </a:solidFill>
            </a:endParaRPr>
          </a:p>
        </p:txBody>
      </p:sp>
      <p:sp>
        <p:nvSpPr>
          <p:cNvPr id="29" name="Handlingsknapp: gå til Hjem 28">
            <a:hlinkClick r:id="" action="ppaction://hlinkshowjump?jump=firstslide" highlightClick="1"/>
          </p:cNvPr>
          <p:cNvSpPr/>
          <p:nvPr userDrawn="1"/>
        </p:nvSpPr>
        <p:spPr>
          <a:xfrm>
            <a:off x="2792571" y="6148372"/>
            <a:ext cx="504000" cy="517667"/>
          </a:xfrm>
          <a:prstGeom prst="actionButtonHom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0" name="Handlingsknapp: gå tilbake eller til forrige 29">
            <a:hlinkClick r:id="" action="ppaction://hlinkshowjump?jump=previousslide" highlightClick="1"/>
          </p:cNvPr>
          <p:cNvSpPr/>
          <p:nvPr userDrawn="1"/>
        </p:nvSpPr>
        <p:spPr>
          <a:xfrm>
            <a:off x="3366413" y="6148372"/>
            <a:ext cx="504000" cy="517667"/>
          </a:xfrm>
          <a:prstGeom prst="actionButtonBackPrevious">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1" name="Handlingsknapp: gå framover eller til neste 30">
            <a:hlinkClick r:id="" action="ppaction://hlinkshowjump?jump=nextslide" highlightClick="1"/>
          </p:cNvPr>
          <p:cNvSpPr/>
          <p:nvPr userDrawn="1"/>
        </p:nvSpPr>
        <p:spPr>
          <a:xfrm>
            <a:off x="3940255" y="6148372"/>
            <a:ext cx="504000" cy="517667"/>
          </a:xfrm>
          <a:prstGeom prst="actionButtonForwardNex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32" name="Bilde 31" descr="Skjermutklipp">
            <a:hlinkClick r:id="rId33"/>
          </p:cNvPr>
          <p:cNvPicPr>
            <a:picLocks noChangeAspect="1"/>
          </p:cNvPicPr>
          <p:nvPr userDrawn="1"/>
        </p:nvPicPr>
        <p:blipFill>
          <a:blip r:embed="rId34">
            <a:extLst>
              <a:ext uri="{28A0092B-C50C-407E-A947-70E740481C1C}">
                <a14:useLocalDpi xmlns:a14="http://schemas.microsoft.com/office/drawing/2010/main" val="0"/>
              </a:ext>
            </a:extLst>
          </a:blip>
          <a:stretch>
            <a:fillRect/>
          </a:stretch>
        </p:blipFill>
        <p:spPr>
          <a:xfrm>
            <a:off x="4584245" y="6148372"/>
            <a:ext cx="398655" cy="504000"/>
          </a:xfrm>
          <a:prstGeom prst="rect">
            <a:avLst/>
          </a:prstGeom>
        </p:spPr>
      </p:pic>
      <p:pic>
        <p:nvPicPr>
          <p:cNvPr id="33" name="Bilde 32">
            <a:hlinkClick r:id="rId35"/>
          </p:cNvPr>
          <p:cNvPicPr>
            <a:picLocks noChangeAspect="1"/>
          </p:cNvPicPr>
          <p:nvPr userDrawn="1"/>
        </p:nvPicPr>
        <p:blipFill>
          <a:blip r:embed="rId36">
            <a:extLst>
              <a:ext uri="{28A0092B-C50C-407E-A947-70E740481C1C}">
                <a14:useLocalDpi xmlns:a14="http://schemas.microsoft.com/office/drawing/2010/main" val="0"/>
              </a:ext>
            </a:extLst>
          </a:blip>
          <a:stretch>
            <a:fillRect/>
          </a:stretch>
        </p:blipFill>
        <p:spPr>
          <a:xfrm>
            <a:off x="2135560" y="6147796"/>
            <a:ext cx="528384" cy="528384"/>
          </a:xfrm>
          <a:prstGeom prst="rect">
            <a:avLst/>
          </a:prstGeom>
        </p:spPr>
      </p:pic>
    </p:spTree>
    <p:extLst>
      <p:ext uri="{BB962C8B-B14F-4D97-AF65-F5344CB8AC3E}">
        <p14:creationId xmlns:p14="http://schemas.microsoft.com/office/powerpoint/2010/main" val="2090111208"/>
      </p:ext>
    </p:extLst>
  </p:cSld>
  <p:clrMap bg1="lt1" tx1="dk1" bg2="lt2" tx2="dk2" accent1="accent1" accent2="accent2" accent3="accent3" accent4="accent4" accent5="accent5" accent6="accent6" hlink="hlink" folHlink="folHlink"/>
  <p:sldLayoutIdLst>
    <p:sldLayoutId id="2147486068" r:id="rId1"/>
    <p:sldLayoutId id="2147486069" r:id="rId2"/>
    <p:sldLayoutId id="2147486070" r:id="rId3"/>
    <p:sldLayoutId id="2147486071" r:id="rId4"/>
    <p:sldLayoutId id="2147486072" r:id="rId5"/>
    <p:sldLayoutId id="2147486073" r:id="rId6"/>
    <p:sldLayoutId id="2147486074" r:id="rId7"/>
    <p:sldLayoutId id="2147486075" r:id="rId8"/>
    <p:sldLayoutId id="2147486076" r:id="rId9"/>
    <p:sldLayoutId id="2147486077" r:id="rId10"/>
    <p:sldLayoutId id="2147486078" r:id="rId11"/>
    <p:sldLayoutId id="2147486079" r:id="rId12"/>
    <p:sldLayoutId id="2147486080" r:id="rId13"/>
    <p:sldLayoutId id="2147486081" r:id="rId14"/>
    <p:sldLayoutId id="2147486082" r:id="rId15"/>
    <p:sldLayoutId id="2147486083" r:id="rId16"/>
    <p:sldLayoutId id="2147486084" r:id="rId17"/>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ittel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b-NO"/>
              <a:t>Klikk for å redigere tittelstil</a:t>
            </a:r>
          </a:p>
        </p:txBody>
      </p:sp>
      <p:sp>
        <p:nvSpPr>
          <p:cNvPr id="3" name="Plassholder for teks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57A0C4-E82E-40C9-87FD-CFBC62CB7A25}" type="datetime1">
              <a:rPr lang="nb-NO" smtClean="0"/>
              <a:t>27.08.2024</a:t>
            </a:fld>
            <a:endParaRPr lang="nb-NO"/>
          </a:p>
        </p:txBody>
      </p:sp>
      <p:sp>
        <p:nvSpPr>
          <p:cNvPr id="5" name="Plassholder for bunntekst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nb-NO"/>
              <a:t>Control Trafikkskole</a:t>
            </a:r>
          </a:p>
        </p:txBody>
      </p:sp>
      <p:sp>
        <p:nvSpPr>
          <p:cNvPr id="6" name="Plassholder for lysbildenumm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EBBCFE-599B-47F9-B84D-4259C5E2055D}" type="slidenum">
              <a:rPr lang="nb-NO" smtClean="0"/>
              <a:t>‹#›</a:t>
            </a:fld>
            <a:endParaRPr lang="nb-NO"/>
          </a:p>
        </p:txBody>
      </p:sp>
      <p:sp>
        <p:nvSpPr>
          <p:cNvPr id="7" name="Rektangel 6"/>
          <p:cNvSpPr/>
          <p:nvPr userDrawn="1"/>
        </p:nvSpPr>
        <p:spPr>
          <a:xfrm>
            <a:off x="353025" y="2230305"/>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S</a:t>
            </a:r>
          </a:p>
        </p:txBody>
      </p:sp>
      <p:sp>
        <p:nvSpPr>
          <p:cNvPr id="8" name="Rektangel 7"/>
          <p:cNvSpPr/>
          <p:nvPr userDrawn="1"/>
        </p:nvSpPr>
        <p:spPr>
          <a:xfrm>
            <a:off x="262178" y="283839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O</a:t>
            </a:r>
          </a:p>
        </p:txBody>
      </p:sp>
      <p:sp>
        <p:nvSpPr>
          <p:cNvPr id="9" name="Rektangel 8"/>
          <p:cNvSpPr/>
          <p:nvPr userDrawn="1"/>
        </p:nvSpPr>
        <p:spPr>
          <a:xfrm>
            <a:off x="170143" y="3446489"/>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A</a:t>
            </a:r>
          </a:p>
        </p:txBody>
      </p:sp>
      <p:sp>
        <p:nvSpPr>
          <p:cNvPr id="10" name="Parallellogram 9">
            <a:hlinkClick r:id="rId19" action="ppaction://hlinksldjump"/>
          </p:cNvPr>
          <p:cNvSpPr/>
          <p:nvPr userDrawn="1"/>
        </p:nvSpPr>
        <p:spPr>
          <a:xfrm>
            <a:off x="5367340"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1</a:t>
            </a:r>
          </a:p>
        </p:txBody>
      </p:sp>
      <p:sp>
        <p:nvSpPr>
          <p:cNvPr id="11" name="Parallellogram 10">
            <a:hlinkClick r:id="rId20" action="ppaction://hlinksldjump"/>
          </p:cNvPr>
          <p:cNvSpPr/>
          <p:nvPr userDrawn="1"/>
        </p:nvSpPr>
        <p:spPr>
          <a:xfrm>
            <a:off x="6877153" y="6148372"/>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2</a:t>
            </a:r>
          </a:p>
        </p:txBody>
      </p:sp>
      <p:sp>
        <p:nvSpPr>
          <p:cNvPr id="12" name="Parallellogram 11">
            <a:hlinkClick r:id="rId21" action="ppaction://hlinksldjump"/>
          </p:cNvPr>
          <p:cNvSpPr/>
          <p:nvPr userDrawn="1"/>
        </p:nvSpPr>
        <p:spPr>
          <a:xfrm>
            <a:off x="989827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4</a:t>
            </a:r>
          </a:p>
        </p:txBody>
      </p:sp>
      <p:sp>
        <p:nvSpPr>
          <p:cNvPr id="13" name="Rektangel 12"/>
          <p:cNvSpPr/>
          <p:nvPr userDrawn="1"/>
        </p:nvSpPr>
        <p:spPr>
          <a:xfrm>
            <a:off x="48893" y="406347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H</a:t>
            </a:r>
          </a:p>
        </p:txBody>
      </p:sp>
      <p:sp>
        <p:nvSpPr>
          <p:cNvPr id="18" name="Parallellogram 17">
            <a:hlinkClick r:id="rId22" action="ppaction://hlinksldjump"/>
          </p:cNvPr>
          <p:cNvSpPr/>
          <p:nvPr userDrawn="1"/>
        </p:nvSpPr>
        <p:spPr>
          <a:xfrm>
            <a:off x="300038"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Førerkort og trafikkopplæring</a:t>
            </a:r>
            <a:endParaRPr lang="nb-NO" sz="900" i="1" dirty="0">
              <a:solidFill>
                <a:schemeClr val="tx1"/>
              </a:solidFill>
            </a:endParaRPr>
          </a:p>
        </p:txBody>
      </p:sp>
      <p:sp>
        <p:nvSpPr>
          <p:cNvPr id="19" name="Parallellogram 18">
            <a:hlinkClick r:id="rId23" action="ppaction://hlinksldjump"/>
          </p:cNvPr>
          <p:cNvSpPr/>
          <p:nvPr userDrawn="1"/>
        </p:nvSpPr>
        <p:spPr>
          <a:xfrm>
            <a:off x="1542565"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Bilens oppbygning</a:t>
            </a:r>
            <a:endParaRPr lang="nb-NO" sz="900" i="1" dirty="0">
              <a:solidFill>
                <a:schemeClr val="tx1"/>
              </a:solidFill>
            </a:endParaRPr>
          </a:p>
        </p:txBody>
      </p:sp>
      <p:sp>
        <p:nvSpPr>
          <p:cNvPr id="20" name="Parallellogram 19">
            <a:hlinkClick r:id="rId24" action="ppaction://hlinksldjump"/>
          </p:cNvPr>
          <p:cNvSpPr/>
          <p:nvPr userDrawn="1"/>
        </p:nvSpPr>
        <p:spPr>
          <a:xfrm>
            <a:off x="2795685"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Ansvar for kjøretøyets stand og bruk</a:t>
            </a:r>
            <a:endParaRPr lang="nb-NO" sz="900" i="1" dirty="0">
              <a:solidFill>
                <a:schemeClr val="tx1"/>
              </a:solidFill>
            </a:endParaRPr>
          </a:p>
        </p:txBody>
      </p:sp>
      <p:sp>
        <p:nvSpPr>
          <p:cNvPr id="21" name="Parallellogram 20">
            <a:hlinkClick r:id="rId25" action="ppaction://hlinksldjump"/>
          </p:cNvPr>
          <p:cNvSpPr/>
          <p:nvPr userDrawn="1"/>
        </p:nvSpPr>
        <p:spPr>
          <a:xfrm>
            <a:off x="4038212"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Kjøring med tilhenger </a:t>
            </a:r>
            <a:endParaRPr lang="nb-NO" sz="900" i="1" dirty="0">
              <a:solidFill>
                <a:schemeClr val="tx1"/>
              </a:solidFill>
            </a:endParaRPr>
          </a:p>
        </p:txBody>
      </p:sp>
      <p:sp>
        <p:nvSpPr>
          <p:cNvPr id="22" name="Parallellogram 21">
            <a:hlinkClick r:id="rId26" action="ppaction://hlinksldjump"/>
          </p:cNvPr>
          <p:cNvSpPr/>
          <p:nvPr userDrawn="1"/>
        </p:nvSpPr>
        <p:spPr>
          <a:xfrm>
            <a:off x="5291332"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Menneskets kapasitet og trafikkens krav</a:t>
            </a:r>
            <a:endParaRPr lang="nb-NO" sz="900" i="1" dirty="0">
              <a:solidFill>
                <a:schemeClr val="tx1"/>
              </a:solidFill>
            </a:endParaRPr>
          </a:p>
        </p:txBody>
      </p:sp>
      <p:sp>
        <p:nvSpPr>
          <p:cNvPr id="23" name="Parallellogram 22">
            <a:hlinkClick r:id="rId27" action="ppaction://hlinksldjump"/>
          </p:cNvPr>
          <p:cNvSpPr/>
          <p:nvPr userDrawn="1"/>
        </p:nvSpPr>
        <p:spPr>
          <a:xfrm>
            <a:off x="6533859"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nb-NO" sz="900" dirty="0">
                <a:solidFill>
                  <a:schemeClr val="tx1"/>
                </a:solidFill>
              </a:rPr>
              <a:t>Gjøre seg klar for kjøring </a:t>
            </a:r>
          </a:p>
        </p:txBody>
      </p:sp>
      <p:sp>
        <p:nvSpPr>
          <p:cNvPr id="24" name="Parallellogram 23">
            <a:hlinkClick r:id="rId28" action="ppaction://hlinksldjump"/>
          </p:cNvPr>
          <p:cNvSpPr/>
          <p:nvPr userDrawn="1"/>
        </p:nvSpPr>
        <p:spPr>
          <a:xfrm>
            <a:off x="7786979"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Igangsetting og stans, giring, styring, etc. </a:t>
            </a:r>
            <a:endParaRPr lang="nb-NO" sz="900" i="1" dirty="0">
              <a:solidFill>
                <a:schemeClr val="tx1"/>
              </a:solidFill>
            </a:endParaRPr>
          </a:p>
        </p:txBody>
      </p:sp>
      <p:sp>
        <p:nvSpPr>
          <p:cNvPr id="25" name="Parallellogram 24">
            <a:hlinkClick r:id="rId29" action="ppaction://hlinksldjump"/>
          </p:cNvPr>
          <p:cNvSpPr/>
          <p:nvPr userDrawn="1"/>
        </p:nvSpPr>
        <p:spPr>
          <a:xfrm>
            <a:off x="9029506"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Grunnleggende kjøretøy-behandling </a:t>
            </a:r>
            <a:endParaRPr lang="nb-NO" sz="900" i="1" dirty="0">
              <a:solidFill>
                <a:schemeClr val="tx1"/>
              </a:solidFill>
            </a:endParaRPr>
          </a:p>
        </p:txBody>
      </p:sp>
      <p:sp>
        <p:nvSpPr>
          <p:cNvPr id="26" name="Parallellogram 25">
            <a:hlinkClick r:id="rId30" action="ppaction://hlinksldjump"/>
          </p:cNvPr>
          <p:cNvSpPr/>
          <p:nvPr userDrawn="1"/>
        </p:nvSpPr>
        <p:spPr>
          <a:xfrm>
            <a:off x="10282626" y="152613"/>
            <a:ext cx="1368000" cy="6840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Sikkerhets-kontroll av bilen</a:t>
            </a:r>
            <a:endParaRPr lang="nb-NO" sz="900" i="1" dirty="0">
              <a:solidFill>
                <a:schemeClr val="tx1"/>
              </a:solidFill>
            </a:endParaRPr>
          </a:p>
        </p:txBody>
      </p:sp>
      <p:sp>
        <p:nvSpPr>
          <p:cNvPr id="27" name="Parallellogram 26">
            <a:hlinkClick r:id="rId31" action="ppaction://hlinksldjump"/>
          </p:cNvPr>
          <p:cNvSpPr/>
          <p:nvPr userDrawn="1"/>
        </p:nvSpPr>
        <p:spPr>
          <a:xfrm>
            <a:off x="838771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3</a:t>
            </a:r>
          </a:p>
        </p:txBody>
      </p:sp>
      <p:sp>
        <p:nvSpPr>
          <p:cNvPr id="28" name="Parallellogram 49">
            <a:hlinkClick r:id="rId32" action="ppaction://hlinksldjump"/>
          </p:cNvPr>
          <p:cNvSpPr/>
          <p:nvPr userDrawn="1"/>
        </p:nvSpPr>
        <p:spPr>
          <a:xfrm>
            <a:off x="11524928" y="152613"/>
            <a:ext cx="602003" cy="684000"/>
          </a:xfrm>
          <a:custGeom>
            <a:avLst/>
            <a:gdLst>
              <a:gd name="connsiteX0" fmla="*/ 0 w 576000"/>
              <a:gd name="connsiteY0" fmla="*/ 684000 h 684000"/>
              <a:gd name="connsiteX1" fmla="*/ 144000 w 576000"/>
              <a:gd name="connsiteY1" fmla="*/ 0 h 684000"/>
              <a:gd name="connsiteX2" fmla="*/ 576000 w 576000"/>
              <a:gd name="connsiteY2" fmla="*/ 0 h 684000"/>
              <a:gd name="connsiteX3" fmla="*/ 432000 w 576000"/>
              <a:gd name="connsiteY3" fmla="*/ 684000 h 684000"/>
              <a:gd name="connsiteX4" fmla="*/ 0 w 576000"/>
              <a:gd name="connsiteY4" fmla="*/ 684000 h 684000"/>
              <a:gd name="connsiteX0" fmla="*/ 0 w 593335"/>
              <a:gd name="connsiteY0" fmla="*/ 675333 h 684000"/>
              <a:gd name="connsiteX1" fmla="*/ 161335 w 593335"/>
              <a:gd name="connsiteY1" fmla="*/ 0 h 684000"/>
              <a:gd name="connsiteX2" fmla="*/ 593335 w 593335"/>
              <a:gd name="connsiteY2" fmla="*/ 0 h 684000"/>
              <a:gd name="connsiteX3" fmla="*/ 449335 w 593335"/>
              <a:gd name="connsiteY3" fmla="*/ 684000 h 684000"/>
              <a:gd name="connsiteX4" fmla="*/ 0 w 593335"/>
              <a:gd name="connsiteY4" fmla="*/ 675333 h 684000"/>
              <a:gd name="connsiteX0" fmla="*/ 0 w 593335"/>
              <a:gd name="connsiteY0" fmla="*/ 679667 h 684000"/>
              <a:gd name="connsiteX1" fmla="*/ 161335 w 593335"/>
              <a:gd name="connsiteY1" fmla="*/ 0 h 684000"/>
              <a:gd name="connsiteX2" fmla="*/ 593335 w 593335"/>
              <a:gd name="connsiteY2" fmla="*/ 0 h 684000"/>
              <a:gd name="connsiteX3" fmla="*/ 449335 w 593335"/>
              <a:gd name="connsiteY3" fmla="*/ 684000 h 684000"/>
              <a:gd name="connsiteX4" fmla="*/ 0 w 593335"/>
              <a:gd name="connsiteY4" fmla="*/ 679667 h 684000"/>
              <a:gd name="connsiteX0" fmla="*/ 0 w 602003"/>
              <a:gd name="connsiteY0" fmla="*/ 684000 h 684000"/>
              <a:gd name="connsiteX1" fmla="*/ 170003 w 602003"/>
              <a:gd name="connsiteY1" fmla="*/ 0 h 684000"/>
              <a:gd name="connsiteX2" fmla="*/ 602003 w 602003"/>
              <a:gd name="connsiteY2" fmla="*/ 0 h 684000"/>
              <a:gd name="connsiteX3" fmla="*/ 458003 w 602003"/>
              <a:gd name="connsiteY3" fmla="*/ 684000 h 684000"/>
              <a:gd name="connsiteX4" fmla="*/ 0 w 602003"/>
              <a:gd name="connsiteY4" fmla="*/ 684000 h 684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2003" h="684000">
                <a:moveTo>
                  <a:pt x="0" y="684000"/>
                </a:moveTo>
                <a:lnTo>
                  <a:pt x="170003" y="0"/>
                </a:lnTo>
                <a:lnTo>
                  <a:pt x="602003" y="0"/>
                </a:lnTo>
                <a:lnTo>
                  <a:pt x="458003" y="684000"/>
                </a:lnTo>
                <a:lnTo>
                  <a:pt x="0" y="68400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TV</a:t>
            </a:r>
            <a:endParaRPr lang="nb-NO" sz="900" i="1" dirty="0">
              <a:solidFill>
                <a:schemeClr val="tx1"/>
              </a:solidFill>
            </a:endParaRPr>
          </a:p>
        </p:txBody>
      </p:sp>
      <p:sp>
        <p:nvSpPr>
          <p:cNvPr id="29" name="Handlingsknapp: gå til Hjem 28">
            <a:hlinkClick r:id="" action="ppaction://hlinkshowjump?jump=firstslide" highlightClick="1"/>
          </p:cNvPr>
          <p:cNvSpPr/>
          <p:nvPr userDrawn="1"/>
        </p:nvSpPr>
        <p:spPr>
          <a:xfrm>
            <a:off x="2792571" y="6148372"/>
            <a:ext cx="504000" cy="517667"/>
          </a:xfrm>
          <a:prstGeom prst="actionButtonHom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0" name="Handlingsknapp: gå tilbake eller til forrige 29">
            <a:hlinkClick r:id="" action="ppaction://hlinkshowjump?jump=previousslide" highlightClick="1"/>
          </p:cNvPr>
          <p:cNvSpPr/>
          <p:nvPr userDrawn="1"/>
        </p:nvSpPr>
        <p:spPr>
          <a:xfrm>
            <a:off x="3366413" y="6148372"/>
            <a:ext cx="504000" cy="517667"/>
          </a:xfrm>
          <a:prstGeom prst="actionButtonBackPrevious">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1" name="Handlingsknapp: gå framover eller til neste 30">
            <a:hlinkClick r:id="" action="ppaction://hlinkshowjump?jump=nextslide" highlightClick="1"/>
          </p:cNvPr>
          <p:cNvSpPr/>
          <p:nvPr userDrawn="1"/>
        </p:nvSpPr>
        <p:spPr>
          <a:xfrm>
            <a:off x="3940255" y="6148372"/>
            <a:ext cx="504000" cy="517667"/>
          </a:xfrm>
          <a:prstGeom prst="actionButtonForwardNex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32" name="Bilde 31" descr="Skjermutklipp">
            <a:hlinkClick r:id="rId33"/>
          </p:cNvPr>
          <p:cNvPicPr>
            <a:picLocks noChangeAspect="1"/>
          </p:cNvPicPr>
          <p:nvPr userDrawn="1"/>
        </p:nvPicPr>
        <p:blipFill>
          <a:blip r:embed="rId34">
            <a:extLst>
              <a:ext uri="{28A0092B-C50C-407E-A947-70E740481C1C}">
                <a14:useLocalDpi xmlns:a14="http://schemas.microsoft.com/office/drawing/2010/main" val="0"/>
              </a:ext>
            </a:extLst>
          </a:blip>
          <a:stretch>
            <a:fillRect/>
          </a:stretch>
        </p:blipFill>
        <p:spPr>
          <a:xfrm>
            <a:off x="4584245" y="6148372"/>
            <a:ext cx="398655" cy="504000"/>
          </a:xfrm>
          <a:prstGeom prst="rect">
            <a:avLst/>
          </a:prstGeom>
        </p:spPr>
      </p:pic>
      <p:pic>
        <p:nvPicPr>
          <p:cNvPr id="33" name="Bilde 32">
            <a:hlinkClick r:id="rId35"/>
          </p:cNvPr>
          <p:cNvPicPr>
            <a:picLocks noChangeAspect="1"/>
          </p:cNvPicPr>
          <p:nvPr userDrawn="1"/>
        </p:nvPicPr>
        <p:blipFill>
          <a:blip r:embed="rId36">
            <a:extLst>
              <a:ext uri="{28A0092B-C50C-407E-A947-70E740481C1C}">
                <a14:useLocalDpi xmlns:a14="http://schemas.microsoft.com/office/drawing/2010/main" val="0"/>
              </a:ext>
            </a:extLst>
          </a:blip>
          <a:stretch>
            <a:fillRect/>
          </a:stretch>
        </p:blipFill>
        <p:spPr>
          <a:xfrm>
            <a:off x="2135560" y="6147796"/>
            <a:ext cx="528384" cy="528384"/>
          </a:xfrm>
          <a:prstGeom prst="rect">
            <a:avLst/>
          </a:prstGeom>
        </p:spPr>
      </p:pic>
    </p:spTree>
    <p:extLst>
      <p:ext uri="{BB962C8B-B14F-4D97-AF65-F5344CB8AC3E}">
        <p14:creationId xmlns:p14="http://schemas.microsoft.com/office/powerpoint/2010/main" val="3193148922"/>
      </p:ext>
    </p:extLst>
  </p:cSld>
  <p:clrMap bg1="lt1" tx1="dk1" bg2="lt2" tx2="dk2" accent1="accent1" accent2="accent2" accent3="accent3" accent4="accent4" accent5="accent5" accent6="accent6" hlink="hlink" folHlink="folHlink"/>
  <p:sldLayoutIdLst>
    <p:sldLayoutId id="2147486086" r:id="rId1"/>
    <p:sldLayoutId id="2147486087" r:id="rId2"/>
    <p:sldLayoutId id="2147486088" r:id="rId3"/>
    <p:sldLayoutId id="2147486089" r:id="rId4"/>
    <p:sldLayoutId id="2147486090" r:id="rId5"/>
    <p:sldLayoutId id="2147486091" r:id="rId6"/>
    <p:sldLayoutId id="2147486092" r:id="rId7"/>
    <p:sldLayoutId id="2147486093" r:id="rId8"/>
    <p:sldLayoutId id="2147486094" r:id="rId9"/>
    <p:sldLayoutId id="2147486095" r:id="rId10"/>
    <p:sldLayoutId id="2147486096" r:id="rId11"/>
    <p:sldLayoutId id="2147486097" r:id="rId12"/>
    <p:sldLayoutId id="2147486098" r:id="rId13"/>
    <p:sldLayoutId id="2147486099" r:id="rId14"/>
    <p:sldLayoutId id="2147486100" r:id="rId15"/>
    <p:sldLayoutId id="2147486101" r:id="rId16"/>
    <p:sldLayoutId id="2147486102" r:id="rId17"/>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ittel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b-NO"/>
              <a:t>Klikk for å redigere tittelstil</a:t>
            </a:r>
          </a:p>
        </p:txBody>
      </p:sp>
      <p:sp>
        <p:nvSpPr>
          <p:cNvPr id="3" name="Plassholder for teks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827A7C0-9183-42F8-9438-64ABD913F6BA}" type="datetime1">
              <a:rPr lang="nb-NO" smtClean="0"/>
              <a:t>27.08.2024</a:t>
            </a:fld>
            <a:endParaRPr lang="nb-NO"/>
          </a:p>
        </p:txBody>
      </p:sp>
      <p:sp>
        <p:nvSpPr>
          <p:cNvPr id="5" name="Plassholder for bunntekst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nb-NO"/>
              <a:t>Control Trafikkskole</a:t>
            </a:r>
          </a:p>
        </p:txBody>
      </p:sp>
      <p:sp>
        <p:nvSpPr>
          <p:cNvPr id="6" name="Plassholder for lysbildenumm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EBBCFE-599B-47F9-B84D-4259C5E2055D}" type="slidenum">
              <a:rPr lang="nb-NO" smtClean="0"/>
              <a:t>‹#›</a:t>
            </a:fld>
            <a:endParaRPr lang="nb-NO"/>
          </a:p>
        </p:txBody>
      </p:sp>
      <p:sp>
        <p:nvSpPr>
          <p:cNvPr id="7" name="Rektangel 6"/>
          <p:cNvSpPr/>
          <p:nvPr userDrawn="1"/>
        </p:nvSpPr>
        <p:spPr>
          <a:xfrm>
            <a:off x="353025" y="2230305"/>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S</a:t>
            </a:r>
          </a:p>
        </p:txBody>
      </p:sp>
      <p:sp>
        <p:nvSpPr>
          <p:cNvPr id="8" name="Rektangel 7"/>
          <p:cNvSpPr/>
          <p:nvPr userDrawn="1"/>
        </p:nvSpPr>
        <p:spPr>
          <a:xfrm>
            <a:off x="262178" y="283839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O</a:t>
            </a:r>
          </a:p>
        </p:txBody>
      </p:sp>
      <p:sp>
        <p:nvSpPr>
          <p:cNvPr id="9" name="Rektangel 8"/>
          <p:cNvSpPr/>
          <p:nvPr userDrawn="1"/>
        </p:nvSpPr>
        <p:spPr>
          <a:xfrm>
            <a:off x="170143" y="3446489"/>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A</a:t>
            </a:r>
          </a:p>
        </p:txBody>
      </p:sp>
      <p:sp>
        <p:nvSpPr>
          <p:cNvPr id="10" name="Parallellogram 9">
            <a:hlinkClick r:id="rId19" action="ppaction://hlinksldjump"/>
          </p:cNvPr>
          <p:cNvSpPr/>
          <p:nvPr userDrawn="1"/>
        </p:nvSpPr>
        <p:spPr>
          <a:xfrm>
            <a:off x="5367340"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1</a:t>
            </a:r>
          </a:p>
        </p:txBody>
      </p:sp>
      <p:sp>
        <p:nvSpPr>
          <p:cNvPr id="11" name="Parallellogram 10">
            <a:hlinkClick r:id="rId20" action="ppaction://hlinksldjump"/>
          </p:cNvPr>
          <p:cNvSpPr/>
          <p:nvPr userDrawn="1"/>
        </p:nvSpPr>
        <p:spPr>
          <a:xfrm>
            <a:off x="6877153" y="6148372"/>
            <a:ext cx="1511308" cy="5184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2</a:t>
            </a:r>
          </a:p>
        </p:txBody>
      </p:sp>
      <p:sp>
        <p:nvSpPr>
          <p:cNvPr id="12" name="Parallellogram 11">
            <a:hlinkClick r:id="rId21" action="ppaction://hlinksldjump"/>
          </p:cNvPr>
          <p:cNvSpPr/>
          <p:nvPr userDrawn="1"/>
        </p:nvSpPr>
        <p:spPr>
          <a:xfrm>
            <a:off x="989827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4</a:t>
            </a:r>
          </a:p>
        </p:txBody>
      </p:sp>
      <p:sp>
        <p:nvSpPr>
          <p:cNvPr id="13" name="Rektangel 12"/>
          <p:cNvSpPr/>
          <p:nvPr userDrawn="1"/>
        </p:nvSpPr>
        <p:spPr>
          <a:xfrm>
            <a:off x="48893" y="406347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H</a:t>
            </a:r>
          </a:p>
        </p:txBody>
      </p:sp>
      <p:sp>
        <p:nvSpPr>
          <p:cNvPr id="18" name="Parallellogram 17">
            <a:hlinkClick r:id="rId22" action="ppaction://hlinksldjump"/>
          </p:cNvPr>
          <p:cNvSpPr/>
          <p:nvPr userDrawn="1"/>
        </p:nvSpPr>
        <p:spPr>
          <a:xfrm>
            <a:off x="300038"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Førerkort og trafikkopplæring</a:t>
            </a:r>
            <a:endParaRPr lang="nb-NO" sz="900" i="1" dirty="0">
              <a:solidFill>
                <a:schemeClr val="tx1"/>
              </a:solidFill>
            </a:endParaRPr>
          </a:p>
        </p:txBody>
      </p:sp>
      <p:sp>
        <p:nvSpPr>
          <p:cNvPr id="19" name="Parallellogram 18">
            <a:hlinkClick r:id="rId23" action="ppaction://hlinksldjump"/>
          </p:cNvPr>
          <p:cNvSpPr/>
          <p:nvPr userDrawn="1"/>
        </p:nvSpPr>
        <p:spPr>
          <a:xfrm>
            <a:off x="1542565"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Bilens oppbygning</a:t>
            </a:r>
            <a:endParaRPr lang="nb-NO" sz="900" i="1" dirty="0">
              <a:solidFill>
                <a:schemeClr val="tx1"/>
              </a:solidFill>
            </a:endParaRPr>
          </a:p>
        </p:txBody>
      </p:sp>
      <p:sp>
        <p:nvSpPr>
          <p:cNvPr id="20" name="Parallellogram 19">
            <a:hlinkClick r:id="rId24" action="ppaction://hlinksldjump"/>
          </p:cNvPr>
          <p:cNvSpPr/>
          <p:nvPr userDrawn="1"/>
        </p:nvSpPr>
        <p:spPr>
          <a:xfrm>
            <a:off x="2795685"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Ansvar for kjøretøyets stand og bruk</a:t>
            </a:r>
            <a:endParaRPr lang="nb-NO" sz="900" i="1" dirty="0">
              <a:solidFill>
                <a:schemeClr val="tx1"/>
              </a:solidFill>
            </a:endParaRPr>
          </a:p>
        </p:txBody>
      </p:sp>
      <p:sp>
        <p:nvSpPr>
          <p:cNvPr id="21" name="Parallellogram 20">
            <a:hlinkClick r:id="rId25" action="ppaction://hlinksldjump"/>
          </p:cNvPr>
          <p:cNvSpPr/>
          <p:nvPr userDrawn="1"/>
        </p:nvSpPr>
        <p:spPr>
          <a:xfrm>
            <a:off x="4038212"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Kjøring med tilhenger </a:t>
            </a:r>
            <a:endParaRPr lang="nb-NO" sz="900" i="1" dirty="0">
              <a:solidFill>
                <a:schemeClr val="tx1"/>
              </a:solidFill>
            </a:endParaRPr>
          </a:p>
        </p:txBody>
      </p:sp>
      <p:sp>
        <p:nvSpPr>
          <p:cNvPr id="22" name="Parallellogram 21">
            <a:hlinkClick r:id="rId26" action="ppaction://hlinksldjump"/>
          </p:cNvPr>
          <p:cNvSpPr/>
          <p:nvPr userDrawn="1"/>
        </p:nvSpPr>
        <p:spPr>
          <a:xfrm>
            <a:off x="5291332"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Menneskets kapasitet og trafikkens krav</a:t>
            </a:r>
            <a:endParaRPr lang="nb-NO" sz="900" i="1" dirty="0">
              <a:solidFill>
                <a:schemeClr val="tx1"/>
              </a:solidFill>
            </a:endParaRPr>
          </a:p>
        </p:txBody>
      </p:sp>
      <p:sp>
        <p:nvSpPr>
          <p:cNvPr id="23" name="Parallellogram 22">
            <a:hlinkClick r:id="rId27" action="ppaction://hlinksldjump"/>
          </p:cNvPr>
          <p:cNvSpPr/>
          <p:nvPr userDrawn="1"/>
        </p:nvSpPr>
        <p:spPr>
          <a:xfrm>
            <a:off x="6533859"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nb-NO" sz="900" dirty="0">
                <a:solidFill>
                  <a:schemeClr val="tx1"/>
                </a:solidFill>
              </a:rPr>
              <a:t>Gjøre seg klar for kjøring </a:t>
            </a:r>
          </a:p>
        </p:txBody>
      </p:sp>
      <p:sp>
        <p:nvSpPr>
          <p:cNvPr id="24" name="Parallellogram 23">
            <a:hlinkClick r:id="rId28" action="ppaction://hlinksldjump"/>
          </p:cNvPr>
          <p:cNvSpPr/>
          <p:nvPr userDrawn="1"/>
        </p:nvSpPr>
        <p:spPr>
          <a:xfrm>
            <a:off x="7786979"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Igangsetting og stans, giring, styring, etc. </a:t>
            </a:r>
            <a:endParaRPr lang="nb-NO" sz="900" i="1" dirty="0">
              <a:solidFill>
                <a:schemeClr val="tx1"/>
              </a:solidFill>
            </a:endParaRPr>
          </a:p>
        </p:txBody>
      </p:sp>
      <p:sp>
        <p:nvSpPr>
          <p:cNvPr id="25" name="Parallellogram 24">
            <a:hlinkClick r:id="rId29" action="ppaction://hlinksldjump"/>
          </p:cNvPr>
          <p:cNvSpPr/>
          <p:nvPr userDrawn="1"/>
        </p:nvSpPr>
        <p:spPr>
          <a:xfrm>
            <a:off x="9029506"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Grunnleggende kjøretøy-behandling </a:t>
            </a:r>
            <a:endParaRPr lang="nb-NO" sz="900" i="1" dirty="0">
              <a:solidFill>
                <a:schemeClr val="tx1"/>
              </a:solidFill>
            </a:endParaRPr>
          </a:p>
        </p:txBody>
      </p:sp>
      <p:sp>
        <p:nvSpPr>
          <p:cNvPr id="26" name="Parallellogram 25">
            <a:hlinkClick r:id="rId30" action="ppaction://hlinksldjump"/>
          </p:cNvPr>
          <p:cNvSpPr/>
          <p:nvPr userDrawn="1"/>
        </p:nvSpPr>
        <p:spPr>
          <a:xfrm>
            <a:off x="10282626"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Sikkerhets-kontroll av bilen</a:t>
            </a:r>
            <a:endParaRPr lang="nb-NO" sz="900" i="1" dirty="0">
              <a:solidFill>
                <a:schemeClr val="tx1"/>
              </a:solidFill>
            </a:endParaRPr>
          </a:p>
        </p:txBody>
      </p:sp>
      <p:sp>
        <p:nvSpPr>
          <p:cNvPr id="27" name="Parallellogram 26">
            <a:hlinkClick r:id="rId31" action="ppaction://hlinksldjump"/>
          </p:cNvPr>
          <p:cNvSpPr/>
          <p:nvPr userDrawn="1"/>
        </p:nvSpPr>
        <p:spPr>
          <a:xfrm>
            <a:off x="838771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3</a:t>
            </a:r>
          </a:p>
        </p:txBody>
      </p:sp>
      <p:sp>
        <p:nvSpPr>
          <p:cNvPr id="28" name="Parallellogram 49">
            <a:hlinkClick r:id="rId32" action="ppaction://hlinksldjump"/>
          </p:cNvPr>
          <p:cNvSpPr/>
          <p:nvPr userDrawn="1"/>
        </p:nvSpPr>
        <p:spPr>
          <a:xfrm>
            <a:off x="11524928" y="152613"/>
            <a:ext cx="602003" cy="684000"/>
          </a:xfrm>
          <a:custGeom>
            <a:avLst/>
            <a:gdLst>
              <a:gd name="connsiteX0" fmla="*/ 0 w 576000"/>
              <a:gd name="connsiteY0" fmla="*/ 684000 h 684000"/>
              <a:gd name="connsiteX1" fmla="*/ 144000 w 576000"/>
              <a:gd name="connsiteY1" fmla="*/ 0 h 684000"/>
              <a:gd name="connsiteX2" fmla="*/ 576000 w 576000"/>
              <a:gd name="connsiteY2" fmla="*/ 0 h 684000"/>
              <a:gd name="connsiteX3" fmla="*/ 432000 w 576000"/>
              <a:gd name="connsiteY3" fmla="*/ 684000 h 684000"/>
              <a:gd name="connsiteX4" fmla="*/ 0 w 576000"/>
              <a:gd name="connsiteY4" fmla="*/ 684000 h 684000"/>
              <a:gd name="connsiteX0" fmla="*/ 0 w 593335"/>
              <a:gd name="connsiteY0" fmla="*/ 675333 h 684000"/>
              <a:gd name="connsiteX1" fmla="*/ 161335 w 593335"/>
              <a:gd name="connsiteY1" fmla="*/ 0 h 684000"/>
              <a:gd name="connsiteX2" fmla="*/ 593335 w 593335"/>
              <a:gd name="connsiteY2" fmla="*/ 0 h 684000"/>
              <a:gd name="connsiteX3" fmla="*/ 449335 w 593335"/>
              <a:gd name="connsiteY3" fmla="*/ 684000 h 684000"/>
              <a:gd name="connsiteX4" fmla="*/ 0 w 593335"/>
              <a:gd name="connsiteY4" fmla="*/ 675333 h 684000"/>
              <a:gd name="connsiteX0" fmla="*/ 0 w 593335"/>
              <a:gd name="connsiteY0" fmla="*/ 679667 h 684000"/>
              <a:gd name="connsiteX1" fmla="*/ 161335 w 593335"/>
              <a:gd name="connsiteY1" fmla="*/ 0 h 684000"/>
              <a:gd name="connsiteX2" fmla="*/ 593335 w 593335"/>
              <a:gd name="connsiteY2" fmla="*/ 0 h 684000"/>
              <a:gd name="connsiteX3" fmla="*/ 449335 w 593335"/>
              <a:gd name="connsiteY3" fmla="*/ 684000 h 684000"/>
              <a:gd name="connsiteX4" fmla="*/ 0 w 593335"/>
              <a:gd name="connsiteY4" fmla="*/ 679667 h 684000"/>
              <a:gd name="connsiteX0" fmla="*/ 0 w 602003"/>
              <a:gd name="connsiteY0" fmla="*/ 684000 h 684000"/>
              <a:gd name="connsiteX1" fmla="*/ 170003 w 602003"/>
              <a:gd name="connsiteY1" fmla="*/ 0 h 684000"/>
              <a:gd name="connsiteX2" fmla="*/ 602003 w 602003"/>
              <a:gd name="connsiteY2" fmla="*/ 0 h 684000"/>
              <a:gd name="connsiteX3" fmla="*/ 458003 w 602003"/>
              <a:gd name="connsiteY3" fmla="*/ 684000 h 684000"/>
              <a:gd name="connsiteX4" fmla="*/ 0 w 602003"/>
              <a:gd name="connsiteY4" fmla="*/ 684000 h 684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2003" h="684000">
                <a:moveTo>
                  <a:pt x="0" y="684000"/>
                </a:moveTo>
                <a:lnTo>
                  <a:pt x="170003" y="0"/>
                </a:lnTo>
                <a:lnTo>
                  <a:pt x="602003" y="0"/>
                </a:lnTo>
                <a:lnTo>
                  <a:pt x="458003" y="684000"/>
                </a:lnTo>
                <a:lnTo>
                  <a:pt x="0" y="684000"/>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TV</a:t>
            </a:r>
            <a:endParaRPr lang="nb-NO" sz="900" i="1" dirty="0">
              <a:solidFill>
                <a:schemeClr val="tx1"/>
              </a:solidFill>
            </a:endParaRPr>
          </a:p>
        </p:txBody>
      </p:sp>
      <p:sp>
        <p:nvSpPr>
          <p:cNvPr id="29" name="Handlingsknapp: gå til Hjem 28">
            <a:hlinkClick r:id="" action="ppaction://hlinkshowjump?jump=firstslide" highlightClick="1"/>
          </p:cNvPr>
          <p:cNvSpPr/>
          <p:nvPr userDrawn="1"/>
        </p:nvSpPr>
        <p:spPr>
          <a:xfrm>
            <a:off x="2792571" y="6148372"/>
            <a:ext cx="504000" cy="517667"/>
          </a:xfrm>
          <a:prstGeom prst="actionButtonHom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0" name="Handlingsknapp: gå tilbake eller til forrige 29">
            <a:hlinkClick r:id="" action="ppaction://hlinkshowjump?jump=previousslide" highlightClick="1"/>
          </p:cNvPr>
          <p:cNvSpPr/>
          <p:nvPr userDrawn="1"/>
        </p:nvSpPr>
        <p:spPr>
          <a:xfrm>
            <a:off x="3366413" y="6148372"/>
            <a:ext cx="504000" cy="517667"/>
          </a:xfrm>
          <a:prstGeom prst="actionButtonBackPrevious">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1" name="Handlingsknapp: gå framover eller til neste 30">
            <a:hlinkClick r:id="" action="ppaction://hlinkshowjump?jump=nextslide" highlightClick="1"/>
          </p:cNvPr>
          <p:cNvSpPr/>
          <p:nvPr userDrawn="1"/>
        </p:nvSpPr>
        <p:spPr>
          <a:xfrm>
            <a:off x="3940255" y="6148372"/>
            <a:ext cx="504000" cy="517667"/>
          </a:xfrm>
          <a:prstGeom prst="actionButtonForwardNex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32" name="Bilde 31" descr="Skjermutklipp">
            <a:hlinkClick r:id="rId33"/>
          </p:cNvPr>
          <p:cNvPicPr>
            <a:picLocks noChangeAspect="1"/>
          </p:cNvPicPr>
          <p:nvPr userDrawn="1"/>
        </p:nvPicPr>
        <p:blipFill>
          <a:blip r:embed="rId34">
            <a:extLst>
              <a:ext uri="{28A0092B-C50C-407E-A947-70E740481C1C}">
                <a14:useLocalDpi xmlns:a14="http://schemas.microsoft.com/office/drawing/2010/main" val="0"/>
              </a:ext>
            </a:extLst>
          </a:blip>
          <a:stretch>
            <a:fillRect/>
          </a:stretch>
        </p:blipFill>
        <p:spPr>
          <a:xfrm>
            <a:off x="4584245" y="6148372"/>
            <a:ext cx="398655" cy="504000"/>
          </a:xfrm>
          <a:prstGeom prst="rect">
            <a:avLst/>
          </a:prstGeom>
        </p:spPr>
      </p:pic>
      <p:pic>
        <p:nvPicPr>
          <p:cNvPr id="33" name="Bilde 32">
            <a:hlinkClick r:id="rId35"/>
          </p:cNvPr>
          <p:cNvPicPr>
            <a:picLocks noChangeAspect="1"/>
          </p:cNvPicPr>
          <p:nvPr userDrawn="1"/>
        </p:nvPicPr>
        <p:blipFill>
          <a:blip r:embed="rId36">
            <a:extLst>
              <a:ext uri="{28A0092B-C50C-407E-A947-70E740481C1C}">
                <a14:useLocalDpi xmlns:a14="http://schemas.microsoft.com/office/drawing/2010/main" val="0"/>
              </a:ext>
            </a:extLst>
          </a:blip>
          <a:stretch>
            <a:fillRect/>
          </a:stretch>
        </p:blipFill>
        <p:spPr>
          <a:xfrm>
            <a:off x="2135560" y="6147796"/>
            <a:ext cx="528384" cy="528384"/>
          </a:xfrm>
          <a:prstGeom prst="rect">
            <a:avLst/>
          </a:prstGeom>
        </p:spPr>
      </p:pic>
    </p:spTree>
    <p:extLst>
      <p:ext uri="{BB962C8B-B14F-4D97-AF65-F5344CB8AC3E}">
        <p14:creationId xmlns:p14="http://schemas.microsoft.com/office/powerpoint/2010/main" val="853693281"/>
      </p:ext>
    </p:extLst>
  </p:cSld>
  <p:clrMap bg1="lt1" tx1="dk1" bg2="lt2" tx2="dk2" accent1="accent1" accent2="accent2" accent3="accent3" accent4="accent4" accent5="accent5" accent6="accent6" hlink="hlink" folHlink="folHlink"/>
  <p:sldLayoutIdLst>
    <p:sldLayoutId id="2147486104" r:id="rId1"/>
    <p:sldLayoutId id="2147486105" r:id="rId2"/>
    <p:sldLayoutId id="2147486106" r:id="rId3"/>
    <p:sldLayoutId id="2147486107" r:id="rId4"/>
    <p:sldLayoutId id="2147486108" r:id="rId5"/>
    <p:sldLayoutId id="2147486109" r:id="rId6"/>
    <p:sldLayoutId id="2147486110" r:id="rId7"/>
    <p:sldLayoutId id="2147486111" r:id="rId8"/>
    <p:sldLayoutId id="2147486112" r:id="rId9"/>
    <p:sldLayoutId id="2147486113" r:id="rId10"/>
    <p:sldLayoutId id="2147486114" r:id="rId11"/>
    <p:sldLayoutId id="2147486115" r:id="rId12"/>
    <p:sldLayoutId id="2147486116" r:id="rId13"/>
    <p:sldLayoutId id="2147486117" r:id="rId14"/>
    <p:sldLayoutId id="2147486118" r:id="rId15"/>
    <p:sldLayoutId id="2147486119" r:id="rId16"/>
    <p:sldLayoutId id="2147486120" r:id="rId17"/>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ittel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b-NO"/>
              <a:t>Klikk for å redigere tittelstil</a:t>
            </a:r>
          </a:p>
        </p:txBody>
      </p:sp>
      <p:sp>
        <p:nvSpPr>
          <p:cNvPr id="3" name="Plassholder for teks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9189F6-4649-43E7-B2ED-E873EDE6B046}" type="datetime1">
              <a:rPr lang="nb-NO" smtClean="0"/>
              <a:t>27.08.2024</a:t>
            </a:fld>
            <a:endParaRPr lang="nb-NO"/>
          </a:p>
        </p:txBody>
      </p:sp>
      <p:sp>
        <p:nvSpPr>
          <p:cNvPr id="5" name="Plassholder for bunntekst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nb-NO"/>
              <a:t>Control Trafikkskole</a:t>
            </a:r>
          </a:p>
        </p:txBody>
      </p:sp>
      <p:sp>
        <p:nvSpPr>
          <p:cNvPr id="6" name="Plassholder for lysbildenumm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EBBCFE-599B-47F9-B84D-4259C5E2055D}" type="slidenum">
              <a:rPr lang="nb-NO" smtClean="0"/>
              <a:t>‹#›</a:t>
            </a:fld>
            <a:endParaRPr lang="nb-NO"/>
          </a:p>
        </p:txBody>
      </p:sp>
      <p:sp>
        <p:nvSpPr>
          <p:cNvPr id="7" name="Rektangel 6"/>
          <p:cNvSpPr/>
          <p:nvPr userDrawn="1"/>
        </p:nvSpPr>
        <p:spPr>
          <a:xfrm>
            <a:off x="353025" y="2230305"/>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S</a:t>
            </a:r>
          </a:p>
        </p:txBody>
      </p:sp>
      <p:sp>
        <p:nvSpPr>
          <p:cNvPr id="8" name="Rektangel 7"/>
          <p:cNvSpPr/>
          <p:nvPr userDrawn="1"/>
        </p:nvSpPr>
        <p:spPr>
          <a:xfrm>
            <a:off x="262178" y="283839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O</a:t>
            </a:r>
          </a:p>
        </p:txBody>
      </p:sp>
      <p:sp>
        <p:nvSpPr>
          <p:cNvPr id="9" name="Rektangel 8"/>
          <p:cNvSpPr/>
          <p:nvPr userDrawn="1"/>
        </p:nvSpPr>
        <p:spPr>
          <a:xfrm>
            <a:off x="170143" y="3446489"/>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A</a:t>
            </a:r>
          </a:p>
        </p:txBody>
      </p:sp>
      <p:sp>
        <p:nvSpPr>
          <p:cNvPr id="10" name="Parallellogram 9">
            <a:hlinkClick r:id="rId13" action="ppaction://hlinksldjump"/>
          </p:cNvPr>
          <p:cNvSpPr/>
          <p:nvPr userDrawn="1"/>
        </p:nvSpPr>
        <p:spPr>
          <a:xfrm>
            <a:off x="5367340"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1</a:t>
            </a:r>
          </a:p>
        </p:txBody>
      </p:sp>
      <p:sp>
        <p:nvSpPr>
          <p:cNvPr id="11" name="Parallellogram 10">
            <a:hlinkClick r:id="rId14" action="ppaction://hlinksldjump"/>
          </p:cNvPr>
          <p:cNvSpPr/>
          <p:nvPr userDrawn="1"/>
        </p:nvSpPr>
        <p:spPr>
          <a:xfrm>
            <a:off x="6877153"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2</a:t>
            </a:r>
          </a:p>
        </p:txBody>
      </p:sp>
      <p:sp>
        <p:nvSpPr>
          <p:cNvPr id="12" name="Parallellogram 11">
            <a:hlinkClick r:id="rId15" action="ppaction://hlinksldjump"/>
          </p:cNvPr>
          <p:cNvSpPr/>
          <p:nvPr userDrawn="1"/>
        </p:nvSpPr>
        <p:spPr>
          <a:xfrm>
            <a:off x="8387714" y="6148372"/>
            <a:ext cx="1511308" cy="518400"/>
          </a:xfrm>
          <a:prstGeom prst="parallelogram">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3</a:t>
            </a:r>
          </a:p>
        </p:txBody>
      </p:sp>
      <p:sp>
        <p:nvSpPr>
          <p:cNvPr id="13" name="Parallellogram 12">
            <a:hlinkClick r:id="rId16" action="ppaction://hlinksldjump"/>
          </p:cNvPr>
          <p:cNvSpPr/>
          <p:nvPr userDrawn="1"/>
        </p:nvSpPr>
        <p:spPr>
          <a:xfrm>
            <a:off x="989827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4</a:t>
            </a:r>
          </a:p>
        </p:txBody>
      </p:sp>
      <p:sp>
        <p:nvSpPr>
          <p:cNvPr id="14" name="Rektangel 13"/>
          <p:cNvSpPr/>
          <p:nvPr userDrawn="1"/>
        </p:nvSpPr>
        <p:spPr>
          <a:xfrm>
            <a:off x="48893" y="406347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H</a:t>
            </a:r>
          </a:p>
        </p:txBody>
      </p:sp>
      <p:sp>
        <p:nvSpPr>
          <p:cNvPr id="19" name="Parallellogram 18">
            <a:hlinkClick r:id="rId17" action="ppaction://hlinksldjump"/>
          </p:cNvPr>
          <p:cNvSpPr/>
          <p:nvPr userDrawn="1"/>
        </p:nvSpPr>
        <p:spPr>
          <a:xfrm>
            <a:off x="300038"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Trafikksystemet, trafikantgrupper og interesse-motsetninger</a:t>
            </a:r>
            <a:endParaRPr lang="nb-NO" sz="900" i="1" dirty="0">
              <a:solidFill>
                <a:schemeClr val="tx1"/>
              </a:solidFill>
            </a:endParaRPr>
          </a:p>
        </p:txBody>
      </p:sp>
      <p:sp>
        <p:nvSpPr>
          <p:cNvPr id="20" name="Parallellogram 19">
            <a:hlinkClick r:id="rId18" action="ppaction://hlinksldjump"/>
          </p:cNvPr>
          <p:cNvSpPr/>
          <p:nvPr userDrawn="1"/>
        </p:nvSpPr>
        <p:spPr>
          <a:xfrm>
            <a:off x="1542565"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Veg, vegoppmerking, skilt og annen trafikkregulering </a:t>
            </a:r>
            <a:endParaRPr lang="nb-NO" sz="900" i="1" dirty="0">
              <a:solidFill>
                <a:schemeClr val="tx1"/>
              </a:solidFill>
            </a:endParaRPr>
          </a:p>
        </p:txBody>
      </p:sp>
      <p:sp>
        <p:nvSpPr>
          <p:cNvPr id="21" name="Parallellogram 20">
            <a:hlinkClick r:id="rId19" action="ppaction://hlinksldjump"/>
          </p:cNvPr>
          <p:cNvSpPr/>
          <p:nvPr userDrawn="1"/>
        </p:nvSpPr>
        <p:spPr>
          <a:xfrm>
            <a:off x="2795685"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Atferd i trafikken i ulike vegmiljø</a:t>
            </a:r>
            <a:endParaRPr lang="nb-NO" sz="900" i="1" dirty="0">
              <a:solidFill>
                <a:schemeClr val="tx1"/>
              </a:solidFill>
            </a:endParaRPr>
          </a:p>
        </p:txBody>
      </p:sp>
      <p:sp>
        <p:nvSpPr>
          <p:cNvPr id="22" name="Parallellogram 21">
            <a:hlinkClick r:id="rId20" action="ppaction://hlinksldjump"/>
          </p:cNvPr>
          <p:cNvSpPr/>
          <p:nvPr userDrawn="1"/>
        </p:nvSpPr>
        <p:spPr>
          <a:xfrm>
            <a:off x="4038212"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Systematisk og automatisert informasjons-innhenting </a:t>
            </a:r>
            <a:endParaRPr lang="nb-NO" sz="900" i="1" dirty="0">
              <a:solidFill>
                <a:schemeClr val="tx1"/>
              </a:solidFill>
            </a:endParaRPr>
          </a:p>
        </p:txBody>
      </p:sp>
      <p:sp>
        <p:nvSpPr>
          <p:cNvPr id="23" name="Parallellogram 22">
            <a:hlinkClick r:id="rId21" action="ppaction://hlinksldjump"/>
          </p:cNvPr>
          <p:cNvSpPr/>
          <p:nvPr userDrawn="1"/>
        </p:nvSpPr>
        <p:spPr>
          <a:xfrm>
            <a:off x="5291332"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Kjøre tydelig og bestemt i bolig, tettsted og bymiljø </a:t>
            </a:r>
            <a:endParaRPr lang="nb-NO" sz="900" i="1" dirty="0">
              <a:solidFill>
                <a:schemeClr val="tx1"/>
              </a:solidFill>
            </a:endParaRPr>
          </a:p>
        </p:txBody>
      </p:sp>
      <p:sp>
        <p:nvSpPr>
          <p:cNvPr id="24" name="Parallellogram 23">
            <a:hlinkClick r:id="rId22" action="ppaction://hlinksldjump"/>
          </p:cNvPr>
          <p:cNvSpPr/>
          <p:nvPr userDrawn="1"/>
        </p:nvSpPr>
        <p:spPr>
          <a:xfrm>
            <a:off x="6533859"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nb-NO" sz="900" dirty="0">
                <a:solidFill>
                  <a:schemeClr val="tx1"/>
                </a:solidFill>
              </a:rPr>
              <a:t>Kjøre sikkert og effektivt i landevegsmiljø </a:t>
            </a:r>
          </a:p>
        </p:txBody>
      </p:sp>
      <p:sp>
        <p:nvSpPr>
          <p:cNvPr id="25" name="Parallellogram 24">
            <a:hlinkClick r:id="rId23" action="ppaction://hlinksldjump"/>
          </p:cNvPr>
          <p:cNvSpPr/>
          <p:nvPr userDrawn="1"/>
        </p:nvSpPr>
        <p:spPr>
          <a:xfrm>
            <a:off x="7786979"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Kjøre sikkert og effektivt i forbindelse med kø, i tunnel og i mørket </a:t>
            </a:r>
            <a:endParaRPr lang="nb-NO" sz="900" i="1" dirty="0">
              <a:solidFill>
                <a:schemeClr val="tx1"/>
              </a:solidFill>
            </a:endParaRPr>
          </a:p>
        </p:txBody>
      </p:sp>
      <p:sp>
        <p:nvSpPr>
          <p:cNvPr id="26" name="Parallellogram 25">
            <a:hlinkClick r:id="rId24" action="ppaction://hlinksldjump"/>
          </p:cNvPr>
          <p:cNvSpPr/>
          <p:nvPr userDrawn="1"/>
        </p:nvSpPr>
        <p:spPr>
          <a:xfrm>
            <a:off x="9029506"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Kjøre effektivt, behagelig, miljøvennlig og økonomisk </a:t>
            </a:r>
            <a:endParaRPr lang="nb-NO" sz="900" i="1" dirty="0">
              <a:solidFill>
                <a:schemeClr val="tx1"/>
              </a:solidFill>
            </a:endParaRPr>
          </a:p>
        </p:txBody>
      </p:sp>
      <p:sp>
        <p:nvSpPr>
          <p:cNvPr id="27" name="Parallellogram 26">
            <a:hlinkClick r:id="rId25" action="ppaction://hlinksldjump"/>
          </p:cNvPr>
          <p:cNvSpPr/>
          <p:nvPr userDrawn="1"/>
        </p:nvSpPr>
        <p:spPr>
          <a:xfrm>
            <a:off x="10282626" y="152613"/>
            <a:ext cx="936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i="0" dirty="0">
                <a:solidFill>
                  <a:schemeClr val="tx1"/>
                </a:solidFill>
              </a:rPr>
              <a:t>Trinn-vurdering</a:t>
            </a:r>
            <a:endParaRPr lang="nb-NO" sz="900" i="1" dirty="0">
              <a:solidFill>
                <a:schemeClr val="tx1"/>
              </a:solidFill>
            </a:endParaRPr>
          </a:p>
        </p:txBody>
      </p:sp>
      <p:sp>
        <p:nvSpPr>
          <p:cNvPr id="28" name="Parallellogram 27">
            <a:hlinkClick r:id="rId26" action="ppaction://hlinksldjump"/>
          </p:cNvPr>
          <p:cNvSpPr/>
          <p:nvPr userDrawn="1"/>
        </p:nvSpPr>
        <p:spPr>
          <a:xfrm>
            <a:off x="11103426" y="152613"/>
            <a:ext cx="936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SKB</a:t>
            </a:r>
            <a:endParaRPr lang="nb-NO" sz="900" i="1" dirty="0">
              <a:solidFill>
                <a:schemeClr val="tx1"/>
              </a:solidFill>
            </a:endParaRPr>
          </a:p>
        </p:txBody>
      </p:sp>
      <p:sp>
        <p:nvSpPr>
          <p:cNvPr id="29" name="Handlingsknapp: gå til Hjem 28">
            <a:hlinkClick r:id="" action="ppaction://hlinkshowjump?jump=firstslide" highlightClick="1"/>
          </p:cNvPr>
          <p:cNvSpPr/>
          <p:nvPr userDrawn="1"/>
        </p:nvSpPr>
        <p:spPr>
          <a:xfrm>
            <a:off x="2792571" y="6148372"/>
            <a:ext cx="504000" cy="517667"/>
          </a:xfrm>
          <a:prstGeom prst="actionButtonHom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0" name="Handlingsknapp: gå tilbake eller til forrige 29">
            <a:hlinkClick r:id="" action="ppaction://hlinkshowjump?jump=previousslide" highlightClick="1"/>
          </p:cNvPr>
          <p:cNvSpPr/>
          <p:nvPr userDrawn="1"/>
        </p:nvSpPr>
        <p:spPr>
          <a:xfrm>
            <a:off x="3366413" y="6148372"/>
            <a:ext cx="504000" cy="517667"/>
          </a:xfrm>
          <a:prstGeom prst="actionButtonBackPrevious">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1" name="Handlingsknapp: gå framover eller til neste 30">
            <a:hlinkClick r:id="" action="ppaction://hlinkshowjump?jump=nextslide" highlightClick="1"/>
          </p:cNvPr>
          <p:cNvSpPr/>
          <p:nvPr userDrawn="1"/>
        </p:nvSpPr>
        <p:spPr>
          <a:xfrm>
            <a:off x="3940255" y="6148372"/>
            <a:ext cx="504000" cy="517667"/>
          </a:xfrm>
          <a:prstGeom prst="actionButtonForwardNex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32" name="Bilde 31" descr="Skjermutklipp">
            <a:hlinkClick r:id="rId27"/>
          </p:cNvPr>
          <p:cNvPicPr>
            <a:picLocks noChangeAspect="1"/>
          </p:cNvPicPr>
          <p:nvPr userDrawn="1"/>
        </p:nvPicPr>
        <p:blipFill>
          <a:blip r:embed="rId28">
            <a:extLst>
              <a:ext uri="{28A0092B-C50C-407E-A947-70E740481C1C}">
                <a14:useLocalDpi xmlns:a14="http://schemas.microsoft.com/office/drawing/2010/main" val="0"/>
              </a:ext>
            </a:extLst>
          </a:blip>
          <a:stretch>
            <a:fillRect/>
          </a:stretch>
        </p:blipFill>
        <p:spPr>
          <a:xfrm>
            <a:off x="4584245" y="6148372"/>
            <a:ext cx="398655" cy="504000"/>
          </a:xfrm>
          <a:prstGeom prst="rect">
            <a:avLst/>
          </a:prstGeom>
        </p:spPr>
      </p:pic>
      <p:pic>
        <p:nvPicPr>
          <p:cNvPr id="33" name="Bilde 32">
            <a:hlinkClick r:id="rId29"/>
          </p:cNvPr>
          <p:cNvPicPr>
            <a:picLocks noChangeAspect="1"/>
          </p:cNvPicPr>
          <p:nvPr userDrawn="1"/>
        </p:nvPicPr>
        <p:blipFill>
          <a:blip r:embed="rId30">
            <a:extLst>
              <a:ext uri="{28A0092B-C50C-407E-A947-70E740481C1C}">
                <a14:useLocalDpi xmlns:a14="http://schemas.microsoft.com/office/drawing/2010/main" val="0"/>
              </a:ext>
            </a:extLst>
          </a:blip>
          <a:stretch>
            <a:fillRect/>
          </a:stretch>
        </p:blipFill>
        <p:spPr>
          <a:xfrm>
            <a:off x="2135560" y="6147796"/>
            <a:ext cx="528384" cy="528384"/>
          </a:xfrm>
          <a:prstGeom prst="rect">
            <a:avLst/>
          </a:prstGeom>
        </p:spPr>
      </p:pic>
    </p:spTree>
    <p:extLst>
      <p:ext uri="{BB962C8B-B14F-4D97-AF65-F5344CB8AC3E}">
        <p14:creationId xmlns:p14="http://schemas.microsoft.com/office/powerpoint/2010/main" val="3163517054"/>
      </p:ext>
    </p:extLst>
  </p:cSld>
  <p:clrMap bg1="lt1" tx1="dk1" bg2="lt2" tx2="dk2" accent1="accent1" accent2="accent2" accent3="accent3" accent4="accent4" accent5="accent5" accent6="accent6" hlink="hlink" folHlink="folHlink"/>
  <p:sldLayoutIdLst>
    <p:sldLayoutId id="2147486122" r:id="rId1"/>
    <p:sldLayoutId id="2147486123" r:id="rId2"/>
    <p:sldLayoutId id="2147486124" r:id="rId3"/>
    <p:sldLayoutId id="2147486125" r:id="rId4"/>
    <p:sldLayoutId id="2147486126" r:id="rId5"/>
    <p:sldLayoutId id="2147486127" r:id="rId6"/>
    <p:sldLayoutId id="2147486128" r:id="rId7"/>
    <p:sldLayoutId id="2147486129" r:id="rId8"/>
    <p:sldLayoutId id="2147486130" r:id="rId9"/>
    <p:sldLayoutId id="2147486131" r:id="rId10"/>
    <p:sldLayoutId id="2147486132"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ittel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b-NO"/>
              <a:t>Klikk for å redigere tittelstil</a:t>
            </a:r>
          </a:p>
        </p:txBody>
      </p:sp>
      <p:sp>
        <p:nvSpPr>
          <p:cNvPr id="3" name="Plassholder for teks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747F45-16B8-455C-A8D6-883629297128}" type="datetime1">
              <a:rPr lang="nb-NO" smtClean="0"/>
              <a:t>27.08.2024</a:t>
            </a:fld>
            <a:endParaRPr lang="nb-NO"/>
          </a:p>
        </p:txBody>
      </p:sp>
      <p:sp>
        <p:nvSpPr>
          <p:cNvPr id="5" name="Plassholder for bunntekst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nb-NO"/>
              <a:t>Control Trafikkskole</a:t>
            </a:r>
          </a:p>
        </p:txBody>
      </p:sp>
      <p:sp>
        <p:nvSpPr>
          <p:cNvPr id="6" name="Plassholder for lysbildenumm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EBBCFE-599B-47F9-B84D-4259C5E2055D}" type="slidenum">
              <a:rPr lang="nb-NO" smtClean="0"/>
              <a:t>‹#›</a:t>
            </a:fld>
            <a:endParaRPr lang="nb-NO"/>
          </a:p>
        </p:txBody>
      </p:sp>
      <p:sp>
        <p:nvSpPr>
          <p:cNvPr id="7" name="Rektangel 6"/>
          <p:cNvSpPr/>
          <p:nvPr userDrawn="1"/>
        </p:nvSpPr>
        <p:spPr>
          <a:xfrm>
            <a:off x="353025" y="2230305"/>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S</a:t>
            </a:r>
          </a:p>
        </p:txBody>
      </p:sp>
      <p:sp>
        <p:nvSpPr>
          <p:cNvPr id="8" name="Rektangel 7"/>
          <p:cNvSpPr/>
          <p:nvPr userDrawn="1"/>
        </p:nvSpPr>
        <p:spPr>
          <a:xfrm>
            <a:off x="262178" y="283839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O</a:t>
            </a:r>
          </a:p>
        </p:txBody>
      </p:sp>
      <p:sp>
        <p:nvSpPr>
          <p:cNvPr id="9" name="Rektangel 8"/>
          <p:cNvSpPr/>
          <p:nvPr userDrawn="1"/>
        </p:nvSpPr>
        <p:spPr>
          <a:xfrm>
            <a:off x="170143" y="3446489"/>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A</a:t>
            </a:r>
          </a:p>
        </p:txBody>
      </p:sp>
      <p:sp>
        <p:nvSpPr>
          <p:cNvPr id="10" name="Parallellogram 9">
            <a:hlinkClick r:id="rId19" action="ppaction://hlinksldjump"/>
          </p:cNvPr>
          <p:cNvSpPr/>
          <p:nvPr userDrawn="1"/>
        </p:nvSpPr>
        <p:spPr>
          <a:xfrm>
            <a:off x="5367340"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1</a:t>
            </a:r>
          </a:p>
        </p:txBody>
      </p:sp>
      <p:sp>
        <p:nvSpPr>
          <p:cNvPr id="11" name="Parallellogram 10">
            <a:hlinkClick r:id="rId20" action="ppaction://hlinksldjump"/>
          </p:cNvPr>
          <p:cNvSpPr/>
          <p:nvPr userDrawn="1"/>
        </p:nvSpPr>
        <p:spPr>
          <a:xfrm>
            <a:off x="6877153"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2</a:t>
            </a:r>
          </a:p>
        </p:txBody>
      </p:sp>
      <p:sp>
        <p:nvSpPr>
          <p:cNvPr id="12" name="Parallellogram 11">
            <a:hlinkClick r:id="rId21" action="ppaction://hlinksldjump"/>
          </p:cNvPr>
          <p:cNvSpPr/>
          <p:nvPr userDrawn="1"/>
        </p:nvSpPr>
        <p:spPr>
          <a:xfrm>
            <a:off x="8387714" y="6148372"/>
            <a:ext cx="1511308" cy="518400"/>
          </a:xfrm>
          <a:prstGeom prst="parallelogram">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3</a:t>
            </a:r>
          </a:p>
        </p:txBody>
      </p:sp>
      <p:sp>
        <p:nvSpPr>
          <p:cNvPr id="13" name="Parallellogram 12">
            <a:hlinkClick r:id="rId22" action="ppaction://hlinksldjump"/>
          </p:cNvPr>
          <p:cNvSpPr/>
          <p:nvPr userDrawn="1"/>
        </p:nvSpPr>
        <p:spPr>
          <a:xfrm>
            <a:off x="989827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4</a:t>
            </a:r>
          </a:p>
        </p:txBody>
      </p:sp>
      <p:sp>
        <p:nvSpPr>
          <p:cNvPr id="14" name="Rektangel 13"/>
          <p:cNvSpPr/>
          <p:nvPr userDrawn="1"/>
        </p:nvSpPr>
        <p:spPr>
          <a:xfrm>
            <a:off x="48893" y="406347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H</a:t>
            </a:r>
          </a:p>
        </p:txBody>
      </p:sp>
      <p:sp>
        <p:nvSpPr>
          <p:cNvPr id="19" name="Parallellogram 18">
            <a:hlinkClick r:id="rId23" action="ppaction://hlinksldjump"/>
          </p:cNvPr>
          <p:cNvSpPr/>
          <p:nvPr userDrawn="1"/>
        </p:nvSpPr>
        <p:spPr>
          <a:xfrm>
            <a:off x="300038" y="152613"/>
            <a:ext cx="1368000" cy="6840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Trafikksystemet, trafikantgrupper og interesse-motsetninger</a:t>
            </a:r>
            <a:endParaRPr lang="nb-NO" sz="900" i="1" dirty="0">
              <a:solidFill>
                <a:schemeClr val="tx1"/>
              </a:solidFill>
            </a:endParaRPr>
          </a:p>
        </p:txBody>
      </p:sp>
      <p:sp>
        <p:nvSpPr>
          <p:cNvPr id="20" name="Parallellogram 19">
            <a:hlinkClick r:id="rId24" action="ppaction://hlinksldjump"/>
          </p:cNvPr>
          <p:cNvSpPr/>
          <p:nvPr userDrawn="1"/>
        </p:nvSpPr>
        <p:spPr>
          <a:xfrm>
            <a:off x="1542565"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Veg, vegoppmerking, skilt og annen trafikkregulering </a:t>
            </a:r>
            <a:endParaRPr lang="nb-NO" sz="900" i="1" dirty="0">
              <a:solidFill>
                <a:schemeClr val="tx1"/>
              </a:solidFill>
            </a:endParaRPr>
          </a:p>
        </p:txBody>
      </p:sp>
      <p:sp>
        <p:nvSpPr>
          <p:cNvPr id="21" name="Parallellogram 20">
            <a:hlinkClick r:id="rId25" action="ppaction://hlinksldjump"/>
          </p:cNvPr>
          <p:cNvSpPr/>
          <p:nvPr userDrawn="1"/>
        </p:nvSpPr>
        <p:spPr>
          <a:xfrm>
            <a:off x="2795685"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Atferd i trafikken i ulike vegmiljø</a:t>
            </a:r>
            <a:endParaRPr lang="nb-NO" sz="900" i="1" dirty="0">
              <a:solidFill>
                <a:schemeClr val="tx1"/>
              </a:solidFill>
            </a:endParaRPr>
          </a:p>
        </p:txBody>
      </p:sp>
      <p:sp>
        <p:nvSpPr>
          <p:cNvPr id="22" name="Parallellogram 21">
            <a:hlinkClick r:id="rId26" action="ppaction://hlinksldjump"/>
          </p:cNvPr>
          <p:cNvSpPr/>
          <p:nvPr userDrawn="1"/>
        </p:nvSpPr>
        <p:spPr>
          <a:xfrm>
            <a:off x="4038212"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Systematisk og automatisert informasjons-innhenting </a:t>
            </a:r>
            <a:endParaRPr lang="nb-NO" sz="900" i="1" dirty="0">
              <a:solidFill>
                <a:schemeClr val="tx1"/>
              </a:solidFill>
            </a:endParaRPr>
          </a:p>
        </p:txBody>
      </p:sp>
      <p:sp>
        <p:nvSpPr>
          <p:cNvPr id="23" name="Parallellogram 22">
            <a:hlinkClick r:id="rId27" action="ppaction://hlinksldjump"/>
          </p:cNvPr>
          <p:cNvSpPr/>
          <p:nvPr userDrawn="1"/>
        </p:nvSpPr>
        <p:spPr>
          <a:xfrm>
            <a:off x="5291332"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Kjøre tydelig og bestemt i bolig, tettsted og bymiljø </a:t>
            </a:r>
            <a:endParaRPr lang="nb-NO" sz="900" i="1" dirty="0">
              <a:solidFill>
                <a:schemeClr val="tx1"/>
              </a:solidFill>
            </a:endParaRPr>
          </a:p>
        </p:txBody>
      </p:sp>
      <p:sp>
        <p:nvSpPr>
          <p:cNvPr id="24" name="Parallellogram 23">
            <a:hlinkClick r:id="rId28" action="ppaction://hlinksldjump"/>
          </p:cNvPr>
          <p:cNvSpPr/>
          <p:nvPr userDrawn="1"/>
        </p:nvSpPr>
        <p:spPr>
          <a:xfrm>
            <a:off x="6533859"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nb-NO" sz="900" dirty="0">
                <a:solidFill>
                  <a:schemeClr val="tx1"/>
                </a:solidFill>
              </a:rPr>
              <a:t>Kjøre sikkert og effektivt i landevegsmiljø </a:t>
            </a:r>
          </a:p>
        </p:txBody>
      </p:sp>
      <p:sp>
        <p:nvSpPr>
          <p:cNvPr id="25" name="Parallellogram 24">
            <a:hlinkClick r:id="rId29" action="ppaction://hlinksldjump"/>
          </p:cNvPr>
          <p:cNvSpPr/>
          <p:nvPr userDrawn="1"/>
        </p:nvSpPr>
        <p:spPr>
          <a:xfrm>
            <a:off x="7786979"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Kjøre sikkert og effektivt i forbindelse med kø, i tunnel og i mørket </a:t>
            </a:r>
            <a:endParaRPr lang="nb-NO" sz="900" i="1" dirty="0">
              <a:solidFill>
                <a:schemeClr val="tx1"/>
              </a:solidFill>
            </a:endParaRPr>
          </a:p>
        </p:txBody>
      </p:sp>
      <p:sp>
        <p:nvSpPr>
          <p:cNvPr id="26" name="Parallellogram 25">
            <a:hlinkClick r:id="rId30" action="ppaction://hlinksldjump"/>
          </p:cNvPr>
          <p:cNvSpPr/>
          <p:nvPr userDrawn="1"/>
        </p:nvSpPr>
        <p:spPr>
          <a:xfrm>
            <a:off x="9029506"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Kjøre effektivt, behagelig, miljøvennlig og økonomisk </a:t>
            </a:r>
            <a:endParaRPr lang="nb-NO" sz="900" i="1" dirty="0">
              <a:solidFill>
                <a:schemeClr val="tx1"/>
              </a:solidFill>
            </a:endParaRPr>
          </a:p>
        </p:txBody>
      </p:sp>
      <p:sp>
        <p:nvSpPr>
          <p:cNvPr id="27" name="Parallellogram 26">
            <a:hlinkClick r:id="rId31" action="ppaction://hlinksldjump"/>
          </p:cNvPr>
          <p:cNvSpPr/>
          <p:nvPr userDrawn="1"/>
        </p:nvSpPr>
        <p:spPr>
          <a:xfrm>
            <a:off x="10282626" y="152613"/>
            <a:ext cx="936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i="0" dirty="0">
                <a:solidFill>
                  <a:schemeClr val="tx1"/>
                </a:solidFill>
              </a:rPr>
              <a:t>Trinn-vurdering</a:t>
            </a:r>
            <a:endParaRPr lang="nb-NO" sz="900" i="1" dirty="0">
              <a:solidFill>
                <a:schemeClr val="tx1"/>
              </a:solidFill>
            </a:endParaRPr>
          </a:p>
        </p:txBody>
      </p:sp>
      <p:sp>
        <p:nvSpPr>
          <p:cNvPr id="28" name="Parallellogram 27">
            <a:hlinkClick r:id="rId32" action="ppaction://hlinksldjump"/>
          </p:cNvPr>
          <p:cNvSpPr/>
          <p:nvPr userDrawn="1"/>
        </p:nvSpPr>
        <p:spPr>
          <a:xfrm>
            <a:off x="11103426" y="152613"/>
            <a:ext cx="936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SKB</a:t>
            </a:r>
            <a:endParaRPr lang="nb-NO" sz="900" i="1" dirty="0">
              <a:solidFill>
                <a:schemeClr val="tx1"/>
              </a:solidFill>
            </a:endParaRPr>
          </a:p>
        </p:txBody>
      </p:sp>
      <p:sp>
        <p:nvSpPr>
          <p:cNvPr id="29" name="Handlingsknapp: gå til Hjem 28">
            <a:hlinkClick r:id="" action="ppaction://hlinkshowjump?jump=firstslide" highlightClick="1"/>
          </p:cNvPr>
          <p:cNvSpPr/>
          <p:nvPr userDrawn="1"/>
        </p:nvSpPr>
        <p:spPr>
          <a:xfrm>
            <a:off x="2792571" y="6148372"/>
            <a:ext cx="504000" cy="517667"/>
          </a:xfrm>
          <a:prstGeom prst="actionButtonHom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0" name="Handlingsknapp: gå tilbake eller til forrige 29">
            <a:hlinkClick r:id="" action="ppaction://hlinkshowjump?jump=previousslide" highlightClick="1"/>
          </p:cNvPr>
          <p:cNvSpPr/>
          <p:nvPr userDrawn="1"/>
        </p:nvSpPr>
        <p:spPr>
          <a:xfrm>
            <a:off x="3366413" y="6148372"/>
            <a:ext cx="504000" cy="517667"/>
          </a:xfrm>
          <a:prstGeom prst="actionButtonBackPrevious">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1" name="Handlingsknapp: gå framover eller til neste 30">
            <a:hlinkClick r:id="" action="ppaction://hlinkshowjump?jump=nextslide" highlightClick="1"/>
          </p:cNvPr>
          <p:cNvSpPr/>
          <p:nvPr userDrawn="1"/>
        </p:nvSpPr>
        <p:spPr>
          <a:xfrm>
            <a:off x="3940255" y="6148372"/>
            <a:ext cx="504000" cy="517667"/>
          </a:xfrm>
          <a:prstGeom prst="actionButtonForwardNex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32" name="Bilde 31" descr="Skjermutklipp">
            <a:hlinkClick r:id="rId33"/>
          </p:cNvPr>
          <p:cNvPicPr>
            <a:picLocks noChangeAspect="1"/>
          </p:cNvPicPr>
          <p:nvPr userDrawn="1"/>
        </p:nvPicPr>
        <p:blipFill>
          <a:blip r:embed="rId34">
            <a:extLst>
              <a:ext uri="{28A0092B-C50C-407E-A947-70E740481C1C}">
                <a14:useLocalDpi xmlns:a14="http://schemas.microsoft.com/office/drawing/2010/main" val="0"/>
              </a:ext>
            </a:extLst>
          </a:blip>
          <a:stretch>
            <a:fillRect/>
          </a:stretch>
        </p:blipFill>
        <p:spPr>
          <a:xfrm>
            <a:off x="4584245" y="6148372"/>
            <a:ext cx="398655" cy="504000"/>
          </a:xfrm>
          <a:prstGeom prst="rect">
            <a:avLst/>
          </a:prstGeom>
        </p:spPr>
      </p:pic>
      <p:pic>
        <p:nvPicPr>
          <p:cNvPr id="33" name="Bilde 32">
            <a:hlinkClick r:id="rId35"/>
          </p:cNvPr>
          <p:cNvPicPr>
            <a:picLocks noChangeAspect="1"/>
          </p:cNvPicPr>
          <p:nvPr userDrawn="1"/>
        </p:nvPicPr>
        <p:blipFill>
          <a:blip r:embed="rId36">
            <a:extLst>
              <a:ext uri="{28A0092B-C50C-407E-A947-70E740481C1C}">
                <a14:useLocalDpi xmlns:a14="http://schemas.microsoft.com/office/drawing/2010/main" val="0"/>
              </a:ext>
            </a:extLst>
          </a:blip>
          <a:stretch>
            <a:fillRect/>
          </a:stretch>
        </p:blipFill>
        <p:spPr>
          <a:xfrm>
            <a:off x="2135560" y="6147796"/>
            <a:ext cx="528384" cy="528384"/>
          </a:xfrm>
          <a:prstGeom prst="rect">
            <a:avLst/>
          </a:prstGeom>
        </p:spPr>
      </p:pic>
    </p:spTree>
    <p:extLst>
      <p:ext uri="{BB962C8B-B14F-4D97-AF65-F5344CB8AC3E}">
        <p14:creationId xmlns:p14="http://schemas.microsoft.com/office/powerpoint/2010/main" val="2806662608"/>
      </p:ext>
    </p:extLst>
  </p:cSld>
  <p:clrMap bg1="lt1" tx1="dk1" bg2="lt2" tx2="dk2" accent1="accent1" accent2="accent2" accent3="accent3" accent4="accent4" accent5="accent5" accent6="accent6" hlink="hlink" folHlink="folHlink"/>
  <p:sldLayoutIdLst>
    <p:sldLayoutId id="2147486134" r:id="rId1"/>
    <p:sldLayoutId id="2147486135" r:id="rId2"/>
    <p:sldLayoutId id="2147486136" r:id="rId3"/>
    <p:sldLayoutId id="2147486137" r:id="rId4"/>
    <p:sldLayoutId id="2147486138" r:id="rId5"/>
    <p:sldLayoutId id="2147486139" r:id="rId6"/>
    <p:sldLayoutId id="2147486140" r:id="rId7"/>
    <p:sldLayoutId id="2147486141" r:id="rId8"/>
    <p:sldLayoutId id="2147486142" r:id="rId9"/>
    <p:sldLayoutId id="2147486143" r:id="rId10"/>
    <p:sldLayoutId id="2147486144" r:id="rId11"/>
    <p:sldLayoutId id="2147486145" r:id="rId12"/>
    <p:sldLayoutId id="2147486146" r:id="rId13"/>
    <p:sldLayoutId id="2147486147" r:id="rId14"/>
    <p:sldLayoutId id="2147486148" r:id="rId15"/>
    <p:sldLayoutId id="2147486149" r:id="rId16"/>
    <p:sldLayoutId id="2147486150" r:id="rId17"/>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ittel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b-NO"/>
              <a:t>Klikk for å redigere tittelstil</a:t>
            </a:r>
          </a:p>
        </p:txBody>
      </p:sp>
      <p:sp>
        <p:nvSpPr>
          <p:cNvPr id="3" name="Plassholder for teks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F5B4B3-BA35-4E1F-AAC1-C2F7008A4ABD}" type="datetime1">
              <a:rPr lang="nb-NO" smtClean="0"/>
              <a:t>27.08.2024</a:t>
            </a:fld>
            <a:endParaRPr lang="nb-NO"/>
          </a:p>
        </p:txBody>
      </p:sp>
      <p:sp>
        <p:nvSpPr>
          <p:cNvPr id="5" name="Plassholder for bunntekst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nb-NO"/>
              <a:t>Control Trafikkskole</a:t>
            </a:r>
          </a:p>
        </p:txBody>
      </p:sp>
      <p:sp>
        <p:nvSpPr>
          <p:cNvPr id="6" name="Plassholder for lysbildenumm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EBBCFE-599B-47F9-B84D-4259C5E2055D}" type="slidenum">
              <a:rPr lang="nb-NO" smtClean="0"/>
              <a:t>‹#›</a:t>
            </a:fld>
            <a:endParaRPr lang="nb-NO"/>
          </a:p>
        </p:txBody>
      </p:sp>
      <p:sp>
        <p:nvSpPr>
          <p:cNvPr id="7" name="Rektangel 6"/>
          <p:cNvSpPr/>
          <p:nvPr userDrawn="1"/>
        </p:nvSpPr>
        <p:spPr>
          <a:xfrm>
            <a:off x="353025" y="2230305"/>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S</a:t>
            </a:r>
          </a:p>
        </p:txBody>
      </p:sp>
      <p:sp>
        <p:nvSpPr>
          <p:cNvPr id="8" name="Rektangel 7"/>
          <p:cNvSpPr/>
          <p:nvPr userDrawn="1"/>
        </p:nvSpPr>
        <p:spPr>
          <a:xfrm>
            <a:off x="262178" y="283839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O</a:t>
            </a:r>
          </a:p>
        </p:txBody>
      </p:sp>
      <p:sp>
        <p:nvSpPr>
          <p:cNvPr id="9" name="Rektangel 8"/>
          <p:cNvSpPr/>
          <p:nvPr userDrawn="1"/>
        </p:nvSpPr>
        <p:spPr>
          <a:xfrm>
            <a:off x="170143" y="3446489"/>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A</a:t>
            </a:r>
          </a:p>
        </p:txBody>
      </p:sp>
      <p:sp>
        <p:nvSpPr>
          <p:cNvPr id="10" name="Parallellogram 9">
            <a:hlinkClick r:id="rId19" action="ppaction://hlinksldjump"/>
          </p:cNvPr>
          <p:cNvSpPr/>
          <p:nvPr userDrawn="1"/>
        </p:nvSpPr>
        <p:spPr>
          <a:xfrm>
            <a:off x="5367340"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1</a:t>
            </a:r>
          </a:p>
        </p:txBody>
      </p:sp>
      <p:sp>
        <p:nvSpPr>
          <p:cNvPr id="11" name="Parallellogram 10">
            <a:hlinkClick r:id="rId20" action="ppaction://hlinksldjump"/>
          </p:cNvPr>
          <p:cNvSpPr/>
          <p:nvPr userDrawn="1"/>
        </p:nvSpPr>
        <p:spPr>
          <a:xfrm>
            <a:off x="6877153"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2</a:t>
            </a:r>
          </a:p>
        </p:txBody>
      </p:sp>
      <p:sp>
        <p:nvSpPr>
          <p:cNvPr id="12" name="Parallellogram 11">
            <a:hlinkClick r:id="rId21" action="ppaction://hlinksldjump"/>
          </p:cNvPr>
          <p:cNvSpPr/>
          <p:nvPr userDrawn="1"/>
        </p:nvSpPr>
        <p:spPr>
          <a:xfrm>
            <a:off x="8387714" y="6148372"/>
            <a:ext cx="1511308" cy="518400"/>
          </a:xfrm>
          <a:prstGeom prst="parallelogram">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3</a:t>
            </a:r>
          </a:p>
        </p:txBody>
      </p:sp>
      <p:sp>
        <p:nvSpPr>
          <p:cNvPr id="13" name="Parallellogram 12">
            <a:hlinkClick r:id="rId22" action="ppaction://hlinksldjump"/>
          </p:cNvPr>
          <p:cNvSpPr/>
          <p:nvPr userDrawn="1"/>
        </p:nvSpPr>
        <p:spPr>
          <a:xfrm>
            <a:off x="989827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4</a:t>
            </a:r>
          </a:p>
        </p:txBody>
      </p:sp>
      <p:sp>
        <p:nvSpPr>
          <p:cNvPr id="14" name="Rektangel 13"/>
          <p:cNvSpPr/>
          <p:nvPr userDrawn="1"/>
        </p:nvSpPr>
        <p:spPr>
          <a:xfrm>
            <a:off x="48893" y="406347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H</a:t>
            </a:r>
          </a:p>
        </p:txBody>
      </p:sp>
      <p:sp>
        <p:nvSpPr>
          <p:cNvPr id="19" name="Parallellogram 18">
            <a:hlinkClick r:id="rId23" action="ppaction://hlinksldjump"/>
          </p:cNvPr>
          <p:cNvSpPr/>
          <p:nvPr userDrawn="1"/>
        </p:nvSpPr>
        <p:spPr>
          <a:xfrm>
            <a:off x="300038"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Trafikksystemet, trafikantgrupper og interesse-motsetninger</a:t>
            </a:r>
            <a:endParaRPr lang="nb-NO" sz="900" i="1" dirty="0">
              <a:solidFill>
                <a:schemeClr val="tx1"/>
              </a:solidFill>
            </a:endParaRPr>
          </a:p>
        </p:txBody>
      </p:sp>
      <p:sp>
        <p:nvSpPr>
          <p:cNvPr id="20" name="Parallellogram 19">
            <a:hlinkClick r:id="rId24" action="ppaction://hlinksldjump"/>
          </p:cNvPr>
          <p:cNvSpPr/>
          <p:nvPr userDrawn="1"/>
        </p:nvSpPr>
        <p:spPr>
          <a:xfrm>
            <a:off x="1542565" y="152613"/>
            <a:ext cx="1368000" cy="6840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Veg, vegoppmerking, skilt og annen trafikkregulering </a:t>
            </a:r>
            <a:endParaRPr lang="nb-NO" sz="900" i="1" dirty="0">
              <a:solidFill>
                <a:schemeClr val="tx1"/>
              </a:solidFill>
            </a:endParaRPr>
          </a:p>
        </p:txBody>
      </p:sp>
      <p:sp>
        <p:nvSpPr>
          <p:cNvPr id="21" name="Parallellogram 20">
            <a:hlinkClick r:id="rId25" action="ppaction://hlinksldjump"/>
          </p:cNvPr>
          <p:cNvSpPr/>
          <p:nvPr userDrawn="1"/>
        </p:nvSpPr>
        <p:spPr>
          <a:xfrm>
            <a:off x="2795685"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Atferd i trafikken i ulike vegmiljø</a:t>
            </a:r>
            <a:endParaRPr lang="nb-NO" sz="900" i="1" dirty="0">
              <a:solidFill>
                <a:schemeClr val="tx1"/>
              </a:solidFill>
            </a:endParaRPr>
          </a:p>
        </p:txBody>
      </p:sp>
      <p:sp>
        <p:nvSpPr>
          <p:cNvPr id="22" name="Parallellogram 21">
            <a:hlinkClick r:id="rId26" action="ppaction://hlinksldjump"/>
          </p:cNvPr>
          <p:cNvSpPr/>
          <p:nvPr userDrawn="1"/>
        </p:nvSpPr>
        <p:spPr>
          <a:xfrm>
            <a:off x="4038212"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Systematisk og automatisert informasjons-innhenting </a:t>
            </a:r>
            <a:endParaRPr lang="nb-NO" sz="900" i="1" dirty="0">
              <a:solidFill>
                <a:schemeClr val="tx1"/>
              </a:solidFill>
            </a:endParaRPr>
          </a:p>
        </p:txBody>
      </p:sp>
      <p:sp>
        <p:nvSpPr>
          <p:cNvPr id="23" name="Parallellogram 22">
            <a:hlinkClick r:id="rId27" action="ppaction://hlinksldjump"/>
          </p:cNvPr>
          <p:cNvSpPr/>
          <p:nvPr userDrawn="1"/>
        </p:nvSpPr>
        <p:spPr>
          <a:xfrm>
            <a:off x="5291332"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Kjøre tydelig og bestemt i bolig, tettsted og bymiljø </a:t>
            </a:r>
            <a:endParaRPr lang="nb-NO" sz="900" i="1" dirty="0">
              <a:solidFill>
                <a:schemeClr val="tx1"/>
              </a:solidFill>
            </a:endParaRPr>
          </a:p>
        </p:txBody>
      </p:sp>
      <p:sp>
        <p:nvSpPr>
          <p:cNvPr id="24" name="Parallellogram 23">
            <a:hlinkClick r:id="rId28" action="ppaction://hlinksldjump"/>
          </p:cNvPr>
          <p:cNvSpPr/>
          <p:nvPr userDrawn="1"/>
        </p:nvSpPr>
        <p:spPr>
          <a:xfrm>
            <a:off x="6533859"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nb-NO" sz="900" dirty="0">
                <a:solidFill>
                  <a:schemeClr val="tx1"/>
                </a:solidFill>
              </a:rPr>
              <a:t>Kjøre sikkert og effektivt i landevegsmiljø </a:t>
            </a:r>
          </a:p>
        </p:txBody>
      </p:sp>
      <p:sp>
        <p:nvSpPr>
          <p:cNvPr id="25" name="Parallellogram 24">
            <a:hlinkClick r:id="rId29" action="ppaction://hlinksldjump"/>
          </p:cNvPr>
          <p:cNvSpPr/>
          <p:nvPr userDrawn="1"/>
        </p:nvSpPr>
        <p:spPr>
          <a:xfrm>
            <a:off x="7786979"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Kjøre sikkert og effektivt i forbindelse med kø, i tunnel og i mørket </a:t>
            </a:r>
            <a:endParaRPr lang="nb-NO" sz="900" i="1" dirty="0">
              <a:solidFill>
                <a:schemeClr val="tx1"/>
              </a:solidFill>
            </a:endParaRPr>
          </a:p>
        </p:txBody>
      </p:sp>
      <p:sp>
        <p:nvSpPr>
          <p:cNvPr id="26" name="Parallellogram 25">
            <a:hlinkClick r:id="rId30" action="ppaction://hlinksldjump"/>
          </p:cNvPr>
          <p:cNvSpPr/>
          <p:nvPr userDrawn="1"/>
        </p:nvSpPr>
        <p:spPr>
          <a:xfrm>
            <a:off x="9029506"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Kjøre effektivt, behagelig, miljøvennlig og økonomisk </a:t>
            </a:r>
            <a:endParaRPr lang="nb-NO" sz="900" i="1" dirty="0">
              <a:solidFill>
                <a:schemeClr val="tx1"/>
              </a:solidFill>
            </a:endParaRPr>
          </a:p>
        </p:txBody>
      </p:sp>
      <p:sp>
        <p:nvSpPr>
          <p:cNvPr id="27" name="Parallellogram 26">
            <a:hlinkClick r:id="rId31" action="ppaction://hlinksldjump"/>
          </p:cNvPr>
          <p:cNvSpPr/>
          <p:nvPr userDrawn="1"/>
        </p:nvSpPr>
        <p:spPr>
          <a:xfrm>
            <a:off x="10282626" y="152613"/>
            <a:ext cx="936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i="0" dirty="0">
                <a:solidFill>
                  <a:schemeClr val="tx1"/>
                </a:solidFill>
              </a:rPr>
              <a:t>Trinn-vurdering</a:t>
            </a:r>
            <a:endParaRPr lang="nb-NO" sz="900" i="1" dirty="0">
              <a:solidFill>
                <a:schemeClr val="tx1"/>
              </a:solidFill>
            </a:endParaRPr>
          </a:p>
        </p:txBody>
      </p:sp>
      <p:sp>
        <p:nvSpPr>
          <p:cNvPr id="28" name="Parallellogram 27">
            <a:hlinkClick r:id="rId32" action="ppaction://hlinksldjump"/>
          </p:cNvPr>
          <p:cNvSpPr/>
          <p:nvPr userDrawn="1"/>
        </p:nvSpPr>
        <p:spPr>
          <a:xfrm>
            <a:off x="11103426" y="152613"/>
            <a:ext cx="936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SKB</a:t>
            </a:r>
            <a:endParaRPr lang="nb-NO" sz="900" i="1" dirty="0">
              <a:solidFill>
                <a:schemeClr val="tx1"/>
              </a:solidFill>
            </a:endParaRPr>
          </a:p>
        </p:txBody>
      </p:sp>
    </p:spTree>
    <p:extLst>
      <p:ext uri="{BB962C8B-B14F-4D97-AF65-F5344CB8AC3E}">
        <p14:creationId xmlns:p14="http://schemas.microsoft.com/office/powerpoint/2010/main" val="4013463978"/>
      </p:ext>
    </p:extLst>
  </p:cSld>
  <p:clrMap bg1="lt1" tx1="dk1" bg2="lt2" tx2="dk2" accent1="accent1" accent2="accent2" accent3="accent3" accent4="accent4" accent5="accent5" accent6="accent6" hlink="hlink" folHlink="folHlink"/>
  <p:sldLayoutIdLst>
    <p:sldLayoutId id="2147486152" r:id="rId1"/>
    <p:sldLayoutId id="2147486153" r:id="rId2"/>
    <p:sldLayoutId id="2147486154" r:id="rId3"/>
    <p:sldLayoutId id="2147486155" r:id="rId4"/>
    <p:sldLayoutId id="2147486156" r:id="rId5"/>
    <p:sldLayoutId id="2147486157" r:id="rId6"/>
    <p:sldLayoutId id="2147486158" r:id="rId7"/>
    <p:sldLayoutId id="2147486159" r:id="rId8"/>
    <p:sldLayoutId id="2147486160" r:id="rId9"/>
    <p:sldLayoutId id="2147486161" r:id="rId10"/>
    <p:sldLayoutId id="2147486162" r:id="rId11"/>
    <p:sldLayoutId id="2147486163" r:id="rId12"/>
    <p:sldLayoutId id="2147486164" r:id="rId13"/>
    <p:sldLayoutId id="2147486165" r:id="rId14"/>
    <p:sldLayoutId id="2147486166" r:id="rId15"/>
    <p:sldLayoutId id="2147486167" r:id="rId16"/>
    <p:sldLayoutId id="2147486168" r:id="rId17"/>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ittel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b-NO"/>
              <a:t>Klikk for å redigere tittelstil</a:t>
            </a:r>
          </a:p>
        </p:txBody>
      </p:sp>
      <p:sp>
        <p:nvSpPr>
          <p:cNvPr id="3" name="Plassholder for teks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DBB582B-DFE4-4389-BC61-A4498B1201A5}" type="datetime1">
              <a:rPr lang="nb-NO" smtClean="0"/>
              <a:t>27.08.2024</a:t>
            </a:fld>
            <a:endParaRPr lang="nb-NO"/>
          </a:p>
        </p:txBody>
      </p:sp>
      <p:sp>
        <p:nvSpPr>
          <p:cNvPr id="5" name="Plassholder for bunntekst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nb-NO"/>
              <a:t>Control Trafikkskole</a:t>
            </a:r>
          </a:p>
        </p:txBody>
      </p:sp>
      <p:sp>
        <p:nvSpPr>
          <p:cNvPr id="6" name="Plassholder for lysbildenumm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EBBCFE-599B-47F9-B84D-4259C5E2055D}" type="slidenum">
              <a:rPr lang="nb-NO" smtClean="0"/>
              <a:t>‹#›</a:t>
            </a:fld>
            <a:endParaRPr lang="nb-NO"/>
          </a:p>
        </p:txBody>
      </p:sp>
      <p:sp>
        <p:nvSpPr>
          <p:cNvPr id="7" name="Rektangel 6"/>
          <p:cNvSpPr/>
          <p:nvPr userDrawn="1"/>
        </p:nvSpPr>
        <p:spPr>
          <a:xfrm>
            <a:off x="353025" y="2230305"/>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S</a:t>
            </a:r>
          </a:p>
        </p:txBody>
      </p:sp>
      <p:sp>
        <p:nvSpPr>
          <p:cNvPr id="8" name="Rektangel 7"/>
          <p:cNvSpPr/>
          <p:nvPr userDrawn="1"/>
        </p:nvSpPr>
        <p:spPr>
          <a:xfrm>
            <a:off x="262178" y="283839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O</a:t>
            </a:r>
          </a:p>
        </p:txBody>
      </p:sp>
      <p:sp>
        <p:nvSpPr>
          <p:cNvPr id="9" name="Rektangel 8"/>
          <p:cNvSpPr/>
          <p:nvPr userDrawn="1"/>
        </p:nvSpPr>
        <p:spPr>
          <a:xfrm>
            <a:off x="170143" y="3446489"/>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A</a:t>
            </a:r>
          </a:p>
        </p:txBody>
      </p:sp>
      <p:sp>
        <p:nvSpPr>
          <p:cNvPr id="10" name="Parallellogram 9">
            <a:hlinkClick r:id="rId19" action="ppaction://hlinksldjump"/>
          </p:cNvPr>
          <p:cNvSpPr/>
          <p:nvPr userDrawn="1"/>
        </p:nvSpPr>
        <p:spPr>
          <a:xfrm>
            <a:off x="5367340"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1</a:t>
            </a:r>
          </a:p>
        </p:txBody>
      </p:sp>
      <p:sp>
        <p:nvSpPr>
          <p:cNvPr id="11" name="Parallellogram 10">
            <a:hlinkClick r:id="rId20" action="ppaction://hlinksldjump"/>
          </p:cNvPr>
          <p:cNvSpPr/>
          <p:nvPr userDrawn="1"/>
        </p:nvSpPr>
        <p:spPr>
          <a:xfrm>
            <a:off x="6877153"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2</a:t>
            </a:r>
          </a:p>
        </p:txBody>
      </p:sp>
      <p:sp>
        <p:nvSpPr>
          <p:cNvPr id="12" name="Parallellogram 11">
            <a:hlinkClick r:id="rId21" action="ppaction://hlinksldjump"/>
          </p:cNvPr>
          <p:cNvSpPr/>
          <p:nvPr userDrawn="1"/>
        </p:nvSpPr>
        <p:spPr>
          <a:xfrm>
            <a:off x="8387714" y="6148372"/>
            <a:ext cx="1511308" cy="518400"/>
          </a:xfrm>
          <a:prstGeom prst="parallelogram">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3</a:t>
            </a:r>
          </a:p>
        </p:txBody>
      </p:sp>
      <p:sp>
        <p:nvSpPr>
          <p:cNvPr id="13" name="Parallellogram 12">
            <a:hlinkClick r:id="rId22" action="ppaction://hlinksldjump"/>
          </p:cNvPr>
          <p:cNvSpPr/>
          <p:nvPr userDrawn="1"/>
        </p:nvSpPr>
        <p:spPr>
          <a:xfrm>
            <a:off x="989827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4</a:t>
            </a:r>
          </a:p>
        </p:txBody>
      </p:sp>
      <p:sp>
        <p:nvSpPr>
          <p:cNvPr id="14" name="Rektangel 13"/>
          <p:cNvSpPr/>
          <p:nvPr userDrawn="1"/>
        </p:nvSpPr>
        <p:spPr>
          <a:xfrm>
            <a:off x="48893" y="406347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H</a:t>
            </a:r>
          </a:p>
        </p:txBody>
      </p:sp>
      <p:sp>
        <p:nvSpPr>
          <p:cNvPr id="19" name="Parallellogram 18">
            <a:hlinkClick r:id="rId23" action="ppaction://hlinksldjump"/>
          </p:cNvPr>
          <p:cNvSpPr/>
          <p:nvPr userDrawn="1"/>
        </p:nvSpPr>
        <p:spPr>
          <a:xfrm>
            <a:off x="300038"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Trafikksystemet, trafikantgrupper og interesse-motsetninger</a:t>
            </a:r>
            <a:endParaRPr lang="nb-NO" sz="900" i="1" dirty="0">
              <a:solidFill>
                <a:schemeClr val="tx1"/>
              </a:solidFill>
            </a:endParaRPr>
          </a:p>
        </p:txBody>
      </p:sp>
      <p:sp>
        <p:nvSpPr>
          <p:cNvPr id="20" name="Parallellogram 19">
            <a:hlinkClick r:id="rId24" action="ppaction://hlinksldjump"/>
          </p:cNvPr>
          <p:cNvSpPr/>
          <p:nvPr userDrawn="1"/>
        </p:nvSpPr>
        <p:spPr>
          <a:xfrm>
            <a:off x="1542565"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Veg, vegoppmerking, skilt og annen trafikkregulering </a:t>
            </a:r>
            <a:endParaRPr lang="nb-NO" sz="900" i="1" dirty="0">
              <a:solidFill>
                <a:schemeClr val="tx1"/>
              </a:solidFill>
            </a:endParaRPr>
          </a:p>
        </p:txBody>
      </p:sp>
      <p:sp>
        <p:nvSpPr>
          <p:cNvPr id="21" name="Parallellogram 20">
            <a:hlinkClick r:id="rId25" action="ppaction://hlinksldjump"/>
          </p:cNvPr>
          <p:cNvSpPr/>
          <p:nvPr userDrawn="1"/>
        </p:nvSpPr>
        <p:spPr>
          <a:xfrm>
            <a:off x="2795685" y="152613"/>
            <a:ext cx="1368000" cy="6840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Atferd i trafikken i ulike vegmiljø</a:t>
            </a:r>
            <a:endParaRPr lang="nb-NO" sz="900" i="1" dirty="0">
              <a:solidFill>
                <a:schemeClr val="tx1"/>
              </a:solidFill>
            </a:endParaRPr>
          </a:p>
        </p:txBody>
      </p:sp>
      <p:sp>
        <p:nvSpPr>
          <p:cNvPr id="22" name="Parallellogram 21">
            <a:hlinkClick r:id="rId26" action="ppaction://hlinksldjump"/>
          </p:cNvPr>
          <p:cNvSpPr/>
          <p:nvPr userDrawn="1"/>
        </p:nvSpPr>
        <p:spPr>
          <a:xfrm>
            <a:off x="4038212"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Systematisk og automatisert informasjons-innhenting </a:t>
            </a:r>
            <a:endParaRPr lang="nb-NO" sz="900" i="1" dirty="0">
              <a:solidFill>
                <a:schemeClr val="tx1"/>
              </a:solidFill>
            </a:endParaRPr>
          </a:p>
        </p:txBody>
      </p:sp>
      <p:sp>
        <p:nvSpPr>
          <p:cNvPr id="23" name="Parallellogram 22">
            <a:hlinkClick r:id="rId27" action="ppaction://hlinksldjump"/>
          </p:cNvPr>
          <p:cNvSpPr/>
          <p:nvPr userDrawn="1"/>
        </p:nvSpPr>
        <p:spPr>
          <a:xfrm>
            <a:off x="5291332"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Kjøre tydelig og bestemt i bolig, tettsted og bymiljø </a:t>
            </a:r>
            <a:endParaRPr lang="nb-NO" sz="900" i="1" dirty="0">
              <a:solidFill>
                <a:schemeClr val="tx1"/>
              </a:solidFill>
            </a:endParaRPr>
          </a:p>
        </p:txBody>
      </p:sp>
      <p:sp>
        <p:nvSpPr>
          <p:cNvPr id="24" name="Parallellogram 23">
            <a:hlinkClick r:id="rId28" action="ppaction://hlinksldjump"/>
          </p:cNvPr>
          <p:cNvSpPr/>
          <p:nvPr userDrawn="1"/>
        </p:nvSpPr>
        <p:spPr>
          <a:xfrm>
            <a:off x="6533859"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nb-NO" sz="900" dirty="0">
                <a:solidFill>
                  <a:schemeClr val="tx1"/>
                </a:solidFill>
              </a:rPr>
              <a:t>Kjøre sikkert og effektivt i landevegsmiljø </a:t>
            </a:r>
          </a:p>
        </p:txBody>
      </p:sp>
      <p:sp>
        <p:nvSpPr>
          <p:cNvPr id="25" name="Parallellogram 24">
            <a:hlinkClick r:id="rId29" action="ppaction://hlinksldjump"/>
          </p:cNvPr>
          <p:cNvSpPr/>
          <p:nvPr userDrawn="1"/>
        </p:nvSpPr>
        <p:spPr>
          <a:xfrm>
            <a:off x="7786979"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Kjøre sikkert og effektivt i forbindelse med kø, i tunnel og i mørket </a:t>
            </a:r>
            <a:endParaRPr lang="nb-NO" sz="900" i="1" dirty="0">
              <a:solidFill>
                <a:schemeClr val="tx1"/>
              </a:solidFill>
            </a:endParaRPr>
          </a:p>
        </p:txBody>
      </p:sp>
      <p:sp>
        <p:nvSpPr>
          <p:cNvPr id="26" name="Parallellogram 25">
            <a:hlinkClick r:id="rId30" action="ppaction://hlinksldjump"/>
          </p:cNvPr>
          <p:cNvSpPr/>
          <p:nvPr userDrawn="1"/>
        </p:nvSpPr>
        <p:spPr>
          <a:xfrm>
            <a:off x="9029506"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Kjøre effektivt, behagelig, miljøvennlig og økonomisk </a:t>
            </a:r>
            <a:endParaRPr lang="nb-NO" sz="900" i="1" dirty="0">
              <a:solidFill>
                <a:schemeClr val="tx1"/>
              </a:solidFill>
            </a:endParaRPr>
          </a:p>
        </p:txBody>
      </p:sp>
      <p:sp>
        <p:nvSpPr>
          <p:cNvPr id="27" name="Parallellogram 26">
            <a:hlinkClick r:id="rId31" action="ppaction://hlinksldjump"/>
          </p:cNvPr>
          <p:cNvSpPr/>
          <p:nvPr userDrawn="1"/>
        </p:nvSpPr>
        <p:spPr>
          <a:xfrm>
            <a:off x="10282626" y="152613"/>
            <a:ext cx="936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i="0" dirty="0">
                <a:solidFill>
                  <a:schemeClr val="tx1"/>
                </a:solidFill>
              </a:rPr>
              <a:t>Trinn-vurdering</a:t>
            </a:r>
            <a:endParaRPr lang="nb-NO" sz="900" i="1" dirty="0">
              <a:solidFill>
                <a:schemeClr val="tx1"/>
              </a:solidFill>
            </a:endParaRPr>
          </a:p>
        </p:txBody>
      </p:sp>
      <p:sp>
        <p:nvSpPr>
          <p:cNvPr id="28" name="Parallellogram 27">
            <a:hlinkClick r:id="rId32" action="ppaction://hlinksldjump"/>
          </p:cNvPr>
          <p:cNvSpPr/>
          <p:nvPr userDrawn="1"/>
        </p:nvSpPr>
        <p:spPr>
          <a:xfrm>
            <a:off x="11103426" y="152613"/>
            <a:ext cx="936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SKB</a:t>
            </a:r>
            <a:endParaRPr lang="nb-NO" sz="900" i="1" dirty="0">
              <a:solidFill>
                <a:schemeClr val="tx1"/>
              </a:solidFill>
            </a:endParaRPr>
          </a:p>
        </p:txBody>
      </p:sp>
      <p:sp>
        <p:nvSpPr>
          <p:cNvPr id="29" name="Handlingsknapp: gå til Hjem 28">
            <a:hlinkClick r:id="" action="ppaction://hlinkshowjump?jump=firstslide" highlightClick="1"/>
          </p:cNvPr>
          <p:cNvSpPr/>
          <p:nvPr userDrawn="1"/>
        </p:nvSpPr>
        <p:spPr>
          <a:xfrm>
            <a:off x="2792571" y="6148372"/>
            <a:ext cx="504000" cy="517667"/>
          </a:xfrm>
          <a:prstGeom prst="actionButtonHom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0" name="Handlingsknapp: gå tilbake eller til forrige 29">
            <a:hlinkClick r:id="" action="ppaction://hlinkshowjump?jump=previousslide" highlightClick="1"/>
          </p:cNvPr>
          <p:cNvSpPr/>
          <p:nvPr userDrawn="1"/>
        </p:nvSpPr>
        <p:spPr>
          <a:xfrm>
            <a:off x="3366413" y="6148372"/>
            <a:ext cx="504000" cy="517667"/>
          </a:xfrm>
          <a:prstGeom prst="actionButtonBackPrevious">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1" name="Handlingsknapp: gå framover eller til neste 30">
            <a:hlinkClick r:id="" action="ppaction://hlinkshowjump?jump=nextslide" highlightClick="1"/>
          </p:cNvPr>
          <p:cNvSpPr/>
          <p:nvPr userDrawn="1"/>
        </p:nvSpPr>
        <p:spPr>
          <a:xfrm>
            <a:off x="3940255" y="6148372"/>
            <a:ext cx="504000" cy="517667"/>
          </a:xfrm>
          <a:prstGeom prst="actionButtonForwardNex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32" name="Bilde 31" descr="Skjermutklipp">
            <a:hlinkClick r:id="rId33"/>
          </p:cNvPr>
          <p:cNvPicPr>
            <a:picLocks noChangeAspect="1"/>
          </p:cNvPicPr>
          <p:nvPr userDrawn="1"/>
        </p:nvPicPr>
        <p:blipFill>
          <a:blip r:embed="rId34">
            <a:extLst>
              <a:ext uri="{28A0092B-C50C-407E-A947-70E740481C1C}">
                <a14:useLocalDpi xmlns:a14="http://schemas.microsoft.com/office/drawing/2010/main" val="0"/>
              </a:ext>
            </a:extLst>
          </a:blip>
          <a:stretch>
            <a:fillRect/>
          </a:stretch>
        </p:blipFill>
        <p:spPr>
          <a:xfrm>
            <a:off x="4584245" y="6148372"/>
            <a:ext cx="398655" cy="504000"/>
          </a:xfrm>
          <a:prstGeom prst="rect">
            <a:avLst/>
          </a:prstGeom>
        </p:spPr>
      </p:pic>
      <p:pic>
        <p:nvPicPr>
          <p:cNvPr id="33" name="Bilde 32">
            <a:hlinkClick r:id="rId35"/>
          </p:cNvPr>
          <p:cNvPicPr>
            <a:picLocks noChangeAspect="1"/>
          </p:cNvPicPr>
          <p:nvPr userDrawn="1"/>
        </p:nvPicPr>
        <p:blipFill>
          <a:blip r:embed="rId36">
            <a:extLst>
              <a:ext uri="{28A0092B-C50C-407E-A947-70E740481C1C}">
                <a14:useLocalDpi xmlns:a14="http://schemas.microsoft.com/office/drawing/2010/main" val="0"/>
              </a:ext>
            </a:extLst>
          </a:blip>
          <a:stretch>
            <a:fillRect/>
          </a:stretch>
        </p:blipFill>
        <p:spPr>
          <a:xfrm>
            <a:off x="2135560" y="6147796"/>
            <a:ext cx="528384" cy="528384"/>
          </a:xfrm>
          <a:prstGeom prst="rect">
            <a:avLst/>
          </a:prstGeom>
        </p:spPr>
      </p:pic>
    </p:spTree>
    <p:extLst>
      <p:ext uri="{BB962C8B-B14F-4D97-AF65-F5344CB8AC3E}">
        <p14:creationId xmlns:p14="http://schemas.microsoft.com/office/powerpoint/2010/main" val="3567866287"/>
      </p:ext>
    </p:extLst>
  </p:cSld>
  <p:clrMap bg1="lt1" tx1="dk1" bg2="lt2" tx2="dk2" accent1="accent1" accent2="accent2" accent3="accent3" accent4="accent4" accent5="accent5" accent6="accent6" hlink="hlink" folHlink="folHlink"/>
  <p:sldLayoutIdLst>
    <p:sldLayoutId id="2147486170" r:id="rId1"/>
    <p:sldLayoutId id="2147486171" r:id="rId2"/>
    <p:sldLayoutId id="2147486172" r:id="rId3"/>
    <p:sldLayoutId id="2147486173" r:id="rId4"/>
    <p:sldLayoutId id="2147486174" r:id="rId5"/>
    <p:sldLayoutId id="2147486175" r:id="rId6"/>
    <p:sldLayoutId id="2147486176" r:id="rId7"/>
    <p:sldLayoutId id="2147486177" r:id="rId8"/>
    <p:sldLayoutId id="2147486178" r:id="rId9"/>
    <p:sldLayoutId id="2147486179" r:id="rId10"/>
    <p:sldLayoutId id="2147486180" r:id="rId11"/>
    <p:sldLayoutId id="2147486181" r:id="rId12"/>
    <p:sldLayoutId id="2147486182" r:id="rId13"/>
    <p:sldLayoutId id="2147486183" r:id="rId14"/>
    <p:sldLayoutId id="2147486184" r:id="rId15"/>
    <p:sldLayoutId id="2147486185" r:id="rId16"/>
    <p:sldLayoutId id="2147486186" r:id="rId17"/>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ittel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b-NO"/>
              <a:t>Klikk for å redigere tittelstil</a:t>
            </a:r>
          </a:p>
        </p:txBody>
      </p:sp>
      <p:sp>
        <p:nvSpPr>
          <p:cNvPr id="3" name="Plassholder for teks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A6A0DE-1E08-4705-834E-2E07714037DE}" type="datetime1">
              <a:rPr lang="nb-NO" smtClean="0"/>
              <a:t>27.08.2024</a:t>
            </a:fld>
            <a:endParaRPr lang="nb-NO"/>
          </a:p>
        </p:txBody>
      </p:sp>
      <p:sp>
        <p:nvSpPr>
          <p:cNvPr id="5" name="Plassholder for bunntekst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nb-NO"/>
              <a:t>Control Trafikkskole</a:t>
            </a:r>
          </a:p>
        </p:txBody>
      </p:sp>
      <p:sp>
        <p:nvSpPr>
          <p:cNvPr id="6" name="Plassholder for lysbildenumm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EBBCFE-599B-47F9-B84D-4259C5E2055D}" type="slidenum">
              <a:rPr lang="nb-NO" smtClean="0"/>
              <a:t>‹#›</a:t>
            </a:fld>
            <a:endParaRPr lang="nb-NO"/>
          </a:p>
        </p:txBody>
      </p:sp>
      <p:sp>
        <p:nvSpPr>
          <p:cNvPr id="7" name="Rektangel 6"/>
          <p:cNvSpPr/>
          <p:nvPr userDrawn="1"/>
        </p:nvSpPr>
        <p:spPr>
          <a:xfrm>
            <a:off x="353025" y="2230305"/>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S</a:t>
            </a:r>
          </a:p>
        </p:txBody>
      </p:sp>
      <p:sp>
        <p:nvSpPr>
          <p:cNvPr id="8" name="Rektangel 7"/>
          <p:cNvSpPr/>
          <p:nvPr userDrawn="1"/>
        </p:nvSpPr>
        <p:spPr>
          <a:xfrm>
            <a:off x="262178" y="283839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O</a:t>
            </a:r>
          </a:p>
        </p:txBody>
      </p:sp>
      <p:sp>
        <p:nvSpPr>
          <p:cNvPr id="9" name="Rektangel 8"/>
          <p:cNvSpPr/>
          <p:nvPr userDrawn="1"/>
        </p:nvSpPr>
        <p:spPr>
          <a:xfrm>
            <a:off x="170143" y="3446489"/>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A</a:t>
            </a:r>
          </a:p>
        </p:txBody>
      </p:sp>
      <p:sp>
        <p:nvSpPr>
          <p:cNvPr id="10" name="Parallellogram 9">
            <a:hlinkClick r:id="rId19" action="ppaction://hlinksldjump"/>
          </p:cNvPr>
          <p:cNvSpPr/>
          <p:nvPr userDrawn="1"/>
        </p:nvSpPr>
        <p:spPr>
          <a:xfrm>
            <a:off x="5367340"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1</a:t>
            </a:r>
          </a:p>
        </p:txBody>
      </p:sp>
      <p:sp>
        <p:nvSpPr>
          <p:cNvPr id="11" name="Parallellogram 10">
            <a:hlinkClick r:id="rId20" action="ppaction://hlinksldjump"/>
          </p:cNvPr>
          <p:cNvSpPr/>
          <p:nvPr userDrawn="1"/>
        </p:nvSpPr>
        <p:spPr>
          <a:xfrm>
            <a:off x="6877153"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2</a:t>
            </a:r>
          </a:p>
        </p:txBody>
      </p:sp>
      <p:sp>
        <p:nvSpPr>
          <p:cNvPr id="12" name="Parallellogram 11">
            <a:hlinkClick r:id="rId21" action="ppaction://hlinksldjump"/>
          </p:cNvPr>
          <p:cNvSpPr/>
          <p:nvPr userDrawn="1"/>
        </p:nvSpPr>
        <p:spPr>
          <a:xfrm>
            <a:off x="8387714" y="6148372"/>
            <a:ext cx="1511308" cy="518400"/>
          </a:xfrm>
          <a:prstGeom prst="parallelogram">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3</a:t>
            </a:r>
          </a:p>
        </p:txBody>
      </p:sp>
      <p:sp>
        <p:nvSpPr>
          <p:cNvPr id="13" name="Parallellogram 12">
            <a:hlinkClick r:id="rId22" action="ppaction://hlinksldjump"/>
          </p:cNvPr>
          <p:cNvSpPr/>
          <p:nvPr userDrawn="1"/>
        </p:nvSpPr>
        <p:spPr>
          <a:xfrm>
            <a:off x="989827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4</a:t>
            </a:r>
          </a:p>
        </p:txBody>
      </p:sp>
      <p:sp>
        <p:nvSpPr>
          <p:cNvPr id="14" name="Rektangel 13"/>
          <p:cNvSpPr/>
          <p:nvPr userDrawn="1"/>
        </p:nvSpPr>
        <p:spPr>
          <a:xfrm>
            <a:off x="48893" y="406347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H</a:t>
            </a:r>
          </a:p>
        </p:txBody>
      </p:sp>
      <p:sp>
        <p:nvSpPr>
          <p:cNvPr id="19" name="Parallellogram 18">
            <a:hlinkClick r:id="rId23" action="ppaction://hlinksldjump"/>
          </p:cNvPr>
          <p:cNvSpPr/>
          <p:nvPr userDrawn="1"/>
        </p:nvSpPr>
        <p:spPr>
          <a:xfrm>
            <a:off x="300038"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Trafikksystemet, trafikantgrupper og interesse-motsetninger</a:t>
            </a:r>
            <a:endParaRPr lang="nb-NO" sz="900" i="1" dirty="0">
              <a:solidFill>
                <a:schemeClr val="tx1"/>
              </a:solidFill>
            </a:endParaRPr>
          </a:p>
        </p:txBody>
      </p:sp>
      <p:sp>
        <p:nvSpPr>
          <p:cNvPr id="20" name="Parallellogram 19">
            <a:hlinkClick r:id="rId24" action="ppaction://hlinksldjump"/>
          </p:cNvPr>
          <p:cNvSpPr/>
          <p:nvPr userDrawn="1"/>
        </p:nvSpPr>
        <p:spPr>
          <a:xfrm>
            <a:off x="1542565"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Veg, vegoppmerking, skilt og annen trafikkregulering </a:t>
            </a:r>
            <a:endParaRPr lang="nb-NO" sz="900" i="1" dirty="0">
              <a:solidFill>
                <a:schemeClr val="tx1"/>
              </a:solidFill>
            </a:endParaRPr>
          </a:p>
        </p:txBody>
      </p:sp>
      <p:sp>
        <p:nvSpPr>
          <p:cNvPr id="21" name="Parallellogram 20">
            <a:hlinkClick r:id="rId25" action="ppaction://hlinksldjump"/>
          </p:cNvPr>
          <p:cNvSpPr/>
          <p:nvPr userDrawn="1"/>
        </p:nvSpPr>
        <p:spPr>
          <a:xfrm>
            <a:off x="2795685"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Atferd i trafikken i ulike vegmiljø</a:t>
            </a:r>
            <a:endParaRPr lang="nb-NO" sz="900" i="1" dirty="0">
              <a:solidFill>
                <a:schemeClr val="tx1"/>
              </a:solidFill>
            </a:endParaRPr>
          </a:p>
        </p:txBody>
      </p:sp>
      <p:sp>
        <p:nvSpPr>
          <p:cNvPr id="22" name="Parallellogram 21">
            <a:hlinkClick r:id="rId26" action="ppaction://hlinksldjump"/>
          </p:cNvPr>
          <p:cNvSpPr/>
          <p:nvPr userDrawn="1"/>
        </p:nvSpPr>
        <p:spPr>
          <a:xfrm>
            <a:off x="4038212" y="152613"/>
            <a:ext cx="1368000" cy="6840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Systematisk og automatisert informasjons-innhenting </a:t>
            </a:r>
            <a:endParaRPr lang="nb-NO" sz="900" i="1" dirty="0">
              <a:solidFill>
                <a:schemeClr val="tx1"/>
              </a:solidFill>
            </a:endParaRPr>
          </a:p>
        </p:txBody>
      </p:sp>
      <p:sp>
        <p:nvSpPr>
          <p:cNvPr id="23" name="Parallellogram 22">
            <a:hlinkClick r:id="rId27" action="ppaction://hlinksldjump"/>
          </p:cNvPr>
          <p:cNvSpPr/>
          <p:nvPr userDrawn="1"/>
        </p:nvSpPr>
        <p:spPr>
          <a:xfrm>
            <a:off x="5291332"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Kjøre tydelig og bestemt i bolig, tettsted og bymiljø </a:t>
            </a:r>
            <a:endParaRPr lang="nb-NO" sz="900" i="1" dirty="0">
              <a:solidFill>
                <a:schemeClr val="tx1"/>
              </a:solidFill>
            </a:endParaRPr>
          </a:p>
        </p:txBody>
      </p:sp>
      <p:sp>
        <p:nvSpPr>
          <p:cNvPr id="24" name="Parallellogram 23">
            <a:hlinkClick r:id="rId28" action="ppaction://hlinksldjump"/>
          </p:cNvPr>
          <p:cNvSpPr/>
          <p:nvPr userDrawn="1"/>
        </p:nvSpPr>
        <p:spPr>
          <a:xfrm>
            <a:off x="6533859"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nb-NO" sz="900" dirty="0">
                <a:solidFill>
                  <a:schemeClr val="tx1"/>
                </a:solidFill>
              </a:rPr>
              <a:t>Kjøre sikkert og effektivt i landevegsmiljø </a:t>
            </a:r>
          </a:p>
        </p:txBody>
      </p:sp>
      <p:sp>
        <p:nvSpPr>
          <p:cNvPr id="25" name="Parallellogram 24">
            <a:hlinkClick r:id="rId29" action="ppaction://hlinksldjump"/>
          </p:cNvPr>
          <p:cNvSpPr/>
          <p:nvPr userDrawn="1"/>
        </p:nvSpPr>
        <p:spPr>
          <a:xfrm>
            <a:off x="7786979"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Kjøre sikkert og effektivt i forbindelse med kø, i tunnel og i mørket </a:t>
            </a:r>
            <a:endParaRPr lang="nb-NO" sz="900" i="1" dirty="0">
              <a:solidFill>
                <a:schemeClr val="tx1"/>
              </a:solidFill>
            </a:endParaRPr>
          </a:p>
        </p:txBody>
      </p:sp>
      <p:sp>
        <p:nvSpPr>
          <p:cNvPr id="26" name="Parallellogram 25">
            <a:hlinkClick r:id="rId30" action="ppaction://hlinksldjump"/>
          </p:cNvPr>
          <p:cNvSpPr/>
          <p:nvPr userDrawn="1"/>
        </p:nvSpPr>
        <p:spPr>
          <a:xfrm>
            <a:off x="9029506"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Kjøre effektivt, behagelig, miljøvennlig og økonomisk </a:t>
            </a:r>
            <a:endParaRPr lang="nb-NO" sz="900" i="1" dirty="0">
              <a:solidFill>
                <a:schemeClr val="tx1"/>
              </a:solidFill>
            </a:endParaRPr>
          </a:p>
        </p:txBody>
      </p:sp>
      <p:sp>
        <p:nvSpPr>
          <p:cNvPr id="27" name="Parallellogram 26">
            <a:hlinkClick r:id="rId31" action="ppaction://hlinksldjump"/>
          </p:cNvPr>
          <p:cNvSpPr/>
          <p:nvPr userDrawn="1"/>
        </p:nvSpPr>
        <p:spPr>
          <a:xfrm>
            <a:off x="10282626" y="152613"/>
            <a:ext cx="936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i="0" dirty="0">
                <a:solidFill>
                  <a:schemeClr val="tx1"/>
                </a:solidFill>
              </a:rPr>
              <a:t>Trinn-vurdering</a:t>
            </a:r>
            <a:endParaRPr lang="nb-NO" sz="900" i="1" dirty="0">
              <a:solidFill>
                <a:schemeClr val="tx1"/>
              </a:solidFill>
            </a:endParaRPr>
          </a:p>
        </p:txBody>
      </p:sp>
      <p:sp>
        <p:nvSpPr>
          <p:cNvPr id="28" name="Parallellogram 27">
            <a:hlinkClick r:id="rId32" action="ppaction://hlinksldjump"/>
          </p:cNvPr>
          <p:cNvSpPr/>
          <p:nvPr userDrawn="1"/>
        </p:nvSpPr>
        <p:spPr>
          <a:xfrm>
            <a:off x="11103426" y="152613"/>
            <a:ext cx="936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SKB</a:t>
            </a:r>
            <a:endParaRPr lang="nb-NO" sz="900" i="1" dirty="0">
              <a:solidFill>
                <a:schemeClr val="tx1"/>
              </a:solidFill>
            </a:endParaRPr>
          </a:p>
        </p:txBody>
      </p:sp>
      <p:sp>
        <p:nvSpPr>
          <p:cNvPr id="29" name="Handlingsknapp: gå til Hjem 28">
            <a:hlinkClick r:id="" action="ppaction://hlinkshowjump?jump=firstslide" highlightClick="1"/>
          </p:cNvPr>
          <p:cNvSpPr/>
          <p:nvPr userDrawn="1"/>
        </p:nvSpPr>
        <p:spPr>
          <a:xfrm>
            <a:off x="2792571" y="6148372"/>
            <a:ext cx="504000" cy="517667"/>
          </a:xfrm>
          <a:prstGeom prst="actionButtonHom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0" name="Handlingsknapp: gå tilbake eller til forrige 29">
            <a:hlinkClick r:id="" action="ppaction://hlinkshowjump?jump=previousslide" highlightClick="1"/>
          </p:cNvPr>
          <p:cNvSpPr/>
          <p:nvPr userDrawn="1"/>
        </p:nvSpPr>
        <p:spPr>
          <a:xfrm>
            <a:off x="3366413" y="6148372"/>
            <a:ext cx="504000" cy="517667"/>
          </a:xfrm>
          <a:prstGeom prst="actionButtonBackPrevious">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1" name="Handlingsknapp: gå framover eller til neste 30">
            <a:hlinkClick r:id="" action="ppaction://hlinkshowjump?jump=nextslide" highlightClick="1"/>
          </p:cNvPr>
          <p:cNvSpPr/>
          <p:nvPr userDrawn="1"/>
        </p:nvSpPr>
        <p:spPr>
          <a:xfrm>
            <a:off x="3940255" y="6148372"/>
            <a:ext cx="504000" cy="517667"/>
          </a:xfrm>
          <a:prstGeom prst="actionButtonForwardNex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32" name="Bilde 31" descr="Skjermutklipp">
            <a:hlinkClick r:id="rId33"/>
          </p:cNvPr>
          <p:cNvPicPr>
            <a:picLocks noChangeAspect="1"/>
          </p:cNvPicPr>
          <p:nvPr userDrawn="1"/>
        </p:nvPicPr>
        <p:blipFill>
          <a:blip r:embed="rId34">
            <a:extLst>
              <a:ext uri="{28A0092B-C50C-407E-A947-70E740481C1C}">
                <a14:useLocalDpi xmlns:a14="http://schemas.microsoft.com/office/drawing/2010/main" val="0"/>
              </a:ext>
            </a:extLst>
          </a:blip>
          <a:stretch>
            <a:fillRect/>
          </a:stretch>
        </p:blipFill>
        <p:spPr>
          <a:xfrm>
            <a:off x="4584245" y="6148372"/>
            <a:ext cx="398655" cy="504000"/>
          </a:xfrm>
          <a:prstGeom prst="rect">
            <a:avLst/>
          </a:prstGeom>
        </p:spPr>
      </p:pic>
      <p:pic>
        <p:nvPicPr>
          <p:cNvPr id="33" name="Bilde 32">
            <a:hlinkClick r:id="rId35"/>
          </p:cNvPr>
          <p:cNvPicPr>
            <a:picLocks noChangeAspect="1"/>
          </p:cNvPicPr>
          <p:nvPr userDrawn="1"/>
        </p:nvPicPr>
        <p:blipFill>
          <a:blip r:embed="rId36">
            <a:extLst>
              <a:ext uri="{28A0092B-C50C-407E-A947-70E740481C1C}">
                <a14:useLocalDpi xmlns:a14="http://schemas.microsoft.com/office/drawing/2010/main" val="0"/>
              </a:ext>
            </a:extLst>
          </a:blip>
          <a:stretch>
            <a:fillRect/>
          </a:stretch>
        </p:blipFill>
        <p:spPr>
          <a:xfrm>
            <a:off x="2135560" y="6147796"/>
            <a:ext cx="528384" cy="528384"/>
          </a:xfrm>
          <a:prstGeom prst="rect">
            <a:avLst/>
          </a:prstGeom>
        </p:spPr>
      </p:pic>
    </p:spTree>
    <p:extLst>
      <p:ext uri="{BB962C8B-B14F-4D97-AF65-F5344CB8AC3E}">
        <p14:creationId xmlns:p14="http://schemas.microsoft.com/office/powerpoint/2010/main" val="3492812910"/>
      </p:ext>
    </p:extLst>
  </p:cSld>
  <p:clrMap bg1="lt1" tx1="dk1" bg2="lt2" tx2="dk2" accent1="accent1" accent2="accent2" accent3="accent3" accent4="accent4" accent5="accent5" accent6="accent6" hlink="hlink" folHlink="folHlink"/>
  <p:sldLayoutIdLst>
    <p:sldLayoutId id="2147486188" r:id="rId1"/>
    <p:sldLayoutId id="2147486189" r:id="rId2"/>
    <p:sldLayoutId id="2147486190" r:id="rId3"/>
    <p:sldLayoutId id="2147486191" r:id="rId4"/>
    <p:sldLayoutId id="2147486192" r:id="rId5"/>
    <p:sldLayoutId id="2147486193" r:id="rId6"/>
    <p:sldLayoutId id="2147486194" r:id="rId7"/>
    <p:sldLayoutId id="2147486195" r:id="rId8"/>
    <p:sldLayoutId id="2147486196" r:id="rId9"/>
    <p:sldLayoutId id="2147486197" r:id="rId10"/>
    <p:sldLayoutId id="2147486198" r:id="rId11"/>
    <p:sldLayoutId id="2147486199" r:id="rId12"/>
    <p:sldLayoutId id="2147486200" r:id="rId13"/>
    <p:sldLayoutId id="2147486201" r:id="rId14"/>
    <p:sldLayoutId id="2147486202" r:id="rId15"/>
    <p:sldLayoutId id="2147486203" r:id="rId16"/>
    <p:sldLayoutId id="2147486204" r:id="rId17"/>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ittel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b-NO"/>
              <a:t>Klikk for å redigere tittelstil</a:t>
            </a:r>
          </a:p>
        </p:txBody>
      </p:sp>
      <p:sp>
        <p:nvSpPr>
          <p:cNvPr id="3" name="Plassholder for teks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B9D0A88-9D44-4897-A600-ED4A5A58BE32}" type="datetime1">
              <a:rPr lang="nb-NO" smtClean="0"/>
              <a:t>27.08.2024</a:t>
            </a:fld>
            <a:endParaRPr lang="nb-NO"/>
          </a:p>
        </p:txBody>
      </p:sp>
      <p:sp>
        <p:nvSpPr>
          <p:cNvPr id="5" name="Plassholder for bunntekst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nb-NO"/>
              <a:t>Control Trafikkskole</a:t>
            </a:r>
          </a:p>
        </p:txBody>
      </p:sp>
      <p:sp>
        <p:nvSpPr>
          <p:cNvPr id="6" name="Plassholder for lysbildenumm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EBBCFE-599B-47F9-B84D-4259C5E2055D}" type="slidenum">
              <a:rPr lang="nb-NO" smtClean="0"/>
              <a:t>‹#›</a:t>
            </a:fld>
            <a:endParaRPr lang="nb-NO"/>
          </a:p>
        </p:txBody>
      </p:sp>
      <p:sp>
        <p:nvSpPr>
          <p:cNvPr id="7" name="Rektangel 6"/>
          <p:cNvSpPr/>
          <p:nvPr userDrawn="1"/>
        </p:nvSpPr>
        <p:spPr>
          <a:xfrm>
            <a:off x="353025" y="2230305"/>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S</a:t>
            </a:r>
          </a:p>
        </p:txBody>
      </p:sp>
      <p:sp>
        <p:nvSpPr>
          <p:cNvPr id="8" name="Rektangel 7"/>
          <p:cNvSpPr/>
          <p:nvPr userDrawn="1"/>
        </p:nvSpPr>
        <p:spPr>
          <a:xfrm>
            <a:off x="262178" y="283839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O</a:t>
            </a:r>
          </a:p>
        </p:txBody>
      </p:sp>
      <p:sp>
        <p:nvSpPr>
          <p:cNvPr id="9" name="Rektangel 8"/>
          <p:cNvSpPr/>
          <p:nvPr userDrawn="1"/>
        </p:nvSpPr>
        <p:spPr>
          <a:xfrm>
            <a:off x="170143" y="3446489"/>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A</a:t>
            </a:r>
          </a:p>
        </p:txBody>
      </p:sp>
      <p:sp>
        <p:nvSpPr>
          <p:cNvPr id="10" name="Parallellogram 9">
            <a:hlinkClick r:id="rId19" action="ppaction://hlinksldjump"/>
          </p:cNvPr>
          <p:cNvSpPr/>
          <p:nvPr userDrawn="1"/>
        </p:nvSpPr>
        <p:spPr>
          <a:xfrm>
            <a:off x="5367340"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1</a:t>
            </a:r>
          </a:p>
        </p:txBody>
      </p:sp>
      <p:sp>
        <p:nvSpPr>
          <p:cNvPr id="11" name="Parallellogram 10">
            <a:hlinkClick r:id="rId20" action="ppaction://hlinksldjump"/>
          </p:cNvPr>
          <p:cNvSpPr/>
          <p:nvPr userDrawn="1"/>
        </p:nvSpPr>
        <p:spPr>
          <a:xfrm>
            <a:off x="6877153"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2</a:t>
            </a:r>
          </a:p>
        </p:txBody>
      </p:sp>
      <p:sp>
        <p:nvSpPr>
          <p:cNvPr id="12" name="Parallellogram 11">
            <a:hlinkClick r:id="rId21" action="ppaction://hlinksldjump"/>
          </p:cNvPr>
          <p:cNvSpPr/>
          <p:nvPr userDrawn="1"/>
        </p:nvSpPr>
        <p:spPr>
          <a:xfrm>
            <a:off x="8387714" y="6148372"/>
            <a:ext cx="1511308" cy="518400"/>
          </a:xfrm>
          <a:prstGeom prst="parallelogram">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3</a:t>
            </a:r>
          </a:p>
        </p:txBody>
      </p:sp>
      <p:sp>
        <p:nvSpPr>
          <p:cNvPr id="13" name="Parallellogram 12">
            <a:hlinkClick r:id="rId22" action="ppaction://hlinksldjump"/>
          </p:cNvPr>
          <p:cNvSpPr/>
          <p:nvPr userDrawn="1"/>
        </p:nvSpPr>
        <p:spPr>
          <a:xfrm>
            <a:off x="989827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4</a:t>
            </a:r>
          </a:p>
        </p:txBody>
      </p:sp>
      <p:sp>
        <p:nvSpPr>
          <p:cNvPr id="14" name="Rektangel 13"/>
          <p:cNvSpPr/>
          <p:nvPr userDrawn="1"/>
        </p:nvSpPr>
        <p:spPr>
          <a:xfrm>
            <a:off x="48893" y="406347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H</a:t>
            </a:r>
          </a:p>
        </p:txBody>
      </p:sp>
      <p:sp>
        <p:nvSpPr>
          <p:cNvPr id="19" name="Parallellogram 18">
            <a:hlinkClick r:id="rId23" action="ppaction://hlinksldjump"/>
          </p:cNvPr>
          <p:cNvSpPr/>
          <p:nvPr userDrawn="1"/>
        </p:nvSpPr>
        <p:spPr>
          <a:xfrm>
            <a:off x="300038"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Trafikksystemet, trafikantgrupper og interesse-motsetninger</a:t>
            </a:r>
            <a:endParaRPr lang="nb-NO" sz="900" i="1" dirty="0">
              <a:solidFill>
                <a:schemeClr val="tx1"/>
              </a:solidFill>
            </a:endParaRPr>
          </a:p>
        </p:txBody>
      </p:sp>
      <p:sp>
        <p:nvSpPr>
          <p:cNvPr id="20" name="Parallellogram 19">
            <a:hlinkClick r:id="rId24" action="ppaction://hlinksldjump"/>
          </p:cNvPr>
          <p:cNvSpPr/>
          <p:nvPr userDrawn="1"/>
        </p:nvSpPr>
        <p:spPr>
          <a:xfrm>
            <a:off x="1542565"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Veg, vegoppmerking, skilt og annen trafikkregulering </a:t>
            </a:r>
            <a:endParaRPr lang="nb-NO" sz="900" i="1" dirty="0">
              <a:solidFill>
                <a:schemeClr val="tx1"/>
              </a:solidFill>
            </a:endParaRPr>
          </a:p>
        </p:txBody>
      </p:sp>
      <p:sp>
        <p:nvSpPr>
          <p:cNvPr id="21" name="Parallellogram 20">
            <a:hlinkClick r:id="rId25" action="ppaction://hlinksldjump"/>
          </p:cNvPr>
          <p:cNvSpPr/>
          <p:nvPr userDrawn="1"/>
        </p:nvSpPr>
        <p:spPr>
          <a:xfrm>
            <a:off x="2795685"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Atferd i trafikken i ulike vegmiljø</a:t>
            </a:r>
            <a:endParaRPr lang="nb-NO" sz="900" i="1" dirty="0">
              <a:solidFill>
                <a:schemeClr val="tx1"/>
              </a:solidFill>
            </a:endParaRPr>
          </a:p>
        </p:txBody>
      </p:sp>
      <p:sp>
        <p:nvSpPr>
          <p:cNvPr id="22" name="Parallellogram 21">
            <a:hlinkClick r:id="rId26" action="ppaction://hlinksldjump"/>
          </p:cNvPr>
          <p:cNvSpPr/>
          <p:nvPr userDrawn="1"/>
        </p:nvSpPr>
        <p:spPr>
          <a:xfrm>
            <a:off x="4038212"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Systematisk og automatisert informasjons-innhenting </a:t>
            </a:r>
            <a:endParaRPr lang="nb-NO" sz="900" i="1" dirty="0">
              <a:solidFill>
                <a:schemeClr val="tx1"/>
              </a:solidFill>
            </a:endParaRPr>
          </a:p>
        </p:txBody>
      </p:sp>
      <p:sp>
        <p:nvSpPr>
          <p:cNvPr id="23" name="Parallellogram 22">
            <a:hlinkClick r:id="rId27" action="ppaction://hlinksldjump"/>
          </p:cNvPr>
          <p:cNvSpPr/>
          <p:nvPr userDrawn="1"/>
        </p:nvSpPr>
        <p:spPr>
          <a:xfrm>
            <a:off x="5291332" y="152613"/>
            <a:ext cx="1368000" cy="6840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Kjøre tydelig og bestemt i bolig, tettsted og bymiljø </a:t>
            </a:r>
            <a:endParaRPr lang="nb-NO" sz="900" i="1" dirty="0">
              <a:solidFill>
                <a:schemeClr val="tx1"/>
              </a:solidFill>
            </a:endParaRPr>
          </a:p>
        </p:txBody>
      </p:sp>
      <p:sp>
        <p:nvSpPr>
          <p:cNvPr id="24" name="Parallellogram 23">
            <a:hlinkClick r:id="rId28" action="ppaction://hlinksldjump"/>
          </p:cNvPr>
          <p:cNvSpPr/>
          <p:nvPr userDrawn="1"/>
        </p:nvSpPr>
        <p:spPr>
          <a:xfrm>
            <a:off x="6533859"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nb-NO" sz="900" dirty="0">
                <a:solidFill>
                  <a:schemeClr val="tx1"/>
                </a:solidFill>
              </a:rPr>
              <a:t>Kjøre sikkert og effektivt i landevegsmiljø </a:t>
            </a:r>
          </a:p>
        </p:txBody>
      </p:sp>
      <p:sp>
        <p:nvSpPr>
          <p:cNvPr id="25" name="Parallellogram 24">
            <a:hlinkClick r:id="rId29" action="ppaction://hlinksldjump"/>
          </p:cNvPr>
          <p:cNvSpPr/>
          <p:nvPr userDrawn="1"/>
        </p:nvSpPr>
        <p:spPr>
          <a:xfrm>
            <a:off x="7786979"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Kjøre sikkert og effektivt i forbindelse med kø, i tunnel og i mørket </a:t>
            </a:r>
            <a:endParaRPr lang="nb-NO" sz="900" i="1" dirty="0">
              <a:solidFill>
                <a:schemeClr val="tx1"/>
              </a:solidFill>
            </a:endParaRPr>
          </a:p>
        </p:txBody>
      </p:sp>
      <p:sp>
        <p:nvSpPr>
          <p:cNvPr id="26" name="Parallellogram 25">
            <a:hlinkClick r:id="rId30" action="ppaction://hlinksldjump"/>
          </p:cNvPr>
          <p:cNvSpPr/>
          <p:nvPr userDrawn="1"/>
        </p:nvSpPr>
        <p:spPr>
          <a:xfrm>
            <a:off x="9029506"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Kjøre effektivt, behagelig, miljøvennlig og økonomisk </a:t>
            </a:r>
            <a:endParaRPr lang="nb-NO" sz="900" i="1" dirty="0">
              <a:solidFill>
                <a:schemeClr val="tx1"/>
              </a:solidFill>
            </a:endParaRPr>
          </a:p>
        </p:txBody>
      </p:sp>
      <p:sp>
        <p:nvSpPr>
          <p:cNvPr id="27" name="Parallellogram 26">
            <a:hlinkClick r:id="rId31" action="ppaction://hlinksldjump"/>
          </p:cNvPr>
          <p:cNvSpPr/>
          <p:nvPr userDrawn="1"/>
        </p:nvSpPr>
        <p:spPr>
          <a:xfrm>
            <a:off x="10282626" y="152613"/>
            <a:ext cx="936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i="0" dirty="0">
                <a:solidFill>
                  <a:schemeClr val="tx1"/>
                </a:solidFill>
              </a:rPr>
              <a:t>Trinn-vurdering</a:t>
            </a:r>
            <a:endParaRPr lang="nb-NO" sz="900" i="1" dirty="0">
              <a:solidFill>
                <a:schemeClr val="tx1"/>
              </a:solidFill>
            </a:endParaRPr>
          </a:p>
        </p:txBody>
      </p:sp>
      <p:sp>
        <p:nvSpPr>
          <p:cNvPr id="28" name="Parallellogram 27">
            <a:hlinkClick r:id="rId32" action="ppaction://hlinksldjump"/>
          </p:cNvPr>
          <p:cNvSpPr/>
          <p:nvPr userDrawn="1"/>
        </p:nvSpPr>
        <p:spPr>
          <a:xfrm>
            <a:off x="11103426" y="152613"/>
            <a:ext cx="936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SKB</a:t>
            </a:r>
            <a:endParaRPr lang="nb-NO" sz="900" i="1" dirty="0">
              <a:solidFill>
                <a:schemeClr val="tx1"/>
              </a:solidFill>
            </a:endParaRPr>
          </a:p>
        </p:txBody>
      </p:sp>
      <p:sp>
        <p:nvSpPr>
          <p:cNvPr id="29" name="Handlingsknapp: gå til Hjem 28">
            <a:hlinkClick r:id="" action="ppaction://hlinkshowjump?jump=firstslide" highlightClick="1"/>
          </p:cNvPr>
          <p:cNvSpPr/>
          <p:nvPr userDrawn="1"/>
        </p:nvSpPr>
        <p:spPr>
          <a:xfrm>
            <a:off x="2792571" y="6148372"/>
            <a:ext cx="504000" cy="517667"/>
          </a:xfrm>
          <a:prstGeom prst="actionButtonHom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0" name="Handlingsknapp: gå tilbake eller til forrige 29">
            <a:hlinkClick r:id="" action="ppaction://hlinkshowjump?jump=previousslide" highlightClick="1"/>
          </p:cNvPr>
          <p:cNvSpPr/>
          <p:nvPr userDrawn="1"/>
        </p:nvSpPr>
        <p:spPr>
          <a:xfrm>
            <a:off x="3366413" y="6148372"/>
            <a:ext cx="504000" cy="517667"/>
          </a:xfrm>
          <a:prstGeom prst="actionButtonBackPrevious">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1" name="Handlingsknapp: gå framover eller til neste 30">
            <a:hlinkClick r:id="" action="ppaction://hlinkshowjump?jump=nextslide" highlightClick="1"/>
          </p:cNvPr>
          <p:cNvSpPr/>
          <p:nvPr userDrawn="1"/>
        </p:nvSpPr>
        <p:spPr>
          <a:xfrm>
            <a:off x="3940255" y="6148372"/>
            <a:ext cx="504000" cy="517667"/>
          </a:xfrm>
          <a:prstGeom prst="actionButtonForwardNex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32" name="Bilde 31" descr="Skjermutklipp">
            <a:hlinkClick r:id="rId33"/>
          </p:cNvPr>
          <p:cNvPicPr>
            <a:picLocks noChangeAspect="1"/>
          </p:cNvPicPr>
          <p:nvPr userDrawn="1"/>
        </p:nvPicPr>
        <p:blipFill>
          <a:blip r:embed="rId34">
            <a:extLst>
              <a:ext uri="{28A0092B-C50C-407E-A947-70E740481C1C}">
                <a14:useLocalDpi xmlns:a14="http://schemas.microsoft.com/office/drawing/2010/main" val="0"/>
              </a:ext>
            </a:extLst>
          </a:blip>
          <a:stretch>
            <a:fillRect/>
          </a:stretch>
        </p:blipFill>
        <p:spPr>
          <a:xfrm>
            <a:off x="4584245" y="6148372"/>
            <a:ext cx="398655" cy="504000"/>
          </a:xfrm>
          <a:prstGeom prst="rect">
            <a:avLst/>
          </a:prstGeom>
        </p:spPr>
      </p:pic>
      <p:pic>
        <p:nvPicPr>
          <p:cNvPr id="33" name="Bilde 32">
            <a:hlinkClick r:id="rId35"/>
          </p:cNvPr>
          <p:cNvPicPr>
            <a:picLocks noChangeAspect="1"/>
          </p:cNvPicPr>
          <p:nvPr userDrawn="1"/>
        </p:nvPicPr>
        <p:blipFill>
          <a:blip r:embed="rId36">
            <a:extLst>
              <a:ext uri="{28A0092B-C50C-407E-A947-70E740481C1C}">
                <a14:useLocalDpi xmlns:a14="http://schemas.microsoft.com/office/drawing/2010/main" val="0"/>
              </a:ext>
            </a:extLst>
          </a:blip>
          <a:stretch>
            <a:fillRect/>
          </a:stretch>
        </p:blipFill>
        <p:spPr>
          <a:xfrm>
            <a:off x="2135560" y="6147796"/>
            <a:ext cx="528384" cy="528384"/>
          </a:xfrm>
          <a:prstGeom prst="rect">
            <a:avLst/>
          </a:prstGeom>
        </p:spPr>
      </p:pic>
    </p:spTree>
    <p:extLst>
      <p:ext uri="{BB962C8B-B14F-4D97-AF65-F5344CB8AC3E}">
        <p14:creationId xmlns:p14="http://schemas.microsoft.com/office/powerpoint/2010/main" val="1275538665"/>
      </p:ext>
    </p:extLst>
  </p:cSld>
  <p:clrMap bg1="lt1" tx1="dk1" bg2="lt2" tx2="dk2" accent1="accent1" accent2="accent2" accent3="accent3" accent4="accent4" accent5="accent5" accent6="accent6" hlink="hlink" folHlink="folHlink"/>
  <p:sldLayoutIdLst>
    <p:sldLayoutId id="2147486206" r:id="rId1"/>
    <p:sldLayoutId id="2147486207" r:id="rId2"/>
    <p:sldLayoutId id="2147486208" r:id="rId3"/>
    <p:sldLayoutId id="2147486209" r:id="rId4"/>
    <p:sldLayoutId id="2147486210" r:id="rId5"/>
    <p:sldLayoutId id="2147486211" r:id="rId6"/>
    <p:sldLayoutId id="2147486212" r:id="rId7"/>
    <p:sldLayoutId id="2147486213" r:id="rId8"/>
    <p:sldLayoutId id="2147486214" r:id="rId9"/>
    <p:sldLayoutId id="2147486215" r:id="rId10"/>
    <p:sldLayoutId id="2147486216" r:id="rId11"/>
    <p:sldLayoutId id="2147486217" r:id="rId12"/>
    <p:sldLayoutId id="2147486218" r:id="rId13"/>
    <p:sldLayoutId id="2147486219" r:id="rId14"/>
    <p:sldLayoutId id="2147486220" r:id="rId15"/>
    <p:sldLayoutId id="2147486221" r:id="rId16"/>
    <p:sldLayoutId id="2147486222" r:id="rId17"/>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ittel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b-NO"/>
              <a:t>Klikk for å redigere tittelstil</a:t>
            </a:r>
          </a:p>
        </p:txBody>
      </p:sp>
      <p:sp>
        <p:nvSpPr>
          <p:cNvPr id="3" name="Plassholder for teks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49B950-408A-489D-A72D-B114C680AB29}" type="datetime1">
              <a:rPr lang="nb-NO" smtClean="0"/>
              <a:t>27.08.2024</a:t>
            </a:fld>
            <a:endParaRPr lang="nb-NO"/>
          </a:p>
        </p:txBody>
      </p:sp>
      <p:sp>
        <p:nvSpPr>
          <p:cNvPr id="5" name="Plassholder for bunntekst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nb-NO"/>
              <a:t>Control Trafikkskole</a:t>
            </a:r>
          </a:p>
        </p:txBody>
      </p:sp>
      <p:sp>
        <p:nvSpPr>
          <p:cNvPr id="6" name="Plassholder for lysbildenumm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EBBCFE-599B-47F9-B84D-4259C5E2055D}" type="slidenum">
              <a:rPr lang="nb-NO" smtClean="0"/>
              <a:t>‹#›</a:t>
            </a:fld>
            <a:endParaRPr lang="nb-NO"/>
          </a:p>
        </p:txBody>
      </p:sp>
      <p:sp>
        <p:nvSpPr>
          <p:cNvPr id="7" name="Rektangel 6"/>
          <p:cNvSpPr/>
          <p:nvPr userDrawn="1"/>
        </p:nvSpPr>
        <p:spPr>
          <a:xfrm>
            <a:off x="353025" y="2230305"/>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S</a:t>
            </a:r>
          </a:p>
        </p:txBody>
      </p:sp>
      <p:sp>
        <p:nvSpPr>
          <p:cNvPr id="8" name="Rektangel 7"/>
          <p:cNvSpPr/>
          <p:nvPr userDrawn="1"/>
        </p:nvSpPr>
        <p:spPr>
          <a:xfrm>
            <a:off x="262178" y="283839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O</a:t>
            </a:r>
          </a:p>
        </p:txBody>
      </p:sp>
      <p:sp>
        <p:nvSpPr>
          <p:cNvPr id="9" name="Rektangel 8"/>
          <p:cNvSpPr/>
          <p:nvPr userDrawn="1"/>
        </p:nvSpPr>
        <p:spPr>
          <a:xfrm>
            <a:off x="170143" y="3446489"/>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A</a:t>
            </a:r>
          </a:p>
        </p:txBody>
      </p:sp>
      <p:sp>
        <p:nvSpPr>
          <p:cNvPr id="10" name="Parallellogram 9">
            <a:hlinkClick r:id="rId19" action="ppaction://hlinksldjump"/>
          </p:cNvPr>
          <p:cNvSpPr/>
          <p:nvPr userDrawn="1"/>
        </p:nvSpPr>
        <p:spPr>
          <a:xfrm>
            <a:off x="5367340"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1</a:t>
            </a:r>
          </a:p>
        </p:txBody>
      </p:sp>
      <p:sp>
        <p:nvSpPr>
          <p:cNvPr id="11" name="Parallellogram 10">
            <a:hlinkClick r:id="rId20" action="ppaction://hlinksldjump"/>
          </p:cNvPr>
          <p:cNvSpPr/>
          <p:nvPr userDrawn="1"/>
        </p:nvSpPr>
        <p:spPr>
          <a:xfrm>
            <a:off x="6877153"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2</a:t>
            </a:r>
          </a:p>
        </p:txBody>
      </p:sp>
      <p:sp>
        <p:nvSpPr>
          <p:cNvPr id="12" name="Parallellogram 11">
            <a:hlinkClick r:id="rId21" action="ppaction://hlinksldjump"/>
          </p:cNvPr>
          <p:cNvSpPr/>
          <p:nvPr userDrawn="1"/>
        </p:nvSpPr>
        <p:spPr>
          <a:xfrm>
            <a:off x="8387714" y="6148372"/>
            <a:ext cx="1511308" cy="518400"/>
          </a:xfrm>
          <a:prstGeom prst="parallelogram">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3</a:t>
            </a:r>
          </a:p>
        </p:txBody>
      </p:sp>
      <p:sp>
        <p:nvSpPr>
          <p:cNvPr id="13" name="Parallellogram 12">
            <a:hlinkClick r:id="rId22" action="ppaction://hlinksldjump"/>
          </p:cNvPr>
          <p:cNvSpPr/>
          <p:nvPr userDrawn="1"/>
        </p:nvSpPr>
        <p:spPr>
          <a:xfrm>
            <a:off x="989827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4</a:t>
            </a:r>
          </a:p>
        </p:txBody>
      </p:sp>
      <p:sp>
        <p:nvSpPr>
          <p:cNvPr id="14" name="Rektangel 13"/>
          <p:cNvSpPr/>
          <p:nvPr userDrawn="1"/>
        </p:nvSpPr>
        <p:spPr>
          <a:xfrm>
            <a:off x="48893" y="406347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H</a:t>
            </a:r>
          </a:p>
        </p:txBody>
      </p:sp>
      <p:sp>
        <p:nvSpPr>
          <p:cNvPr id="19" name="Parallellogram 18">
            <a:hlinkClick r:id="rId23" action="ppaction://hlinksldjump"/>
          </p:cNvPr>
          <p:cNvSpPr/>
          <p:nvPr userDrawn="1"/>
        </p:nvSpPr>
        <p:spPr>
          <a:xfrm>
            <a:off x="300038"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Trafikksystemet, trafikantgrupper og interesse-motsetninger</a:t>
            </a:r>
            <a:endParaRPr lang="nb-NO" sz="900" i="1" dirty="0">
              <a:solidFill>
                <a:schemeClr val="tx1"/>
              </a:solidFill>
            </a:endParaRPr>
          </a:p>
        </p:txBody>
      </p:sp>
      <p:sp>
        <p:nvSpPr>
          <p:cNvPr id="20" name="Parallellogram 19">
            <a:hlinkClick r:id="rId24" action="ppaction://hlinksldjump"/>
          </p:cNvPr>
          <p:cNvSpPr/>
          <p:nvPr userDrawn="1"/>
        </p:nvSpPr>
        <p:spPr>
          <a:xfrm>
            <a:off x="1542565"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Veg, vegoppmerking, skilt og annen trafikkregulering </a:t>
            </a:r>
            <a:endParaRPr lang="nb-NO" sz="900" i="1" dirty="0">
              <a:solidFill>
                <a:schemeClr val="tx1"/>
              </a:solidFill>
            </a:endParaRPr>
          </a:p>
        </p:txBody>
      </p:sp>
      <p:sp>
        <p:nvSpPr>
          <p:cNvPr id="21" name="Parallellogram 20">
            <a:hlinkClick r:id="rId25" action="ppaction://hlinksldjump"/>
          </p:cNvPr>
          <p:cNvSpPr/>
          <p:nvPr userDrawn="1"/>
        </p:nvSpPr>
        <p:spPr>
          <a:xfrm>
            <a:off x="2795685"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Atferd i trafikken i ulike vegmiljø</a:t>
            </a:r>
            <a:endParaRPr lang="nb-NO" sz="900" i="1" dirty="0">
              <a:solidFill>
                <a:schemeClr val="tx1"/>
              </a:solidFill>
            </a:endParaRPr>
          </a:p>
        </p:txBody>
      </p:sp>
      <p:sp>
        <p:nvSpPr>
          <p:cNvPr id="22" name="Parallellogram 21">
            <a:hlinkClick r:id="rId26" action="ppaction://hlinksldjump"/>
          </p:cNvPr>
          <p:cNvSpPr/>
          <p:nvPr userDrawn="1"/>
        </p:nvSpPr>
        <p:spPr>
          <a:xfrm>
            <a:off x="4038212"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Systematisk og automatisert informasjons-innhenting </a:t>
            </a:r>
            <a:endParaRPr lang="nb-NO" sz="900" i="1" dirty="0">
              <a:solidFill>
                <a:schemeClr val="tx1"/>
              </a:solidFill>
            </a:endParaRPr>
          </a:p>
        </p:txBody>
      </p:sp>
      <p:sp>
        <p:nvSpPr>
          <p:cNvPr id="23" name="Parallellogram 22">
            <a:hlinkClick r:id="rId27" action="ppaction://hlinksldjump"/>
          </p:cNvPr>
          <p:cNvSpPr/>
          <p:nvPr userDrawn="1"/>
        </p:nvSpPr>
        <p:spPr>
          <a:xfrm>
            <a:off x="5291332"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Kjøre tydelig og bestemt i bolig, tettsted og bymiljø </a:t>
            </a:r>
            <a:endParaRPr lang="nb-NO" sz="900" i="1" dirty="0">
              <a:solidFill>
                <a:schemeClr val="tx1"/>
              </a:solidFill>
            </a:endParaRPr>
          </a:p>
        </p:txBody>
      </p:sp>
      <p:sp>
        <p:nvSpPr>
          <p:cNvPr id="24" name="Parallellogram 23">
            <a:hlinkClick r:id="rId28" action="ppaction://hlinksldjump"/>
          </p:cNvPr>
          <p:cNvSpPr/>
          <p:nvPr userDrawn="1"/>
        </p:nvSpPr>
        <p:spPr>
          <a:xfrm>
            <a:off x="6533859" y="152613"/>
            <a:ext cx="1368000" cy="6840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nb-NO" sz="900" dirty="0">
                <a:solidFill>
                  <a:schemeClr val="tx1"/>
                </a:solidFill>
              </a:rPr>
              <a:t>Kjøre sikkert og effektivt i landevegsmiljø </a:t>
            </a:r>
          </a:p>
        </p:txBody>
      </p:sp>
      <p:sp>
        <p:nvSpPr>
          <p:cNvPr id="25" name="Parallellogram 24">
            <a:hlinkClick r:id="rId29" action="ppaction://hlinksldjump"/>
          </p:cNvPr>
          <p:cNvSpPr/>
          <p:nvPr userDrawn="1"/>
        </p:nvSpPr>
        <p:spPr>
          <a:xfrm>
            <a:off x="7786979"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Kjøre sikkert og effektivt i forbindelse med kø, i tunnel og i mørket </a:t>
            </a:r>
            <a:endParaRPr lang="nb-NO" sz="900" i="1" dirty="0">
              <a:solidFill>
                <a:schemeClr val="tx1"/>
              </a:solidFill>
            </a:endParaRPr>
          </a:p>
        </p:txBody>
      </p:sp>
      <p:sp>
        <p:nvSpPr>
          <p:cNvPr id="26" name="Parallellogram 25">
            <a:hlinkClick r:id="rId30" action="ppaction://hlinksldjump"/>
          </p:cNvPr>
          <p:cNvSpPr/>
          <p:nvPr userDrawn="1"/>
        </p:nvSpPr>
        <p:spPr>
          <a:xfrm>
            <a:off x="9029506"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Kjøre effektivt, behagelig, miljøvennlig og økonomisk </a:t>
            </a:r>
            <a:endParaRPr lang="nb-NO" sz="900" i="1" dirty="0">
              <a:solidFill>
                <a:schemeClr val="tx1"/>
              </a:solidFill>
            </a:endParaRPr>
          </a:p>
        </p:txBody>
      </p:sp>
      <p:sp>
        <p:nvSpPr>
          <p:cNvPr id="27" name="Parallellogram 26">
            <a:hlinkClick r:id="rId31" action="ppaction://hlinksldjump"/>
          </p:cNvPr>
          <p:cNvSpPr/>
          <p:nvPr userDrawn="1"/>
        </p:nvSpPr>
        <p:spPr>
          <a:xfrm>
            <a:off x="10282626" y="152613"/>
            <a:ext cx="936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i="0" dirty="0">
                <a:solidFill>
                  <a:schemeClr val="tx1"/>
                </a:solidFill>
              </a:rPr>
              <a:t>Trinn-vurdering</a:t>
            </a:r>
            <a:endParaRPr lang="nb-NO" sz="900" i="1" dirty="0">
              <a:solidFill>
                <a:schemeClr val="tx1"/>
              </a:solidFill>
            </a:endParaRPr>
          </a:p>
        </p:txBody>
      </p:sp>
      <p:sp>
        <p:nvSpPr>
          <p:cNvPr id="28" name="Parallellogram 27">
            <a:hlinkClick r:id="rId32" action="ppaction://hlinksldjump"/>
          </p:cNvPr>
          <p:cNvSpPr/>
          <p:nvPr userDrawn="1"/>
        </p:nvSpPr>
        <p:spPr>
          <a:xfrm>
            <a:off x="11103426" y="152613"/>
            <a:ext cx="936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SKB</a:t>
            </a:r>
            <a:endParaRPr lang="nb-NO" sz="900" i="1" dirty="0">
              <a:solidFill>
                <a:schemeClr val="tx1"/>
              </a:solidFill>
            </a:endParaRPr>
          </a:p>
        </p:txBody>
      </p:sp>
      <p:sp>
        <p:nvSpPr>
          <p:cNvPr id="29" name="Handlingsknapp: gå til Hjem 28">
            <a:hlinkClick r:id="" action="ppaction://hlinkshowjump?jump=firstslide" highlightClick="1"/>
          </p:cNvPr>
          <p:cNvSpPr/>
          <p:nvPr userDrawn="1"/>
        </p:nvSpPr>
        <p:spPr>
          <a:xfrm>
            <a:off x="2792571" y="6148372"/>
            <a:ext cx="504000" cy="517667"/>
          </a:xfrm>
          <a:prstGeom prst="actionButtonHom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0" name="Handlingsknapp: gå tilbake eller til forrige 29">
            <a:hlinkClick r:id="" action="ppaction://hlinkshowjump?jump=previousslide" highlightClick="1"/>
          </p:cNvPr>
          <p:cNvSpPr/>
          <p:nvPr userDrawn="1"/>
        </p:nvSpPr>
        <p:spPr>
          <a:xfrm>
            <a:off x="3366413" y="6148372"/>
            <a:ext cx="504000" cy="517667"/>
          </a:xfrm>
          <a:prstGeom prst="actionButtonBackPrevious">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1" name="Handlingsknapp: gå framover eller til neste 30">
            <a:hlinkClick r:id="" action="ppaction://hlinkshowjump?jump=nextslide" highlightClick="1"/>
          </p:cNvPr>
          <p:cNvSpPr/>
          <p:nvPr userDrawn="1"/>
        </p:nvSpPr>
        <p:spPr>
          <a:xfrm>
            <a:off x="3940255" y="6148372"/>
            <a:ext cx="504000" cy="517667"/>
          </a:xfrm>
          <a:prstGeom prst="actionButtonForwardNex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32" name="Bilde 31" descr="Skjermutklipp">
            <a:hlinkClick r:id="rId33"/>
          </p:cNvPr>
          <p:cNvPicPr>
            <a:picLocks noChangeAspect="1"/>
          </p:cNvPicPr>
          <p:nvPr userDrawn="1"/>
        </p:nvPicPr>
        <p:blipFill>
          <a:blip r:embed="rId34">
            <a:extLst>
              <a:ext uri="{28A0092B-C50C-407E-A947-70E740481C1C}">
                <a14:useLocalDpi xmlns:a14="http://schemas.microsoft.com/office/drawing/2010/main" val="0"/>
              </a:ext>
            </a:extLst>
          </a:blip>
          <a:stretch>
            <a:fillRect/>
          </a:stretch>
        </p:blipFill>
        <p:spPr>
          <a:xfrm>
            <a:off x="4584245" y="6148372"/>
            <a:ext cx="398655" cy="504000"/>
          </a:xfrm>
          <a:prstGeom prst="rect">
            <a:avLst/>
          </a:prstGeom>
        </p:spPr>
      </p:pic>
      <p:pic>
        <p:nvPicPr>
          <p:cNvPr id="33" name="Bilde 32">
            <a:hlinkClick r:id="rId35"/>
          </p:cNvPr>
          <p:cNvPicPr>
            <a:picLocks noChangeAspect="1"/>
          </p:cNvPicPr>
          <p:nvPr userDrawn="1"/>
        </p:nvPicPr>
        <p:blipFill>
          <a:blip r:embed="rId36">
            <a:extLst>
              <a:ext uri="{28A0092B-C50C-407E-A947-70E740481C1C}">
                <a14:useLocalDpi xmlns:a14="http://schemas.microsoft.com/office/drawing/2010/main" val="0"/>
              </a:ext>
            </a:extLst>
          </a:blip>
          <a:stretch>
            <a:fillRect/>
          </a:stretch>
        </p:blipFill>
        <p:spPr>
          <a:xfrm>
            <a:off x="2135560" y="6147796"/>
            <a:ext cx="528384" cy="528384"/>
          </a:xfrm>
          <a:prstGeom prst="rect">
            <a:avLst/>
          </a:prstGeom>
        </p:spPr>
      </p:pic>
    </p:spTree>
    <p:extLst>
      <p:ext uri="{BB962C8B-B14F-4D97-AF65-F5344CB8AC3E}">
        <p14:creationId xmlns:p14="http://schemas.microsoft.com/office/powerpoint/2010/main" val="4037995635"/>
      </p:ext>
    </p:extLst>
  </p:cSld>
  <p:clrMap bg1="lt1" tx1="dk1" bg2="lt2" tx2="dk2" accent1="accent1" accent2="accent2" accent3="accent3" accent4="accent4" accent5="accent5" accent6="accent6" hlink="hlink" folHlink="folHlink"/>
  <p:sldLayoutIdLst>
    <p:sldLayoutId id="2147486224" r:id="rId1"/>
    <p:sldLayoutId id="2147486225" r:id="rId2"/>
    <p:sldLayoutId id="2147486226" r:id="rId3"/>
    <p:sldLayoutId id="2147486227" r:id="rId4"/>
    <p:sldLayoutId id="2147486228" r:id="rId5"/>
    <p:sldLayoutId id="2147486229" r:id="rId6"/>
    <p:sldLayoutId id="2147486230" r:id="rId7"/>
    <p:sldLayoutId id="2147486231" r:id="rId8"/>
    <p:sldLayoutId id="2147486232" r:id="rId9"/>
    <p:sldLayoutId id="2147486233" r:id="rId10"/>
    <p:sldLayoutId id="2147486234" r:id="rId11"/>
    <p:sldLayoutId id="2147486235" r:id="rId12"/>
    <p:sldLayoutId id="2147486236" r:id="rId13"/>
    <p:sldLayoutId id="2147486237" r:id="rId14"/>
    <p:sldLayoutId id="2147486238" r:id="rId15"/>
    <p:sldLayoutId id="2147486239" r:id="rId16"/>
    <p:sldLayoutId id="2147486240" r:id="rId17"/>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ittel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b-NO"/>
              <a:t>Klikk for å redigere tittelstil</a:t>
            </a:r>
          </a:p>
        </p:txBody>
      </p:sp>
      <p:sp>
        <p:nvSpPr>
          <p:cNvPr id="3" name="Plassholder for teks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DDD8F8A-F343-43CF-A908-1197C510E25C}" type="datetime1">
              <a:rPr lang="nb-NO" smtClean="0"/>
              <a:t>27.08.2024</a:t>
            </a:fld>
            <a:endParaRPr lang="nb-NO"/>
          </a:p>
        </p:txBody>
      </p:sp>
      <p:sp>
        <p:nvSpPr>
          <p:cNvPr id="5" name="Plassholder for bunntekst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nb-NO"/>
              <a:t>Control Trafikkskole</a:t>
            </a:r>
          </a:p>
        </p:txBody>
      </p:sp>
      <p:sp>
        <p:nvSpPr>
          <p:cNvPr id="6" name="Plassholder for lysbildenumm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EBBCFE-599B-47F9-B84D-4259C5E2055D}" type="slidenum">
              <a:rPr lang="nb-NO" smtClean="0"/>
              <a:t>‹#›</a:t>
            </a:fld>
            <a:endParaRPr lang="nb-NO"/>
          </a:p>
        </p:txBody>
      </p:sp>
      <p:sp>
        <p:nvSpPr>
          <p:cNvPr id="7" name="Rektangel 6"/>
          <p:cNvSpPr/>
          <p:nvPr userDrawn="1"/>
        </p:nvSpPr>
        <p:spPr>
          <a:xfrm>
            <a:off x="353025" y="2230305"/>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S</a:t>
            </a:r>
          </a:p>
        </p:txBody>
      </p:sp>
      <p:sp>
        <p:nvSpPr>
          <p:cNvPr id="8" name="Rektangel 7"/>
          <p:cNvSpPr/>
          <p:nvPr userDrawn="1"/>
        </p:nvSpPr>
        <p:spPr>
          <a:xfrm>
            <a:off x="262178" y="283839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O</a:t>
            </a:r>
          </a:p>
        </p:txBody>
      </p:sp>
      <p:sp>
        <p:nvSpPr>
          <p:cNvPr id="9" name="Rektangel 8"/>
          <p:cNvSpPr/>
          <p:nvPr userDrawn="1"/>
        </p:nvSpPr>
        <p:spPr>
          <a:xfrm>
            <a:off x="170143" y="3446489"/>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A</a:t>
            </a:r>
          </a:p>
        </p:txBody>
      </p:sp>
      <p:sp>
        <p:nvSpPr>
          <p:cNvPr id="10" name="Parallellogram 9">
            <a:hlinkClick r:id="rId19" action="ppaction://hlinksldjump"/>
          </p:cNvPr>
          <p:cNvSpPr/>
          <p:nvPr userDrawn="1"/>
        </p:nvSpPr>
        <p:spPr>
          <a:xfrm>
            <a:off x="5367340"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1</a:t>
            </a:r>
          </a:p>
        </p:txBody>
      </p:sp>
      <p:sp>
        <p:nvSpPr>
          <p:cNvPr id="11" name="Parallellogram 10">
            <a:hlinkClick r:id="rId20" action="ppaction://hlinksldjump"/>
          </p:cNvPr>
          <p:cNvSpPr/>
          <p:nvPr userDrawn="1"/>
        </p:nvSpPr>
        <p:spPr>
          <a:xfrm>
            <a:off x="6877153"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2</a:t>
            </a:r>
          </a:p>
        </p:txBody>
      </p:sp>
      <p:sp>
        <p:nvSpPr>
          <p:cNvPr id="12" name="Parallellogram 11">
            <a:hlinkClick r:id="rId21" action="ppaction://hlinksldjump"/>
          </p:cNvPr>
          <p:cNvSpPr/>
          <p:nvPr userDrawn="1"/>
        </p:nvSpPr>
        <p:spPr>
          <a:xfrm>
            <a:off x="8387714" y="6148372"/>
            <a:ext cx="1511308" cy="518400"/>
          </a:xfrm>
          <a:prstGeom prst="parallelogram">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3</a:t>
            </a:r>
          </a:p>
        </p:txBody>
      </p:sp>
      <p:sp>
        <p:nvSpPr>
          <p:cNvPr id="13" name="Parallellogram 12">
            <a:hlinkClick r:id="rId22" action="ppaction://hlinksldjump"/>
          </p:cNvPr>
          <p:cNvSpPr/>
          <p:nvPr userDrawn="1"/>
        </p:nvSpPr>
        <p:spPr>
          <a:xfrm>
            <a:off x="989827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4</a:t>
            </a:r>
          </a:p>
        </p:txBody>
      </p:sp>
      <p:sp>
        <p:nvSpPr>
          <p:cNvPr id="14" name="Rektangel 13"/>
          <p:cNvSpPr/>
          <p:nvPr userDrawn="1"/>
        </p:nvSpPr>
        <p:spPr>
          <a:xfrm>
            <a:off x="48893" y="406347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H</a:t>
            </a:r>
          </a:p>
        </p:txBody>
      </p:sp>
      <p:sp>
        <p:nvSpPr>
          <p:cNvPr id="19" name="Parallellogram 18">
            <a:hlinkClick r:id="rId23" action="ppaction://hlinksldjump"/>
          </p:cNvPr>
          <p:cNvSpPr/>
          <p:nvPr userDrawn="1"/>
        </p:nvSpPr>
        <p:spPr>
          <a:xfrm>
            <a:off x="300038"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Trafikksystemet, trafikantgrupper og interesse-motsetninger</a:t>
            </a:r>
            <a:endParaRPr lang="nb-NO" sz="900" i="1" dirty="0">
              <a:solidFill>
                <a:schemeClr val="tx1"/>
              </a:solidFill>
            </a:endParaRPr>
          </a:p>
        </p:txBody>
      </p:sp>
      <p:sp>
        <p:nvSpPr>
          <p:cNvPr id="20" name="Parallellogram 19">
            <a:hlinkClick r:id="rId24" action="ppaction://hlinksldjump"/>
          </p:cNvPr>
          <p:cNvSpPr/>
          <p:nvPr userDrawn="1"/>
        </p:nvSpPr>
        <p:spPr>
          <a:xfrm>
            <a:off x="1542565"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Veg, vegoppmerking, skilt og annen trafikkregulering </a:t>
            </a:r>
            <a:endParaRPr lang="nb-NO" sz="900" i="1" dirty="0">
              <a:solidFill>
                <a:schemeClr val="tx1"/>
              </a:solidFill>
            </a:endParaRPr>
          </a:p>
        </p:txBody>
      </p:sp>
      <p:sp>
        <p:nvSpPr>
          <p:cNvPr id="21" name="Parallellogram 20">
            <a:hlinkClick r:id="rId25" action="ppaction://hlinksldjump"/>
          </p:cNvPr>
          <p:cNvSpPr/>
          <p:nvPr userDrawn="1"/>
        </p:nvSpPr>
        <p:spPr>
          <a:xfrm>
            <a:off x="2795685"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Atferd i trafikken i ulike vegmiljø</a:t>
            </a:r>
            <a:endParaRPr lang="nb-NO" sz="900" i="1" dirty="0">
              <a:solidFill>
                <a:schemeClr val="tx1"/>
              </a:solidFill>
            </a:endParaRPr>
          </a:p>
        </p:txBody>
      </p:sp>
      <p:sp>
        <p:nvSpPr>
          <p:cNvPr id="22" name="Parallellogram 21">
            <a:hlinkClick r:id="rId26" action="ppaction://hlinksldjump"/>
          </p:cNvPr>
          <p:cNvSpPr/>
          <p:nvPr userDrawn="1"/>
        </p:nvSpPr>
        <p:spPr>
          <a:xfrm>
            <a:off x="4038212"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Systematisk og automatisert informasjons-innhenting </a:t>
            </a:r>
            <a:endParaRPr lang="nb-NO" sz="900" i="1" dirty="0">
              <a:solidFill>
                <a:schemeClr val="tx1"/>
              </a:solidFill>
            </a:endParaRPr>
          </a:p>
        </p:txBody>
      </p:sp>
      <p:sp>
        <p:nvSpPr>
          <p:cNvPr id="23" name="Parallellogram 22">
            <a:hlinkClick r:id="rId27" action="ppaction://hlinksldjump"/>
          </p:cNvPr>
          <p:cNvSpPr/>
          <p:nvPr userDrawn="1"/>
        </p:nvSpPr>
        <p:spPr>
          <a:xfrm>
            <a:off x="5291332"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Kjøre tydelig og bestemt i bolig, tettsted og bymiljø </a:t>
            </a:r>
            <a:endParaRPr lang="nb-NO" sz="900" i="1" dirty="0">
              <a:solidFill>
                <a:schemeClr val="tx1"/>
              </a:solidFill>
            </a:endParaRPr>
          </a:p>
        </p:txBody>
      </p:sp>
      <p:sp>
        <p:nvSpPr>
          <p:cNvPr id="24" name="Parallellogram 23">
            <a:hlinkClick r:id="rId28" action="ppaction://hlinksldjump"/>
          </p:cNvPr>
          <p:cNvSpPr/>
          <p:nvPr userDrawn="1"/>
        </p:nvSpPr>
        <p:spPr>
          <a:xfrm>
            <a:off x="6533859"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nb-NO" sz="900" dirty="0">
                <a:solidFill>
                  <a:schemeClr val="tx1"/>
                </a:solidFill>
              </a:rPr>
              <a:t>Kjøre sikkert og effektivt i landevegsmiljø </a:t>
            </a:r>
          </a:p>
        </p:txBody>
      </p:sp>
      <p:sp>
        <p:nvSpPr>
          <p:cNvPr id="25" name="Parallellogram 24">
            <a:hlinkClick r:id="rId29" action="ppaction://hlinksldjump"/>
          </p:cNvPr>
          <p:cNvSpPr/>
          <p:nvPr userDrawn="1"/>
        </p:nvSpPr>
        <p:spPr>
          <a:xfrm>
            <a:off x="7786979" y="152613"/>
            <a:ext cx="1368000" cy="6840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Kjøre sikkert og effektivt i forbindelse med kø, i tunnel og i mørket </a:t>
            </a:r>
            <a:endParaRPr lang="nb-NO" sz="900" i="1" dirty="0">
              <a:solidFill>
                <a:schemeClr val="tx1"/>
              </a:solidFill>
            </a:endParaRPr>
          </a:p>
        </p:txBody>
      </p:sp>
      <p:sp>
        <p:nvSpPr>
          <p:cNvPr id="26" name="Parallellogram 25">
            <a:hlinkClick r:id="rId30" action="ppaction://hlinksldjump"/>
          </p:cNvPr>
          <p:cNvSpPr/>
          <p:nvPr userDrawn="1"/>
        </p:nvSpPr>
        <p:spPr>
          <a:xfrm>
            <a:off x="9029506"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Kjøre effektivt, behagelig, miljøvennlig og økonomisk </a:t>
            </a:r>
            <a:endParaRPr lang="nb-NO" sz="900" i="1" dirty="0">
              <a:solidFill>
                <a:schemeClr val="tx1"/>
              </a:solidFill>
            </a:endParaRPr>
          </a:p>
        </p:txBody>
      </p:sp>
      <p:sp>
        <p:nvSpPr>
          <p:cNvPr id="27" name="Parallellogram 26">
            <a:hlinkClick r:id="rId31" action="ppaction://hlinksldjump"/>
          </p:cNvPr>
          <p:cNvSpPr/>
          <p:nvPr userDrawn="1"/>
        </p:nvSpPr>
        <p:spPr>
          <a:xfrm>
            <a:off x="10282626" y="152613"/>
            <a:ext cx="936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i="0" dirty="0">
                <a:solidFill>
                  <a:schemeClr val="tx1"/>
                </a:solidFill>
              </a:rPr>
              <a:t>Trinn-vurdering</a:t>
            </a:r>
            <a:endParaRPr lang="nb-NO" sz="900" i="1" dirty="0">
              <a:solidFill>
                <a:schemeClr val="tx1"/>
              </a:solidFill>
            </a:endParaRPr>
          </a:p>
        </p:txBody>
      </p:sp>
      <p:sp>
        <p:nvSpPr>
          <p:cNvPr id="28" name="Parallellogram 27">
            <a:hlinkClick r:id="rId32" action="ppaction://hlinksldjump"/>
          </p:cNvPr>
          <p:cNvSpPr/>
          <p:nvPr userDrawn="1"/>
        </p:nvSpPr>
        <p:spPr>
          <a:xfrm>
            <a:off x="11103426" y="152613"/>
            <a:ext cx="936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SKB</a:t>
            </a:r>
            <a:endParaRPr lang="nb-NO" sz="900" i="1" dirty="0">
              <a:solidFill>
                <a:schemeClr val="tx1"/>
              </a:solidFill>
            </a:endParaRPr>
          </a:p>
        </p:txBody>
      </p:sp>
      <p:sp>
        <p:nvSpPr>
          <p:cNvPr id="29" name="Handlingsknapp: gå til Hjem 28">
            <a:hlinkClick r:id="" action="ppaction://hlinkshowjump?jump=firstslide" highlightClick="1"/>
          </p:cNvPr>
          <p:cNvSpPr/>
          <p:nvPr userDrawn="1"/>
        </p:nvSpPr>
        <p:spPr>
          <a:xfrm>
            <a:off x="2792571" y="6148372"/>
            <a:ext cx="504000" cy="517667"/>
          </a:xfrm>
          <a:prstGeom prst="actionButtonHom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0" name="Handlingsknapp: gå tilbake eller til forrige 29">
            <a:hlinkClick r:id="" action="ppaction://hlinkshowjump?jump=previousslide" highlightClick="1"/>
          </p:cNvPr>
          <p:cNvSpPr/>
          <p:nvPr userDrawn="1"/>
        </p:nvSpPr>
        <p:spPr>
          <a:xfrm>
            <a:off x="3366413" y="6148372"/>
            <a:ext cx="504000" cy="517667"/>
          </a:xfrm>
          <a:prstGeom prst="actionButtonBackPrevious">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1" name="Handlingsknapp: gå framover eller til neste 30">
            <a:hlinkClick r:id="" action="ppaction://hlinkshowjump?jump=nextslide" highlightClick="1"/>
          </p:cNvPr>
          <p:cNvSpPr/>
          <p:nvPr userDrawn="1"/>
        </p:nvSpPr>
        <p:spPr>
          <a:xfrm>
            <a:off x="3940255" y="6148372"/>
            <a:ext cx="504000" cy="517667"/>
          </a:xfrm>
          <a:prstGeom prst="actionButtonForwardNex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32" name="Bilde 31" descr="Skjermutklipp">
            <a:hlinkClick r:id="rId33"/>
          </p:cNvPr>
          <p:cNvPicPr>
            <a:picLocks noChangeAspect="1"/>
          </p:cNvPicPr>
          <p:nvPr userDrawn="1"/>
        </p:nvPicPr>
        <p:blipFill>
          <a:blip r:embed="rId34">
            <a:extLst>
              <a:ext uri="{28A0092B-C50C-407E-A947-70E740481C1C}">
                <a14:useLocalDpi xmlns:a14="http://schemas.microsoft.com/office/drawing/2010/main" val="0"/>
              </a:ext>
            </a:extLst>
          </a:blip>
          <a:stretch>
            <a:fillRect/>
          </a:stretch>
        </p:blipFill>
        <p:spPr>
          <a:xfrm>
            <a:off x="4584245" y="6148372"/>
            <a:ext cx="398655" cy="504000"/>
          </a:xfrm>
          <a:prstGeom prst="rect">
            <a:avLst/>
          </a:prstGeom>
        </p:spPr>
      </p:pic>
      <p:pic>
        <p:nvPicPr>
          <p:cNvPr id="33" name="Bilde 32">
            <a:hlinkClick r:id="rId35"/>
          </p:cNvPr>
          <p:cNvPicPr>
            <a:picLocks noChangeAspect="1"/>
          </p:cNvPicPr>
          <p:nvPr userDrawn="1"/>
        </p:nvPicPr>
        <p:blipFill>
          <a:blip r:embed="rId36">
            <a:extLst>
              <a:ext uri="{28A0092B-C50C-407E-A947-70E740481C1C}">
                <a14:useLocalDpi xmlns:a14="http://schemas.microsoft.com/office/drawing/2010/main" val="0"/>
              </a:ext>
            </a:extLst>
          </a:blip>
          <a:stretch>
            <a:fillRect/>
          </a:stretch>
        </p:blipFill>
        <p:spPr>
          <a:xfrm>
            <a:off x="2135560" y="6147796"/>
            <a:ext cx="528384" cy="528384"/>
          </a:xfrm>
          <a:prstGeom prst="rect">
            <a:avLst/>
          </a:prstGeom>
        </p:spPr>
      </p:pic>
    </p:spTree>
    <p:extLst>
      <p:ext uri="{BB962C8B-B14F-4D97-AF65-F5344CB8AC3E}">
        <p14:creationId xmlns:p14="http://schemas.microsoft.com/office/powerpoint/2010/main" val="273523416"/>
      </p:ext>
    </p:extLst>
  </p:cSld>
  <p:clrMap bg1="lt1" tx1="dk1" bg2="lt2" tx2="dk2" accent1="accent1" accent2="accent2" accent3="accent3" accent4="accent4" accent5="accent5" accent6="accent6" hlink="hlink" folHlink="folHlink"/>
  <p:sldLayoutIdLst>
    <p:sldLayoutId id="2147486242" r:id="rId1"/>
    <p:sldLayoutId id="2147486243" r:id="rId2"/>
    <p:sldLayoutId id="2147486244" r:id="rId3"/>
    <p:sldLayoutId id="2147486245" r:id="rId4"/>
    <p:sldLayoutId id="2147486246" r:id="rId5"/>
    <p:sldLayoutId id="2147486247" r:id="rId6"/>
    <p:sldLayoutId id="2147486248" r:id="rId7"/>
    <p:sldLayoutId id="2147486249" r:id="rId8"/>
    <p:sldLayoutId id="2147486250" r:id="rId9"/>
    <p:sldLayoutId id="2147486251" r:id="rId10"/>
    <p:sldLayoutId id="2147486252" r:id="rId11"/>
    <p:sldLayoutId id="2147486253" r:id="rId12"/>
    <p:sldLayoutId id="2147486254" r:id="rId13"/>
    <p:sldLayoutId id="2147486255" r:id="rId14"/>
    <p:sldLayoutId id="2147486256" r:id="rId15"/>
    <p:sldLayoutId id="2147486257" r:id="rId16"/>
    <p:sldLayoutId id="2147486258" r:id="rId17"/>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ittel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b-NO"/>
              <a:t>Klikk for å redigere tittelstil</a:t>
            </a:r>
          </a:p>
        </p:txBody>
      </p:sp>
      <p:sp>
        <p:nvSpPr>
          <p:cNvPr id="3" name="Plassholder for teks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11D501-C899-4304-B17D-6A7A944C1C99}" type="datetime1">
              <a:rPr lang="nb-NO" smtClean="0"/>
              <a:t>27.08.2024</a:t>
            </a:fld>
            <a:endParaRPr lang="nb-NO"/>
          </a:p>
        </p:txBody>
      </p:sp>
      <p:sp>
        <p:nvSpPr>
          <p:cNvPr id="5" name="Plassholder for bunntekst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nb-NO"/>
              <a:t>Control Trafikkskole</a:t>
            </a:r>
          </a:p>
        </p:txBody>
      </p:sp>
      <p:sp>
        <p:nvSpPr>
          <p:cNvPr id="6" name="Plassholder for lysbildenumm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EBBCFE-599B-47F9-B84D-4259C5E2055D}" type="slidenum">
              <a:rPr lang="nb-NO" smtClean="0"/>
              <a:t>‹#›</a:t>
            </a:fld>
            <a:endParaRPr lang="nb-NO"/>
          </a:p>
        </p:txBody>
      </p:sp>
      <p:sp>
        <p:nvSpPr>
          <p:cNvPr id="7" name="Rektangel 6"/>
          <p:cNvSpPr/>
          <p:nvPr userDrawn="1"/>
        </p:nvSpPr>
        <p:spPr>
          <a:xfrm>
            <a:off x="353025" y="2230305"/>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S</a:t>
            </a:r>
          </a:p>
        </p:txBody>
      </p:sp>
      <p:sp>
        <p:nvSpPr>
          <p:cNvPr id="8" name="Rektangel 7"/>
          <p:cNvSpPr/>
          <p:nvPr userDrawn="1"/>
        </p:nvSpPr>
        <p:spPr>
          <a:xfrm>
            <a:off x="262178" y="283839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O</a:t>
            </a:r>
          </a:p>
        </p:txBody>
      </p:sp>
      <p:sp>
        <p:nvSpPr>
          <p:cNvPr id="9" name="Rektangel 8"/>
          <p:cNvSpPr/>
          <p:nvPr userDrawn="1"/>
        </p:nvSpPr>
        <p:spPr>
          <a:xfrm>
            <a:off x="170143" y="3446489"/>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A</a:t>
            </a:r>
          </a:p>
        </p:txBody>
      </p:sp>
      <p:sp>
        <p:nvSpPr>
          <p:cNvPr id="10" name="Parallellogram 9">
            <a:hlinkClick r:id="rId19" action="ppaction://hlinksldjump"/>
          </p:cNvPr>
          <p:cNvSpPr/>
          <p:nvPr userDrawn="1"/>
        </p:nvSpPr>
        <p:spPr>
          <a:xfrm>
            <a:off x="5367340"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1</a:t>
            </a:r>
          </a:p>
        </p:txBody>
      </p:sp>
      <p:sp>
        <p:nvSpPr>
          <p:cNvPr id="11" name="Parallellogram 10">
            <a:hlinkClick r:id="rId20" action="ppaction://hlinksldjump"/>
          </p:cNvPr>
          <p:cNvSpPr/>
          <p:nvPr userDrawn="1"/>
        </p:nvSpPr>
        <p:spPr>
          <a:xfrm>
            <a:off x="6877153"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2</a:t>
            </a:r>
          </a:p>
        </p:txBody>
      </p:sp>
      <p:sp>
        <p:nvSpPr>
          <p:cNvPr id="12" name="Parallellogram 11">
            <a:hlinkClick r:id="rId21" action="ppaction://hlinksldjump"/>
          </p:cNvPr>
          <p:cNvSpPr/>
          <p:nvPr userDrawn="1"/>
        </p:nvSpPr>
        <p:spPr>
          <a:xfrm>
            <a:off x="8387714" y="6148372"/>
            <a:ext cx="1511308" cy="518400"/>
          </a:xfrm>
          <a:prstGeom prst="parallelogram">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3</a:t>
            </a:r>
          </a:p>
        </p:txBody>
      </p:sp>
      <p:sp>
        <p:nvSpPr>
          <p:cNvPr id="13" name="Parallellogram 12">
            <a:hlinkClick r:id="rId22" action="ppaction://hlinksldjump"/>
          </p:cNvPr>
          <p:cNvSpPr/>
          <p:nvPr userDrawn="1"/>
        </p:nvSpPr>
        <p:spPr>
          <a:xfrm>
            <a:off x="989827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4</a:t>
            </a:r>
          </a:p>
        </p:txBody>
      </p:sp>
      <p:sp>
        <p:nvSpPr>
          <p:cNvPr id="14" name="Rektangel 13"/>
          <p:cNvSpPr/>
          <p:nvPr userDrawn="1"/>
        </p:nvSpPr>
        <p:spPr>
          <a:xfrm>
            <a:off x="48893" y="406347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H</a:t>
            </a:r>
          </a:p>
        </p:txBody>
      </p:sp>
      <p:sp>
        <p:nvSpPr>
          <p:cNvPr id="19" name="Parallellogram 18">
            <a:hlinkClick r:id="rId23" action="ppaction://hlinksldjump"/>
          </p:cNvPr>
          <p:cNvSpPr/>
          <p:nvPr userDrawn="1"/>
        </p:nvSpPr>
        <p:spPr>
          <a:xfrm>
            <a:off x="300038"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Trafikksystemet, trafikantgrupper og interesse-motsetninger</a:t>
            </a:r>
            <a:endParaRPr lang="nb-NO" sz="900" i="1" dirty="0">
              <a:solidFill>
                <a:schemeClr val="tx1"/>
              </a:solidFill>
            </a:endParaRPr>
          </a:p>
        </p:txBody>
      </p:sp>
      <p:sp>
        <p:nvSpPr>
          <p:cNvPr id="20" name="Parallellogram 19">
            <a:hlinkClick r:id="rId24" action="ppaction://hlinksldjump"/>
          </p:cNvPr>
          <p:cNvSpPr/>
          <p:nvPr userDrawn="1"/>
        </p:nvSpPr>
        <p:spPr>
          <a:xfrm>
            <a:off x="1542565"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Veg, vegoppmerking, skilt og annen trafikkregulering </a:t>
            </a:r>
            <a:endParaRPr lang="nb-NO" sz="900" i="1" dirty="0">
              <a:solidFill>
                <a:schemeClr val="tx1"/>
              </a:solidFill>
            </a:endParaRPr>
          </a:p>
        </p:txBody>
      </p:sp>
      <p:sp>
        <p:nvSpPr>
          <p:cNvPr id="21" name="Parallellogram 20">
            <a:hlinkClick r:id="rId25" action="ppaction://hlinksldjump"/>
          </p:cNvPr>
          <p:cNvSpPr/>
          <p:nvPr userDrawn="1"/>
        </p:nvSpPr>
        <p:spPr>
          <a:xfrm>
            <a:off x="2795685"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Atferd i trafikken i ulike vegmiljø</a:t>
            </a:r>
            <a:endParaRPr lang="nb-NO" sz="900" i="1" dirty="0">
              <a:solidFill>
                <a:schemeClr val="tx1"/>
              </a:solidFill>
            </a:endParaRPr>
          </a:p>
        </p:txBody>
      </p:sp>
      <p:sp>
        <p:nvSpPr>
          <p:cNvPr id="22" name="Parallellogram 21">
            <a:hlinkClick r:id="rId26" action="ppaction://hlinksldjump"/>
          </p:cNvPr>
          <p:cNvSpPr/>
          <p:nvPr userDrawn="1"/>
        </p:nvSpPr>
        <p:spPr>
          <a:xfrm>
            <a:off x="4038212"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Systematisk og automatisert informasjons-innhenting </a:t>
            </a:r>
            <a:endParaRPr lang="nb-NO" sz="900" i="1" dirty="0">
              <a:solidFill>
                <a:schemeClr val="tx1"/>
              </a:solidFill>
            </a:endParaRPr>
          </a:p>
        </p:txBody>
      </p:sp>
      <p:sp>
        <p:nvSpPr>
          <p:cNvPr id="23" name="Parallellogram 22">
            <a:hlinkClick r:id="rId27" action="ppaction://hlinksldjump"/>
          </p:cNvPr>
          <p:cNvSpPr/>
          <p:nvPr userDrawn="1"/>
        </p:nvSpPr>
        <p:spPr>
          <a:xfrm>
            <a:off x="5291332"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Kjøre tydelig og bestemt i bolig, tettsted og bymiljø </a:t>
            </a:r>
            <a:endParaRPr lang="nb-NO" sz="900" i="1" dirty="0">
              <a:solidFill>
                <a:schemeClr val="tx1"/>
              </a:solidFill>
            </a:endParaRPr>
          </a:p>
        </p:txBody>
      </p:sp>
      <p:sp>
        <p:nvSpPr>
          <p:cNvPr id="24" name="Parallellogram 23">
            <a:hlinkClick r:id="rId28" action="ppaction://hlinksldjump"/>
          </p:cNvPr>
          <p:cNvSpPr/>
          <p:nvPr userDrawn="1"/>
        </p:nvSpPr>
        <p:spPr>
          <a:xfrm>
            <a:off x="6533859"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nb-NO" sz="900" dirty="0">
                <a:solidFill>
                  <a:schemeClr val="tx1"/>
                </a:solidFill>
              </a:rPr>
              <a:t>Kjøre sikkert og effektivt i landevegsmiljø </a:t>
            </a:r>
          </a:p>
        </p:txBody>
      </p:sp>
      <p:sp>
        <p:nvSpPr>
          <p:cNvPr id="25" name="Parallellogram 24">
            <a:hlinkClick r:id="rId29" action="ppaction://hlinksldjump"/>
          </p:cNvPr>
          <p:cNvSpPr/>
          <p:nvPr userDrawn="1"/>
        </p:nvSpPr>
        <p:spPr>
          <a:xfrm>
            <a:off x="7786979"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Kjøre sikkert og effektivt i forbindelse med kø, i tunnel og i mørket </a:t>
            </a:r>
            <a:endParaRPr lang="nb-NO" sz="900" i="1" dirty="0">
              <a:solidFill>
                <a:schemeClr val="tx1"/>
              </a:solidFill>
            </a:endParaRPr>
          </a:p>
        </p:txBody>
      </p:sp>
      <p:sp>
        <p:nvSpPr>
          <p:cNvPr id="26" name="Parallellogram 25">
            <a:hlinkClick r:id="rId30" action="ppaction://hlinksldjump"/>
          </p:cNvPr>
          <p:cNvSpPr/>
          <p:nvPr userDrawn="1"/>
        </p:nvSpPr>
        <p:spPr>
          <a:xfrm>
            <a:off x="9029506" y="152613"/>
            <a:ext cx="1368000" cy="6840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Kjøre effektivt, behagelig, miljøvennlig og økonomisk </a:t>
            </a:r>
            <a:endParaRPr lang="nb-NO" sz="900" i="1" dirty="0">
              <a:solidFill>
                <a:schemeClr val="tx1"/>
              </a:solidFill>
            </a:endParaRPr>
          </a:p>
        </p:txBody>
      </p:sp>
      <p:sp>
        <p:nvSpPr>
          <p:cNvPr id="27" name="Parallellogram 26">
            <a:hlinkClick r:id="rId31" action="ppaction://hlinksldjump"/>
          </p:cNvPr>
          <p:cNvSpPr/>
          <p:nvPr userDrawn="1"/>
        </p:nvSpPr>
        <p:spPr>
          <a:xfrm>
            <a:off x="10282626" y="152613"/>
            <a:ext cx="936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i="0" dirty="0">
                <a:solidFill>
                  <a:schemeClr val="tx1"/>
                </a:solidFill>
              </a:rPr>
              <a:t>Trinn-vurdering</a:t>
            </a:r>
            <a:endParaRPr lang="nb-NO" sz="900" i="1" dirty="0">
              <a:solidFill>
                <a:schemeClr val="tx1"/>
              </a:solidFill>
            </a:endParaRPr>
          </a:p>
        </p:txBody>
      </p:sp>
      <p:sp>
        <p:nvSpPr>
          <p:cNvPr id="28" name="Parallellogram 27">
            <a:hlinkClick r:id="rId32" action="ppaction://hlinksldjump"/>
          </p:cNvPr>
          <p:cNvSpPr/>
          <p:nvPr userDrawn="1"/>
        </p:nvSpPr>
        <p:spPr>
          <a:xfrm>
            <a:off x="11103426" y="152613"/>
            <a:ext cx="936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SKB</a:t>
            </a:r>
            <a:endParaRPr lang="nb-NO" sz="900" i="1" dirty="0">
              <a:solidFill>
                <a:schemeClr val="tx1"/>
              </a:solidFill>
            </a:endParaRPr>
          </a:p>
        </p:txBody>
      </p:sp>
      <p:sp>
        <p:nvSpPr>
          <p:cNvPr id="29" name="Handlingsknapp: gå til Hjem 28">
            <a:hlinkClick r:id="" action="ppaction://hlinkshowjump?jump=firstslide" highlightClick="1"/>
          </p:cNvPr>
          <p:cNvSpPr/>
          <p:nvPr userDrawn="1"/>
        </p:nvSpPr>
        <p:spPr>
          <a:xfrm>
            <a:off x="2792571" y="6148372"/>
            <a:ext cx="504000" cy="517667"/>
          </a:xfrm>
          <a:prstGeom prst="actionButtonHom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0" name="Handlingsknapp: gå tilbake eller til forrige 29">
            <a:hlinkClick r:id="" action="ppaction://hlinkshowjump?jump=previousslide" highlightClick="1"/>
          </p:cNvPr>
          <p:cNvSpPr/>
          <p:nvPr userDrawn="1"/>
        </p:nvSpPr>
        <p:spPr>
          <a:xfrm>
            <a:off x="3366413" y="6148372"/>
            <a:ext cx="504000" cy="517667"/>
          </a:xfrm>
          <a:prstGeom prst="actionButtonBackPrevious">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1" name="Handlingsknapp: gå framover eller til neste 30">
            <a:hlinkClick r:id="" action="ppaction://hlinkshowjump?jump=nextslide" highlightClick="1"/>
          </p:cNvPr>
          <p:cNvSpPr/>
          <p:nvPr userDrawn="1"/>
        </p:nvSpPr>
        <p:spPr>
          <a:xfrm>
            <a:off x="3940255" y="6148372"/>
            <a:ext cx="504000" cy="517667"/>
          </a:xfrm>
          <a:prstGeom prst="actionButtonForwardNex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32" name="Bilde 31" descr="Skjermutklipp">
            <a:hlinkClick r:id="rId33"/>
          </p:cNvPr>
          <p:cNvPicPr>
            <a:picLocks noChangeAspect="1"/>
          </p:cNvPicPr>
          <p:nvPr userDrawn="1"/>
        </p:nvPicPr>
        <p:blipFill>
          <a:blip r:embed="rId34">
            <a:extLst>
              <a:ext uri="{28A0092B-C50C-407E-A947-70E740481C1C}">
                <a14:useLocalDpi xmlns:a14="http://schemas.microsoft.com/office/drawing/2010/main" val="0"/>
              </a:ext>
            </a:extLst>
          </a:blip>
          <a:stretch>
            <a:fillRect/>
          </a:stretch>
        </p:blipFill>
        <p:spPr>
          <a:xfrm>
            <a:off x="4584245" y="6148372"/>
            <a:ext cx="398655" cy="504000"/>
          </a:xfrm>
          <a:prstGeom prst="rect">
            <a:avLst/>
          </a:prstGeom>
        </p:spPr>
      </p:pic>
      <p:pic>
        <p:nvPicPr>
          <p:cNvPr id="33" name="Bilde 32">
            <a:hlinkClick r:id="rId35"/>
          </p:cNvPr>
          <p:cNvPicPr>
            <a:picLocks noChangeAspect="1"/>
          </p:cNvPicPr>
          <p:nvPr userDrawn="1"/>
        </p:nvPicPr>
        <p:blipFill>
          <a:blip r:embed="rId36">
            <a:extLst>
              <a:ext uri="{28A0092B-C50C-407E-A947-70E740481C1C}">
                <a14:useLocalDpi xmlns:a14="http://schemas.microsoft.com/office/drawing/2010/main" val="0"/>
              </a:ext>
            </a:extLst>
          </a:blip>
          <a:stretch>
            <a:fillRect/>
          </a:stretch>
        </p:blipFill>
        <p:spPr>
          <a:xfrm>
            <a:off x="2135560" y="6147796"/>
            <a:ext cx="528384" cy="528384"/>
          </a:xfrm>
          <a:prstGeom prst="rect">
            <a:avLst/>
          </a:prstGeom>
        </p:spPr>
      </p:pic>
    </p:spTree>
    <p:extLst>
      <p:ext uri="{BB962C8B-B14F-4D97-AF65-F5344CB8AC3E}">
        <p14:creationId xmlns:p14="http://schemas.microsoft.com/office/powerpoint/2010/main" val="820559059"/>
      </p:ext>
    </p:extLst>
  </p:cSld>
  <p:clrMap bg1="lt1" tx1="dk1" bg2="lt2" tx2="dk2" accent1="accent1" accent2="accent2" accent3="accent3" accent4="accent4" accent5="accent5" accent6="accent6" hlink="hlink" folHlink="folHlink"/>
  <p:sldLayoutIdLst>
    <p:sldLayoutId id="2147486260" r:id="rId1"/>
    <p:sldLayoutId id="2147486261" r:id="rId2"/>
    <p:sldLayoutId id="2147486262" r:id="rId3"/>
    <p:sldLayoutId id="2147486263" r:id="rId4"/>
    <p:sldLayoutId id="2147486264" r:id="rId5"/>
    <p:sldLayoutId id="2147486265" r:id="rId6"/>
    <p:sldLayoutId id="2147486266" r:id="rId7"/>
    <p:sldLayoutId id="2147486267" r:id="rId8"/>
    <p:sldLayoutId id="2147486268" r:id="rId9"/>
    <p:sldLayoutId id="2147486269" r:id="rId10"/>
    <p:sldLayoutId id="2147486270" r:id="rId11"/>
    <p:sldLayoutId id="2147486271" r:id="rId12"/>
    <p:sldLayoutId id="2147486272" r:id="rId13"/>
    <p:sldLayoutId id="2147486273" r:id="rId14"/>
    <p:sldLayoutId id="2147486274" r:id="rId15"/>
    <p:sldLayoutId id="2147486275" r:id="rId16"/>
    <p:sldLayoutId id="2147486276" r:id="rId17"/>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ittel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b-NO"/>
              <a:t>Klikk for å redigere tittelstil</a:t>
            </a:r>
          </a:p>
        </p:txBody>
      </p:sp>
      <p:sp>
        <p:nvSpPr>
          <p:cNvPr id="3" name="Plassholder for teks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B0F32C-937C-46CE-ADA3-B55E64144CD3}" type="datetime1">
              <a:rPr lang="nb-NO" smtClean="0"/>
              <a:t>27.08.2024</a:t>
            </a:fld>
            <a:endParaRPr lang="nb-NO"/>
          </a:p>
        </p:txBody>
      </p:sp>
      <p:sp>
        <p:nvSpPr>
          <p:cNvPr id="5" name="Plassholder for bunntekst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nb-NO"/>
              <a:t>Control Trafikkskole</a:t>
            </a:r>
          </a:p>
        </p:txBody>
      </p:sp>
      <p:sp>
        <p:nvSpPr>
          <p:cNvPr id="6" name="Plassholder for lysbildenumm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EBBCFE-599B-47F9-B84D-4259C5E2055D}" type="slidenum">
              <a:rPr lang="nb-NO" smtClean="0"/>
              <a:t>‹#›</a:t>
            </a:fld>
            <a:endParaRPr lang="nb-NO"/>
          </a:p>
        </p:txBody>
      </p:sp>
      <p:sp>
        <p:nvSpPr>
          <p:cNvPr id="7" name="Rektangel 6"/>
          <p:cNvSpPr/>
          <p:nvPr userDrawn="1"/>
        </p:nvSpPr>
        <p:spPr>
          <a:xfrm>
            <a:off x="353025" y="2230305"/>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S</a:t>
            </a:r>
          </a:p>
        </p:txBody>
      </p:sp>
      <p:sp>
        <p:nvSpPr>
          <p:cNvPr id="8" name="Rektangel 7"/>
          <p:cNvSpPr/>
          <p:nvPr userDrawn="1"/>
        </p:nvSpPr>
        <p:spPr>
          <a:xfrm>
            <a:off x="262178" y="283839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O</a:t>
            </a:r>
          </a:p>
        </p:txBody>
      </p:sp>
      <p:sp>
        <p:nvSpPr>
          <p:cNvPr id="9" name="Rektangel 8"/>
          <p:cNvSpPr/>
          <p:nvPr userDrawn="1"/>
        </p:nvSpPr>
        <p:spPr>
          <a:xfrm>
            <a:off x="170143" y="3446489"/>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A</a:t>
            </a:r>
          </a:p>
        </p:txBody>
      </p:sp>
      <p:sp>
        <p:nvSpPr>
          <p:cNvPr id="10" name="Parallellogram 9">
            <a:hlinkClick r:id="rId19" action="ppaction://hlinksldjump"/>
          </p:cNvPr>
          <p:cNvSpPr/>
          <p:nvPr userDrawn="1"/>
        </p:nvSpPr>
        <p:spPr>
          <a:xfrm>
            <a:off x="5367340"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1</a:t>
            </a:r>
          </a:p>
        </p:txBody>
      </p:sp>
      <p:sp>
        <p:nvSpPr>
          <p:cNvPr id="11" name="Parallellogram 10">
            <a:hlinkClick r:id="rId20" action="ppaction://hlinksldjump"/>
          </p:cNvPr>
          <p:cNvSpPr/>
          <p:nvPr userDrawn="1"/>
        </p:nvSpPr>
        <p:spPr>
          <a:xfrm>
            <a:off x="6877153"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2</a:t>
            </a:r>
          </a:p>
        </p:txBody>
      </p:sp>
      <p:sp>
        <p:nvSpPr>
          <p:cNvPr id="12" name="Parallellogram 11">
            <a:hlinkClick r:id="rId21" action="ppaction://hlinksldjump"/>
          </p:cNvPr>
          <p:cNvSpPr/>
          <p:nvPr userDrawn="1"/>
        </p:nvSpPr>
        <p:spPr>
          <a:xfrm>
            <a:off x="8387714" y="6148372"/>
            <a:ext cx="1511308" cy="518400"/>
          </a:xfrm>
          <a:prstGeom prst="parallelogram">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3</a:t>
            </a:r>
          </a:p>
        </p:txBody>
      </p:sp>
      <p:sp>
        <p:nvSpPr>
          <p:cNvPr id="13" name="Parallellogram 12">
            <a:hlinkClick r:id="rId22" action="ppaction://hlinksldjump"/>
          </p:cNvPr>
          <p:cNvSpPr/>
          <p:nvPr userDrawn="1"/>
        </p:nvSpPr>
        <p:spPr>
          <a:xfrm>
            <a:off x="989827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4</a:t>
            </a:r>
          </a:p>
        </p:txBody>
      </p:sp>
      <p:sp>
        <p:nvSpPr>
          <p:cNvPr id="14" name="Rektangel 13"/>
          <p:cNvSpPr/>
          <p:nvPr userDrawn="1"/>
        </p:nvSpPr>
        <p:spPr>
          <a:xfrm>
            <a:off x="48893" y="406347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H</a:t>
            </a:r>
          </a:p>
        </p:txBody>
      </p:sp>
      <p:sp>
        <p:nvSpPr>
          <p:cNvPr id="19" name="Parallellogram 18">
            <a:hlinkClick r:id="rId23" action="ppaction://hlinksldjump"/>
          </p:cNvPr>
          <p:cNvSpPr/>
          <p:nvPr userDrawn="1"/>
        </p:nvSpPr>
        <p:spPr>
          <a:xfrm>
            <a:off x="300038"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Trafikksystemet, trafikantgrupper og interesse-motsetninger</a:t>
            </a:r>
            <a:endParaRPr lang="nb-NO" sz="900" i="1" dirty="0">
              <a:solidFill>
                <a:schemeClr val="tx1"/>
              </a:solidFill>
            </a:endParaRPr>
          </a:p>
        </p:txBody>
      </p:sp>
      <p:sp>
        <p:nvSpPr>
          <p:cNvPr id="20" name="Parallellogram 19">
            <a:hlinkClick r:id="rId24" action="ppaction://hlinksldjump"/>
          </p:cNvPr>
          <p:cNvSpPr/>
          <p:nvPr userDrawn="1"/>
        </p:nvSpPr>
        <p:spPr>
          <a:xfrm>
            <a:off x="1542565"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Veg, vegoppmerking, skilt og annen trafikkregulering </a:t>
            </a:r>
            <a:endParaRPr lang="nb-NO" sz="900" i="1" dirty="0">
              <a:solidFill>
                <a:schemeClr val="tx1"/>
              </a:solidFill>
            </a:endParaRPr>
          </a:p>
        </p:txBody>
      </p:sp>
      <p:sp>
        <p:nvSpPr>
          <p:cNvPr id="21" name="Parallellogram 20">
            <a:hlinkClick r:id="rId25" action="ppaction://hlinksldjump"/>
          </p:cNvPr>
          <p:cNvSpPr/>
          <p:nvPr userDrawn="1"/>
        </p:nvSpPr>
        <p:spPr>
          <a:xfrm>
            <a:off x="2795685"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Atferd i trafikken i ulike vegmiljø</a:t>
            </a:r>
            <a:endParaRPr lang="nb-NO" sz="900" i="1" dirty="0">
              <a:solidFill>
                <a:schemeClr val="tx1"/>
              </a:solidFill>
            </a:endParaRPr>
          </a:p>
        </p:txBody>
      </p:sp>
      <p:sp>
        <p:nvSpPr>
          <p:cNvPr id="22" name="Parallellogram 21">
            <a:hlinkClick r:id="rId26" action="ppaction://hlinksldjump"/>
          </p:cNvPr>
          <p:cNvSpPr/>
          <p:nvPr userDrawn="1"/>
        </p:nvSpPr>
        <p:spPr>
          <a:xfrm>
            <a:off x="4038212"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Systematisk og automatisert informasjons-innhenting </a:t>
            </a:r>
            <a:endParaRPr lang="nb-NO" sz="900" i="1" dirty="0">
              <a:solidFill>
                <a:schemeClr val="tx1"/>
              </a:solidFill>
            </a:endParaRPr>
          </a:p>
        </p:txBody>
      </p:sp>
      <p:sp>
        <p:nvSpPr>
          <p:cNvPr id="23" name="Parallellogram 22">
            <a:hlinkClick r:id="rId27" action="ppaction://hlinksldjump"/>
          </p:cNvPr>
          <p:cNvSpPr/>
          <p:nvPr userDrawn="1"/>
        </p:nvSpPr>
        <p:spPr>
          <a:xfrm>
            <a:off x="5291332"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Kjøre tydelig og bestemt i bolig, tettsted og bymiljø </a:t>
            </a:r>
            <a:endParaRPr lang="nb-NO" sz="900" i="1" dirty="0">
              <a:solidFill>
                <a:schemeClr val="tx1"/>
              </a:solidFill>
            </a:endParaRPr>
          </a:p>
        </p:txBody>
      </p:sp>
      <p:sp>
        <p:nvSpPr>
          <p:cNvPr id="24" name="Parallellogram 23">
            <a:hlinkClick r:id="rId28" action="ppaction://hlinksldjump"/>
          </p:cNvPr>
          <p:cNvSpPr/>
          <p:nvPr userDrawn="1"/>
        </p:nvSpPr>
        <p:spPr>
          <a:xfrm>
            <a:off x="6533859"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nb-NO" sz="900" dirty="0">
                <a:solidFill>
                  <a:schemeClr val="tx1"/>
                </a:solidFill>
              </a:rPr>
              <a:t>Kjøre sikkert og effektivt i landevegsmiljø </a:t>
            </a:r>
          </a:p>
        </p:txBody>
      </p:sp>
      <p:sp>
        <p:nvSpPr>
          <p:cNvPr id="25" name="Parallellogram 24">
            <a:hlinkClick r:id="rId29" action="ppaction://hlinksldjump"/>
          </p:cNvPr>
          <p:cNvSpPr/>
          <p:nvPr userDrawn="1"/>
        </p:nvSpPr>
        <p:spPr>
          <a:xfrm>
            <a:off x="7786979"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Kjøre sikkert og effektivt i forbindelse med kø, i tunnel og i mørket </a:t>
            </a:r>
            <a:endParaRPr lang="nb-NO" sz="900" i="1" dirty="0">
              <a:solidFill>
                <a:schemeClr val="tx1"/>
              </a:solidFill>
            </a:endParaRPr>
          </a:p>
        </p:txBody>
      </p:sp>
      <p:sp>
        <p:nvSpPr>
          <p:cNvPr id="26" name="Parallellogram 25">
            <a:hlinkClick r:id="rId30" action="ppaction://hlinksldjump"/>
          </p:cNvPr>
          <p:cNvSpPr/>
          <p:nvPr userDrawn="1"/>
        </p:nvSpPr>
        <p:spPr>
          <a:xfrm>
            <a:off x="9029506"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Kjøre effektivt, behagelig, miljøvennlig og økonomisk </a:t>
            </a:r>
            <a:endParaRPr lang="nb-NO" sz="900" i="1" dirty="0">
              <a:solidFill>
                <a:schemeClr val="tx1"/>
              </a:solidFill>
            </a:endParaRPr>
          </a:p>
        </p:txBody>
      </p:sp>
      <p:sp>
        <p:nvSpPr>
          <p:cNvPr id="27" name="Parallellogram 26">
            <a:hlinkClick r:id="rId31" action="ppaction://hlinksldjump"/>
          </p:cNvPr>
          <p:cNvSpPr/>
          <p:nvPr userDrawn="1"/>
        </p:nvSpPr>
        <p:spPr>
          <a:xfrm>
            <a:off x="10282626" y="152613"/>
            <a:ext cx="936000" cy="6840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i="0" dirty="0">
                <a:solidFill>
                  <a:schemeClr val="tx1"/>
                </a:solidFill>
              </a:rPr>
              <a:t>Trinn-vurdering</a:t>
            </a:r>
            <a:endParaRPr lang="nb-NO" sz="900" i="1" dirty="0">
              <a:solidFill>
                <a:schemeClr val="tx1"/>
              </a:solidFill>
            </a:endParaRPr>
          </a:p>
        </p:txBody>
      </p:sp>
      <p:sp>
        <p:nvSpPr>
          <p:cNvPr id="28" name="Parallellogram 27">
            <a:hlinkClick r:id="rId32" action="ppaction://hlinksldjump"/>
          </p:cNvPr>
          <p:cNvSpPr/>
          <p:nvPr userDrawn="1"/>
        </p:nvSpPr>
        <p:spPr>
          <a:xfrm>
            <a:off x="11103426" y="152613"/>
            <a:ext cx="936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SKB</a:t>
            </a:r>
            <a:endParaRPr lang="nb-NO" sz="900" i="1" dirty="0">
              <a:solidFill>
                <a:schemeClr val="tx1"/>
              </a:solidFill>
            </a:endParaRPr>
          </a:p>
        </p:txBody>
      </p:sp>
      <p:sp>
        <p:nvSpPr>
          <p:cNvPr id="29" name="Handlingsknapp: gå til Hjem 28">
            <a:hlinkClick r:id="" action="ppaction://hlinkshowjump?jump=firstslide" highlightClick="1"/>
          </p:cNvPr>
          <p:cNvSpPr/>
          <p:nvPr userDrawn="1"/>
        </p:nvSpPr>
        <p:spPr>
          <a:xfrm>
            <a:off x="2792571" y="6148372"/>
            <a:ext cx="504000" cy="517667"/>
          </a:xfrm>
          <a:prstGeom prst="actionButtonHom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0" name="Handlingsknapp: gå tilbake eller til forrige 29">
            <a:hlinkClick r:id="" action="ppaction://hlinkshowjump?jump=previousslide" highlightClick="1"/>
          </p:cNvPr>
          <p:cNvSpPr/>
          <p:nvPr userDrawn="1"/>
        </p:nvSpPr>
        <p:spPr>
          <a:xfrm>
            <a:off x="3366413" y="6148372"/>
            <a:ext cx="504000" cy="517667"/>
          </a:xfrm>
          <a:prstGeom prst="actionButtonBackPrevious">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1" name="Handlingsknapp: gå framover eller til neste 30">
            <a:hlinkClick r:id="" action="ppaction://hlinkshowjump?jump=nextslide" highlightClick="1"/>
          </p:cNvPr>
          <p:cNvSpPr/>
          <p:nvPr userDrawn="1"/>
        </p:nvSpPr>
        <p:spPr>
          <a:xfrm>
            <a:off x="3940255" y="6148372"/>
            <a:ext cx="504000" cy="517667"/>
          </a:xfrm>
          <a:prstGeom prst="actionButtonForwardNex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32" name="Bilde 31" descr="Skjermutklipp">
            <a:hlinkClick r:id="rId33"/>
          </p:cNvPr>
          <p:cNvPicPr>
            <a:picLocks noChangeAspect="1"/>
          </p:cNvPicPr>
          <p:nvPr userDrawn="1"/>
        </p:nvPicPr>
        <p:blipFill>
          <a:blip r:embed="rId34">
            <a:extLst>
              <a:ext uri="{28A0092B-C50C-407E-A947-70E740481C1C}">
                <a14:useLocalDpi xmlns:a14="http://schemas.microsoft.com/office/drawing/2010/main" val="0"/>
              </a:ext>
            </a:extLst>
          </a:blip>
          <a:stretch>
            <a:fillRect/>
          </a:stretch>
        </p:blipFill>
        <p:spPr>
          <a:xfrm>
            <a:off x="4584245" y="6148372"/>
            <a:ext cx="398655" cy="504000"/>
          </a:xfrm>
          <a:prstGeom prst="rect">
            <a:avLst/>
          </a:prstGeom>
        </p:spPr>
      </p:pic>
      <p:pic>
        <p:nvPicPr>
          <p:cNvPr id="33" name="Bilde 32">
            <a:hlinkClick r:id="rId35"/>
          </p:cNvPr>
          <p:cNvPicPr>
            <a:picLocks noChangeAspect="1"/>
          </p:cNvPicPr>
          <p:nvPr userDrawn="1"/>
        </p:nvPicPr>
        <p:blipFill>
          <a:blip r:embed="rId36">
            <a:extLst>
              <a:ext uri="{28A0092B-C50C-407E-A947-70E740481C1C}">
                <a14:useLocalDpi xmlns:a14="http://schemas.microsoft.com/office/drawing/2010/main" val="0"/>
              </a:ext>
            </a:extLst>
          </a:blip>
          <a:stretch>
            <a:fillRect/>
          </a:stretch>
        </p:blipFill>
        <p:spPr>
          <a:xfrm>
            <a:off x="2135560" y="6147796"/>
            <a:ext cx="528384" cy="528384"/>
          </a:xfrm>
          <a:prstGeom prst="rect">
            <a:avLst/>
          </a:prstGeom>
        </p:spPr>
      </p:pic>
    </p:spTree>
    <p:extLst>
      <p:ext uri="{BB962C8B-B14F-4D97-AF65-F5344CB8AC3E}">
        <p14:creationId xmlns:p14="http://schemas.microsoft.com/office/powerpoint/2010/main" val="1721956154"/>
      </p:ext>
    </p:extLst>
  </p:cSld>
  <p:clrMap bg1="lt1" tx1="dk1" bg2="lt2" tx2="dk2" accent1="accent1" accent2="accent2" accent3="accent3" accent4="accent4" accent5="accent5" accent6="accent6" hlink="hlink" folHlink="folHlink"/>
  <p:sldLayoutIdLst>
    <p:sldLayoutId id="2147486278" r:id="rId1"/>
    <p:sldLayoutId id="2147486279" r:id="rId2"/>
    <p:sldLayoutId id="2147486280" r:id="rId3"/>
    <p:sldLayoutId id="2147486281" r:id="rId4"/>
    <p:sldLayoutId id="2147486282" r:id="rId5"/>
    <p:sldLayoutId id="2147486283" r:id="rId6"/>
    <p:sldLayoutId id="2147486284" r:id="rId7"/>
    <p:sldLayoutId id="2147486285" r:id="rId8"/>
    <p:sldLayoutId id="2147486286" r:id="rId9"/>
    <p:sldLayoutId id="2147486287" r:id="rId10"/>
    <p:sldLayoutId id="2147486288" r:id="rId11"/>
    <p:sldLayoutId id="2147486289" r:id="rId12"/>
    <p:sldLayoutId id="2147486290" r:id="rId13"/>
    <p:sldLayoutId id="2147486291" r:id="rId14"/>
    <p:sldLayoutId id="2147486292" r:id="rId15"/>
    <p:sldLayoutId id="2147486293" r:id="rId16"/>
    <p:sldLayoutId id="2147486294" r:id="rId17"/>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ittel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b-NO"/>
              <a:t>Klikk for å redigere tittelstil</a:t>
            </a:r>
          </a:p>
        </p:txBody>
      </p:sp>
      <p:sp>
        <p:nvSpPr>
          <p:cNvPr id="3" name="Plassholder for teks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085ACC8-7051-4357-8DCC-7EAEC5D06890}" type="datetime1">
              <a:rPr lang="nb-NO" smtClean="0"/>
              <a:t>27.08.2024</a:t>
            </a:fld>
            <a:endParaRPr lang="nb-NO"/>
          </a:p>
        </p:txBody>
      </p:sp>
      <p:sp>
        <p:nvSpPr>
          <p:cNvPr id="5" name="Plassholder for bunntekst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nb-NO"/>
              <a:t>Control Trafikkskole</a:t>
            </a:r>
          </a:p>
        </p:txBody>
      </p:sp>
      <p:sp>
        <p:nvSpPr>
          <p:cNvPr id="6" name="Plassholder for lysbildenumm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EBBCFE-599B-47F9-B84D-4259C5E2055D}" type="slidenum">
              <a:rPr lang="nb-NO" smtClean="0"/>
              <a:t>‹#›</a:t>
            </a:fld>
            <a:endParaRPr lang="nb-NO"/>
          </a:p>
        </p:txBody>
      </p:sp>
      <p:sp>
        <p:nvSpPr>
          <p:cNvPr id="7" name="Rektangel 6"/>
          <p:cNvSpPr/>
          <p:nvPr userDrawn="1"/>
        </p:nvSpPr>
        <p:spPr>
          <a:xfrm>
            <a:off x="353025" y="2230305"/>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S</a:t>
            </a:r>
          </a:p>
        </p:txBody>
      </p:sp>
      <p:sp>
        <p:nvSpPr>
          <p:cNvPr id="8" name="Rektangel 7"/>
          <p:cNvSpPr/>
          <p:nvPr userDrawn="1"/>
        </p:nvSpPr>
        <p:spPr>
          <a:xfrm>
            <a:off x="262178" y="283839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O</a:t>
            </a:r>
          </a:p>
        </p:txBody>
      </p:sp>
      <p:sp>
        <p:nvSpPr>
          <p:cNvPr id="9" name="Rektangel 8"/>
          <p:cNvSpPr/>
          <p:nvPr userDrawn="1"/>
        </p:nvSpPr>
        <p:spPr>
          <a:xfrm>
            <a:off x="170143" y="3446489"/>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A</a:t>
            </a:r>
          </a:p>
        </p:txBody>
      </p:sp>
      <p:sp>
        <p:nvSpPr>
          <p:cNvPr id="10" name="Parallellogram 9">
            <a:hlinkClick r:id="rId19" action="ppaction://hlinksldjump"/>
          </p:cNvPr>
          <p:cNvSpPr/>
          <p:nvPr userDrawn="1"/>
        </p:nvSpPr>
        <p:spPr>
          <a:xfrm>
            <a:off x="5367340"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1</a:t>
            </a:r>
          </a:p>
        </p:txBody>
      </p:sp>
      <p:sp>
        <p:nvSpPr>
          <p:cNvPr id="11" name="Parallellogram 10">
            <a:hlinkClick r:id="rId20" action="ppaction://hlinksldjump"/>
          </p:cNvPr>
          <p:cNvSpPr/>
          <p:nvPr userDrawn="1"/>
        </p:nvSpPr>
        <p:spPr>
          <a:xfrm>
            <a:off x="6877153"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2</a:t>
            </a:r>
          </a:p>
        </p:txBody>
      </p:sp>
      <p:sp>
        <p:nvSpPr>
          <p:cNvPr id="12" name="Parallellogram 11">
            <a:hlinkClick r:id="rId21" action="ppaction://hlinksldjump"/>
          </p:cNvPr>
          <p:cNvSpPr/>
          <p:nvPr userDrawn="1"/>
        </p:nvSpPr>
        <p:spPr>
          <a:xfrm>
            <a:off x="8387714" y="6148372"/>
            <a:ext cx="1511308" cy="518400"/>
          </a:xfrm>
          <a:prstGeom prst="parallelogram">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3</a:t>
            </a:r>
          </a:p>
        </p:txBody>
      </p:sp>
      <p:sp>
        <p:nvSpPr>
          <p:cNvPr id="13" name="Parallellogram 12">
            <a:hlinkClick r:id="rId22" action="ppaction://hlinksldjump"/>
          </p:cNvPr>
          <p:cNvSpPr/>
          <p:nvPr userDrawn="1"/>
        </p:nvSpPr>
        <p:spPr>
          <a:xfrm>
            <a:off x="989827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4</a:t>
            </a:r>
          </a:p>
        </p:txBody>
      </p:sp>
      <p:sp>
        <p:nvSpPr>
          <p:cNvPr id="14" name="Rektangel 13"/>
          <p:cNvSpPr/>
          <p:nvPr userDrawn="1"/>
        </p:nvSpPr>
        <p:spPr>
          <a:xfrm>
            <a:off x="48893" y="406347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H</a:t>
            </a:r>
          </a:p>
        </p:txBody>
      </p:sp>
      <p:sp>
        <p:nvSpPr>
          <p:cNvPr id="19" name="Parallellogram 18">
            <a:hlinkClick r:id="rId23" action="ppaction://hlinksldjump"/>
          </p:cNvPr>
          <p:cNvSpPr/>
          <p:nvPr userDrawn="1"/>
        </p:nvSpPr>
        <p:spPr>
          <a:xfrm>
            <a:off x="300038"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Trafikksystemet, trafikantgrupper og interesse-motsetninger</a:t>
            </a:r>
            <a:endParaRPr lang="nb-NO" sz="900" i="1" dirty="0">
              <a:solidFill>
                <a:schemeClr val="tx1"/>
              </a:solidFill>
            </a:endParaRPr>
          </a:p>
        </p:txBody>
      </p:sp>
      <p:sp>
        <p:nvSpPr>
          <p:cNvPr id="20" name="Parallellogram 19">
            <a:hlinkClick r:id="rId24" action="ppaction://hlinksldjump"/>
          </p:cNvPr>
          <p:cNvSpPr/>
          <p:nvPr userDrawn="1"/>
        </p:nvSpPr>
        <p:spPr>
          <a:xfrm>
            <a:off x="1542565"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Veg, vegoppmerking, skilt og annen trafikkregulering </a:t>
            </a:r>
            <a:endParaRPr lang="nb-NO" sz="900" i="1" dirty="0">
              <a:solidFill>
                <a:schemeClr val="tx1"/>
              </a:solidFill>
            </a:endParaRPr>
          </a:p>
        </p:txBody>
      </p:sp>
      <p:sp>
        <p:nvSpPr>
          <p:cNvPr id="21" name="Parallellogram 20">
            <a:hlinkClick r:id="rId25" action="ppaction://hlinksldjump"/>
          </p:cNvPr>
          <p:cNvSpPr/>
          <p:nvPr userDrawn="1"/>
        </p:nvSpPr>
        <p:spPr>
          <a:xfrm>
            <a:off x="2795685"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Atferd i trafikken i ulike vegmiljø</a:t>
            </a:r>
            <a:endParaRPr lang="nb-NO" sz="900" i="1" dirty="0">
              <a:solidFill>
                <a:schemeClr val="tx1"/>
              </a:solidFill>
            </a:endParaRPr>
          </a:p>
        </p:txBody>
      </p:sp>
      <p:sp>
        <p:nvSpPr>
          <p:cNvPr id="22" name="Parallellogram 21">
            <a:hlinkClick r:id="rId26" action="ppaction://hlinksldjump"/>
          </p:cNvPr>
          <p:cNvSpPr/>
          <p:nvPr userDrawn="1"/>
        </p:nvSpPr>
        <p:spPr>
          <a:xfrm>
            <a:off x="4038212"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Systematisk og automatisert informasjons-innhenting </a:t>
            </a:r>
            <a:endParaRPr lang="nb-NO" sz="900" i="1" dirty="0">
              <a:solidFill>
                <a:schemeClr val="tx1"/>
              </a:solidFill>
            </a:endParaRPr>
          </a:p>
        </p:txBody>
      </p:sp>
      <p:sp>
        <p:nvSpPr>
          <p:cNvPr id="23" name="Parallellogram 22">
            <a:hlinkClick r:id="rId27" action="ppaction://hlinksldjump"/>
          </p:cNvPr>
          <p:cNvSpPr/>
          <p:nvPr userDrawn="1"/>
        </p:nvSpPr>
        <p:spPr>
          <a:xfrm>
            <a:off x="5291332"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Kjøre tydelig og bestemt i bolig, tettsted og bymiljø </a:t>
            </a:r>
            <a:endParaRPr lang="nb-NO" sz="900" i="1" dirty="0">
              <a:solidFill>
                <a:schemeClr val="tx1"/>
              </a:solidFill>
            </a:endParaRPr>
          </a:p>
        </p:txBody>
      </p:sp>
      <p:sp>
        <p:nvSpPr>
          <p:cNvPr id="24" name="Parallellogram 23">
            <a:hlinkClick r:id="rId28" action="ppaction://hlinksldjump"/>
          </p:cNvPr>
          <p:cNvSpPr/>
          <p:nvPr userDrawn="1"/>
        </p:nvSpPr>
        <p:spPr>
          <a:xfrm>
            <a:off x="6533859"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nb-NO" sz="900" dirty="0">
                <a:solidFill>
                  <a:schemeClr val="tx1"/>
                </a:solidFill>
              </a:rPr>
              <a:t>Kjøre sikkert og effektivt i landevegsmiljø </a:t>
            </a:r>
          </a:p>
        </p:txBody>
      </p:sp>
      <p:sp>
        <p:nvSpPr>
          <p:cNvPr id="25" name="Parallellogram 24">
            <a:hlinkClick r:id="rId29" action="ppaction://hlinksldjump"/>
          </p:cNvPr>
          <p:cNvSpPr/>
          <p:nvPr userDrawn="1"/>
        </p:nvSpPr>
        <p:spPr>
          <a:xfrm>
            <a:off x="7786979"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Kjøre sikkert og effektivt i forbindelse med kø, i tunnel og i mørket </a:t>
            </a:r>
            <a:endParaRPr lang="nb-NO" sz="900" i="1" dirty="0">
              <a:solidFill>
                <a:schemeClr val="tx1"/>
              </a:solidFill>
            </a:endParaRPr>
          </a:p>
        </p:txBody>
      </p:sp>
      <p:sp>
        <p:nvSpPr>
          <p:cNvPr id="26" name="Parallellogram 25">
            <a:hlinkClick r:id="rId30" action="ppaction://hlinksldjump"/>
          </p:cNvPr>
          <p:cNvSpPr/>
          <p:nvPr userDrawn="1"/>
        </p:nvSpPr>
        <p:spPr>
          <a:xfrm>
            <a:off x="9029506"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Kjøre effektivt, behagelig, miljøvennlig og økonomisk </a:t>
            </a:r>
            <a:endParaRPr lang="nb-NO" sz="900" i="1" dirty="0">
              <a:solidFill>
                <a:schemeClr val="tx1"/>
              </a:solidFill>
            </a:endParaRPr>
          </a:p>
        </p:txBody>
      </p:sp>
      <p:sp>
        <p:nvSpPr>
          <p:cNvPr id="27" name="Parallellogram 26">
            <a:hlinkClick r:id="rId31" action="ppaction://hlinksldjump"/>
          </p:cNvPr>
          <p:cNvSpPr/>
          <p:nvPr userDrawn="1"/>
        </p:nvSpPr>
        <p:spPr>
          <a:xfrm>
            <a:off x="10282626" y="152613"/>
            <a:ext cx="936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i="0" dirty="0">
                <a:solidFill>
                  <a:schemeClr val="tx1"/>
                </a:solidFill>
              </a:rPr>
              <a:t>Trinn-vurdering</a:t>
            </a:r>
            <a:endParaRPr lang="nb-NO" sz="900" i="1" dirty="0">
              <a:solidFill>
                <a:schemeClr val="tx1"/>
              </a:solidFill>
            </a:endParaRPr>
          </a:p>
        </p:txBody>
      </p:sp>
      <p:sp>
        <p:nvSpPr>
          <p:cNvPr id="28" name="Parallellogram 27">
            <a:hlinkClick r:id="rId32" action="ppaction://hlinksldjump"/>
          </p:cNvPr>
          <p:cNvSpPr/>
          <p:nvPr userDrawn="1"/>
        </p:nvSpPr>
        <p:spPr>
          <a:xfrm>
            <a:off x="11103426" y="152613"/>
            <a:ext cx="936000" cy="6840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SKB</a:t>
            </a:r>
            <a:endParaRPr lang="nb-NO" sz="900" i="1" dirty="0">
              <a:solidFill>
                <a:schemeClr val="tx1"/>
              </a:solidFill>
            </a:endParaRPr>
          </a:p>
        </p:txBody>
      </p:sp>
      <p:sp>
        <p:nvSpPr>
          <p:cNvPr id="29" name="Handlingsknapp: gå til Hjem 28">
            <a:hlinkClick r:id="" action="ppaction://hlinkshowjump?jump=firstslide" highlightClick="1"/>
          </p:cNvPr>
          <p:cNvSpPr/>
          <p:nvPr userDrawn="1"/>
        </p:nvSpPr>
        <p:spPr>
          <a:xfrm>
            <a:off x="2792571" y="6148372"/>
            <a:ext cx="504000" cy="517667"/>
          </a:xfrm>
          <a:prstGeom prst="actionButtonHom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0" name="Handlingsknapp: gå tilbake eller til forrige 29">
            <a:hlinkClick r:id="" action="ppaction://hlinkshowjump?jump=previousslide" highlightClick="1"/>
          </p:cNvPr>
          <p:cNvSpPr/>
          <p:nvPr userDrawn="1"/>
        </p:nvSpPr>
        <p:spPr>
          <a:xfrm>
            <a:off x="3366413" y="6148372"/>
            <a:ext cx="504000" cy="517667"/>
          </a:xfrm>
          <a:prstGeom prst="actionButtonBackPrevious">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1" name="Handlingsknapp: gå framover eller til neste 30">
            <a:hlinkClick r:id="" action="ppaction://hlinkshowjump?jump=nextslide" highlightClick="1"/>
          </p:cNvPr>
          <p:cNvSpPr/>
          <p:nvPr userDrawn="1"/>
        </p:nvSpPr>
        <p:spPr>
          <a:xfrm>
            <a:off x="3940255" y="6148372"/>
            <a:ext cx="504000" cy="517667"/>
          </a:xfrm>
          <a:prstGeom prst="actionButtonForwardNex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32" name="Bilde 31" descr="Skjermutklipp">
            <a:hlinkClick r:id="rId33"/>
          </p:cNvPr>
          <p:cNvPicPr>
            <a:picLocks noChangeAspect="1"/>
          </p:cNvPicPr>
          <p:nvPr userDrawn="1"/>
        </p:nvPicPr>
        <p:blipFill>
          <a:blip r:embed="rId34">
            <a:extLst>
              <a:ext uri="{28A0092B-C50C-407E-A947-70E740481C1C}">
                <a14:useLocalDpi xmlns:a14="http://schemas.microsoft.com/office/drawing/2010/main" val="0"/>
              </a:ext>
            </a:extLst>
          </a:blip>
          <a:stretch>
            <a:fillRect/>
          </a:stretch>
        </p:blipFill>
        <p:spPr>
          <a:xfrm>
            <a:off x="4584245" y="6148372"/>
            <a:ext cx="398655" cy="504000"/>
          </a:xfrm>
          <a:prstGeom prst="rect">
            <a:avLst/>
          </a:prstGeom>
        </p:spPr>
      </p:pic>
      <p:pic>
        <p:nvPicPr>
          <p:cNvPr id="33" name="Bilde 32">
            <a:hlinkClick r:id="rId35"/>
          </p:cNvPr>
          <p:cNvPicPr>
            <a:picLocks noChangeAspect="1"/>
          </p:cNvPicPr>
          <p:nvPr userDrawn="1"/>
        </p:nvPicPr>
        <p:blipFill>
          <a:blip r:embed="rId36">
            <a:extLst>
              <a:ext uri="{28A0092B-C50C-407E-A947-70E740481C1C}">
                <a14:useLocalDpi xmlns:a14="http://schemas.microsoft.com/office/drawing/2010/main" val="0"/>
              </a:ext>
            </a:extLst>
          </a:blip>
          <a:stretch>
            <a:fillRect/>
          </a:stretch>
        </p:blipFill>
        <p:spPr>
          <a:xfrm>
            <a:off x="2135560" y="6147796"/>
            <a:ext cx="528384" cy="528384"/>
          </a:xfrm>
          <a:prstGeom prst="rect">
            <a:avLst/>
          </a:prstGeom>
        </p:spPr>
      </p:pic>
    </p:spTree>
    <p:extLst>
      <p:ext uri="{BB962C8B-B14F-4D97-AF65-F5344CB8AC3E}">
        <p14:creationId xmlns:p14="http://schemas.microsoft.com/office/powerpoint/2010/main" val="3517696927"/>
      </p:ext>
    </p:extLst>
  </p:cSld>
  <p:clrMap bg1="lt1" tx1="dk1" bg2="lt2" tx2="dk2" accent1="accent1" accent2="accent2" accent3="accent3" accent4="accent4" accent5="accent5" accent6="accent6" hlink="hlink" folHlink="folHlink"/>
  <p:sldLayoutIdLst>
    <p:sldLayoutId id="2147486296" r:id="rId1"/>
    <p:sldLayoutId id="2147486297" r:id="rId2"/>
    <p:sldLayoutId id="2147486298" r:id="rId3"/>
    <p:sldLayoutId id="2147486299" r:id="rId4"/>
    <p:sldLayoutId id="2147486300" r:id="rId5"/>
    <p:sldLayoutId id="2147486301" r:id="rId6"/>
    <p:sldLayoutId id="2147486302" r:id="rId7"/>
    <p:sldLayoutId id="2147486303" r:id="rId8"/>
    <p:sldLayoutId id="2147486304" r:id="rId9"/>
    <p:sldLayoutId id="2147486305" r:id="rId10"/>
    <p:sldLayoutId id="2147486306" r:id="rId11"/>
    <p:sldLayoutId id="2147486307" r:id="rId12"/>
    <p:sldLayoutId id="2147486308" r:id="rId13"/>
    <p:sldLayoutId id="2147486309" r:id="rId14"/>
    <p:sldLayoutId id="2147486310" r:id="rId15"/>
    <p:sldLayoutId id="2147486311" r:id="rId16"/>
    <p:sldLayoutId id="2147486312" r:id="rId17"/>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ittel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b-NO"/>
              <a:t>Klikk for å redigere tittelstil</a:t>
            </a:r>
          </a:p>
        </p:txBody>
      </p:sp>
      <p:sp>
        <p:nvSpPr>
          <p:cNvPr id="3" name="Plassholder for teks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3ED7965-1065-4F5F-9A80-E02EE11B0BFA}" type="datetime1">
              <a:rPr lang="nb-NO" smtClean="0"/>
              <a:t>27.08.2024</a:t>
            </a:fld>
            <a:endParaRPr lang="nb-NO"/>
          </a:p>
        </p:txBody>
      </p:sp>
      <p:sp>
        <p:nvSpPr>
          <p:cNvPr id="5" name="Plassholder for bunntekst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nb-NO"/>
              <a:t>Control Trafikkskole</a:t>
            </a:r>
          </a:p>
        </p:txBody>
      </p:sp>
      <p:sp>
        <p:nvSpPr>
          <p:cNvPr id="6" name="Plassholder for lysbildenumm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EBBCFE-599B-47F9-B84D-4259C5E2055D}" type="slidenum">
              <a:rPr lang="nb-NO" smtClean="0"/>
              <a:t>‹#›</a:t>
            </a:fld>
            <a:endParaRPr lang="nb-NO"/>
          </a:p>
        </p:txBody>
      </p:sp>
      <p:sp>
        <p:nvSpPr>
          <p:cNvPr id="7" name="Rektangel 6"/>
          <p:cNvSpPr/>
          <p:nvPr userDrawn="1"/>
        </p:nvSpPr>
        <p:spPr>
          <a:xfrm>
            <a:off x="353025" y="2230305"/>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S</a:t>
            </a:r>
          </a:p>
        </p:txBody>
      </p:sp>
      <p:sp>
        <p:nvSpPr>
          <p:cNvPr id="8" name="Rektangel 7"/>
          <p:cNvSpPr/>
          <p:nvPr userDrawn="1"/>
        </p:nvSpPr>
        <p:spPr>
          <a:xfrm>
            <a:off x="262178" y="283839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O</a:t>
            </a:r>
          </a:p>
        </p:txBody>
      </p:sp>
      <p:sp>
        <p:nvSpPr>
          <p:cNvPr id="9" name="Rektangel 8"/>
          <p:cNvSpPr/>
          <p:nvPr userDrawn="1"/>
        </p:nvSpPr>
        <p:spPr>
          <a:xfrm>
            <a:off x="170143" y="3446489"/>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A</a:t>
            </a:r>
          </a:p>
        </p:txBody>
      </p:sp>
      <p:sp>
        <p:nvSpPr>
          <p:cNvPr id="10" name="Parallellogram 9">
            <a:hlinkClick r:id="rId13" action="ppaction://hlinksldjump"/>
          </p:cNvPr>
          <p:cNvSpPr/>
          <p:nvPr userDrawn="1"/>
        </p:nvSpPr>
        <p:spPr>
          <a:xfrm>
            <a:off x="5367340"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1</a:t>
            </a:r>
          </a:p>
        </p:txBody>
      </p:sp>
      <p:sp>
        <p:nvSpPr>
          <p:cNvPr id="11" name="Parallellogram 10">
            <a:hlinkClick r:id="rId14" action="ppaction://hlinksldjump"/>
          </p:cNvPr>
          <p:cNvSpPr/>
          <p:nvPr userDrawn="1"/>
        </p:nvSpPr>
        <p:spPr>
          <a:xfrm>
            <a:off x="6877153"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2</a:t>
            </a:r>
          </a:p>
        </p:txBody>
      </p:sp>
      <p:sp>
        <p:nvSpPr>
          <p:cNvPr id="12" name="Parallellogram 11">
            <a:hlinkClick r:id="rId15" action="ppaction://hlinksldjump"/>
          </p:cNvPr>
          <p:cNvSpPr/>
          <p:nvPr userDrawn="1"/>
        </p:nvSpPr>
        <p:spPr>
          <a:xfrm>
            <a:off x="838771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3</a:t>
            </a:r>
          </a:p>
        </p:txBody>
      </p:sp>
      <p:sp>
        <p:nvSpPr>
          <p:cNvPr id="13" name="Parallellogram 12">
            <a:hlinkClick r:id="rId16" action="ppaction://hlinksldjump"/>
          </p:cNvPr>
          <p:cNvSpPr/>
          <p:nvPr userDrawn="1"/>
        </p:nvSpPr>
        <p:spPr>
          <a:xfrm>
            <a:off x="9898274" y="6148372"/>
            <a:ext cx="1511308" cy="518400"/>
          </a:xfrm>
          <a:prstGeom prst="parallelogram">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4</a:t>
            </a:r>
          </a:p>
        </p:txBody>
      </p:sp>
      <p:sp>
        <p:nvSpPr>
          <p:cNvPr id="14" name="Rektangel 13"/>
          <p:cNvSpPr/>
          <p:nvPr userDrawn="1"/>
        </p:nvSpPr>
        <p:spPr>
          <a:xfrm>
            <a:off x="48893" y="406347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H</a:t>
            </a:r>
          </a:p>
        </p:txBody>
      </p:sp>
      <p:sp>
        <p:nvSpPr>
          <p:cNvPr id="19" name="Parallellogram 18">
            <a:hlinkClick r:id="rId17" action="ppaction://hlinksldjump"/>
          </p:cNvPr>
          <p:cNvSpPr/>
          <p:nvPr userDrawn="1"/>
        </p:nvSpPr>
        <p:spPr>
          <a:xfrm>
            <a:off x="300038"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nb-NO" sz="900" dirty="0">
                <a:solidFill>
                  <a:schemeClr val="tx1"/>
                </a:solidFill>
              </a:rPr>
              <a:t>Bilkjøringens risiko </a:t>
            </a:r>
          </a:p>
        </p:txBody>
      </p:sp>
      <p:sp>
        <p:nvSpPr>
          <p:cNvPr id="20" name="Parallellogram 19">
            <a:hlinkClick r:id="rId18" action="ppaction://hlinksldjump"/>
          </p:cNvPr>
          <p:cNvSpPr/>
          <p:nvPr userDrawn="1"/>
        </p:nvSpPr>
        <p:spPr>
          <a:xfrm>
            <a:off x="1542565"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nb-NO" sz="900" dirty="0">
                <a:solidFill>
                  <a:schemeClr val="tx1"/>
                </a:solidFill>
              </a:rPr>
              <a:t>Kjøring i landevegsmiljø  </a:t>
            </a:r>
          </a:p>
        </p:txBody>
      </p:sp>
      <p:sp>
        <p:nvSpPr>
          <p:cNvPr id="21" name="Parallellogram 20">
            <a:hlinkClick r:id="rId19" action="ppaction://hlinksldjump"/>
          </p:cNvPr>
          <p:cNvSpPr/>
          <p:nvPr userDrawn="1"/>
        </p:nvSpPr>
        <p:spPr>
          <a:xfrm>
            <a:off x="2795685"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Planlegging og kjøring i variert trafikkmiljø </a:t>
            </a:r>
            <a:endParaRPr lang="nb-NO" sz="900" i="1" dirty="0">
              <a:solidFill>
                <a:schemeClr val="tx1"/>
              </a:solidFill>
            </a:endParaRPr>
          </a:p>
        </p:txBody>
      </p:sp>
      <p:sp>
        <p:nvSpPr>
          <p:cNvPr id="22" name="Parallellogram 21">
            <a:hlinkClick r:id="rId20" action="ppaction://hlinksldjump"/>
          </p:cNvPr>
          <p:cNvSpPr/>
          <p:nvPr userDrawn="1"/>
        </p:nvSpPr>
        <p:spPr>
          <a:xfrm>
            <a:off x="4038212"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Refleksjon og oppsummering</a:t>
            </a:r>
            <a:endParaRPr lang="nb-NO" sz="900" i="1" dirty="0">
              <a:solidFill>
                <a:schemeClr val="tx1"/>
              </a:solidFill>
            </a:endParaRPr>
          </a:p>
        </p:txBody>
      </p:sp>
      <p:sp>
        <p:nvSpPr>
          <p:cNvPr id="23" name="Parallellogram 22">
            <a:hlinkClick r:id="rId21" action="ppaction://hlinksldjump"/>
          </p:cNvPr>
          <p:cNvSpPr/>
          <p:nvPr userDrawn="1"/>
        </p:nvSpPr>
        <p:spPr>
          <a:xfrm>
            <a:off x="5291332"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Tilstrekkelig øving</a:t>
            </a:r>
            <a:endParaRPr lang="nb-NO" sz="900" i="1" dirty="0">
              <a:solidFill>
                <a:schemeClr val="tx1"/>
              </a:solidFill>
            </a:endParaRPr>
          </a:p>
        </p:txBody>
      </p:sp>
      <p:sp>
        <p:nvSpPr>
          <p:cNvPr id="24" name="Handlingsknapp: gå til Hjem 23">
            <a:hlinkClick r:id="" action="ppaction://hlinkshowjump?jump=firstslide" highlightClick="1"/>
          </p:cNvPr>
          <p:cNvSpPr/>
          <p:nvPr userDrawn="1"/>
        </p:nvSpPr>
        <p:spPr>
          <a:xfrm>
            <a:off x="2792571" y="6148372"/>
            <a:ext cx="504000" cy="517667"/>
          </a:xfrm>
          <a:prstGeom prst="actionButtonHom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25" name="Handlingsknapp: gå tilbake eller til forrige 24">
            <a:hlinkClick r:id="" action="ppaction://hlinkshowjump?jump=previousslide" highlightClick="1"/>
          </p:cNvPr>
          <p:cNvSpPr/>
          <p:nvPr userDrawn="1"/>
        </p:nvSpPr>
        <p:spPr>
          <a:xfrm>
            <a:off x="3366413" y="6148372"/>
            <a:ext cx="504000" cy="517667"/>
          </a:xfrm>
          <a:prstGeom prst="actionButtonBackPrevious">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26" name="Handlingsknapp: gå framover eller til neste 25">
            <a:hlinkClick r:id="" action="ppaction://hlinkshowjump?jump=nextslide" highlightClick="1"/>
          </p:cNvPr>
          <p:cNvSpPr/>
          <p:nvPr userDrawn="1"/>
        </p:nvSpPr>
        <p:spPr>
          <a:xfrm>
            <a:off x="3940255" y="6148372"/>
            <a:ext cx="504000" cy="517667"/>
          </a:xfrm>
          <a:prstGeom prst="actionButtonForwardNex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27" name="Bilde 26" descr="Skjermutklipp">
            <a:hlinkClick r:id="rId22"/>
          </p:cNvPr>
          <p:cNvPicPr>
            <a:picLocks noChangeAspect="1"/>
          </p:cNvPicPr>
          <p:nvPr userDrawn="1"/>
        </p:nvPicPr>
        <p:blipFill>
          <a:blip r:embed="rId23">
            <a:extLst>
              <a:ext uri="{28A0092B-C50C-407E-A947-70E740481C1C}">
                <a14:useLocalDpi xmlns:a14="http://schemas.microsoft.com/office/drawing/2010/main" val="0"/>
              </a:ext>
            </a:extLst>
          </a:blip>
          <a:stretch>
            <a:fillRect/>
          </a:stretch>
        </p:blipFill>
        <p:spPr>
          <a:xfrm>
            <a:off x="4584245" y="6148372"/>
            <a:ext cx="398655" cy="504000"/>
          </a:xfrm>
          <a:prstGeom prst="rect">
            <a:avLst/>
          </a:prstGeom>
        </p:spPr>
      </p:pic>
      <p:pic>
        <p:nvPicPr>
          <p:cNvPr id="28" name="Bilde 27">
            <a:hlinkClick r:id="rId24"/>
          </p:cNvPr>
          <p:cNvPicPr>
            <a:picLocks noChangeAspect="1"/>
          </p:cNvPicPr>
          <p:nvPr userDrawn="1"/>
        </p:nvPicPr>
        <p:blipFill>
          <a:blip r:embed="rId25">
            <a:extLst>
              <a:ext uri="{28A0092B-C50C-407E-A947-70E740481C1C}">
                <a14:useLocalDpi xmlns:a14="http://schemas.microsoft.com/office/drawing/2010/main" val="0"/>
              </a:ext>
            </a:extLst>
          </a:blip>
          <a:stretch>
            <a:fillRect/>
          </a:stretch>
        </p:blipFill>
        <p:spPr>
          <a:xfrm>
            <a:off x="2135560" y="6147796"/>
            <a:ext cx="528384" cy="528384"/>
          </a:xfrm>
          <a:prstGeom prst="rect">
            <a:avLst/>
          </a:prstGeom>
        </p:spPr>
      </p:pic>
    </p:spTree>
    <p:extLst>
      <p:ext uri="{BB962C8B-B14F-4D97-AF65-F5344CB8AC3E}">
        <p14:creationId xmlns:p14="http://schemas.microsoft.com/office/powerpoint/2010/main" val="3247433876"/>
      </p:ext>
    </p:extLst>
  </p:cSld>
  <p:clrMap bg1="lt1" tx1="dk1" bg2="lt2" tx2="dk2" accent1="accent1" accent2="accent2" accent3="accent3" accent4="accent4" accent5="accent5" accent6="accent6" hlink="hlink" folHlink="folHlink"/>
  <p:sldLayoutIdLst>
    <p:sldLayoutId id="2147486314" r:id="rId1"/>
    <p:sldLayoutId id="2147486315" r:id="rId2"/>
    <p:sldLayoutId id="2147486316" r:id="rId3"/>
    <p:sldLayoutId id="2147486317" r:id="rId4"/>
    <p:sldLayoutId id="2147486318" r:id="rId5"/>
    <p:sldLayoutId id="2147486319" r:id="rId6"/>
    <p:sldLayoutId id="2147486320" r:id="rId7"/>
    <p:sldLayoutId id="2147486321" r:id="rId8"/>
    <p:sldLayoutId id="2147486322" r:id="rId9"/>
    <p:sldLayoutId id="2147486323" r:id="rId10"/>
    <p:sldLayoutId id="2147486324"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ittel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b-NO"/>
              <a:t>Klikk for å redigere tittelstil</a:t>
            </a:r>
          </a:p>
        </p:txBody>
      </p:sp>
      <p:sp>
        <p:nvSpPr>
          <p:cNvPr id="3" name="Plassholder for teks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311295-5971-4319-B2E7-8FE6754934A1}" type="datetime1">
              <a:rPr lang="nb-NO" smtClean="0"/>
              <a:t>27.08.2024</a:t>
            </a:fld>
            <a:endParaRPr lang="nb-NO"/>
          </a:p>
        </p:txBody>
      </p:sp>
      <p:sp>
        <p:nvSpPr>
          <p:cNvPr id="5" name="Plassholder for bunntekst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nb-NO"/>
              <a:t>Control Trafikkskole</a:t>
            </a:r>
          </a:p>
        </p:txBody>
      </p:sp>
      <p:sp>
        <p:nvSpPr>
          <p:cNvPr id="6" name="Plassholder for lysbildenumm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EBBCFE-599B-47F9-B84D-4259C5E2055D}" type="slidenum">
              <a:rPr lang="nb-NO" smtClean="0"/>
              <a:t>‹#›</a:t>
            </a:fld>
            <a:endParaRPr lang="nb-NO"/>
          </a:p>
        </p:txBody>
      </p:sp>
      <p:sp>
        <p:nvSpPr>
          <p:cNvPr id="7" name="Rektangel 6"/>
          <p:cNvSpPr/>
          <p:nvPr userDrawn="1"/>
        </p:nvSpPr>
        <p:spPr>
          <a:xfrm>
            <a:off x="353025" y="2230305"/>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S</a:t>
            </a:r>
          </a:p>
        </p:txBody>
      </p:sp>
      <p:sp>
        <p:nvSpPr>
          <p:cNvPr id="8" name="Rektangel 7"/>
          <p:cNvSpPr/>
          <p:nvPr userDrawn="1"/>
        </p:nvSpPr>
        <p:spPr>
          <a:xfrm>
            <a:off x="262178" y="283839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O</a:t>
            </a:r>
          </a:p>
        </p:txBody>
      </p:sp>
      <p:sp>
        <p:nvSpPr>
          <p:cNvPr id="9" name="Rektangel 8"/>
          <p:cNvSpPr/>
          <p:nvPr userDrawn="1"/>
        </p:nvSpPr>
        <p:spPr>
          <a:xfrm>
            <a:off x="170143" y="3446489"/>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A</a:t>
            </a:r>
          </a:p>
        </p:txBody>
      </p:sp>
      <p:sp>
        <p:nvSpPr>
          <p:cNvPr id="10" name="Parallellogram 9">
            <a:hlinkClick r:id="rId19" action="ppaction://hlinksldjump"/>
          </p:cNvPr>
          <p:cNvSpPr/>
          <p:nvPr userDrawn="1"/>
        </p:nvSpPr>
        <p:spPr>
          <a:xfrm>
            <a:off x="5367340"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1</a:t>
            </a:r>
          </a:p>
        </p:txBody>
      </p:sp>
      <p:sp>
        <p:nvSpPr>
          <p:cNvPr id="11" name="Parallellogram 10">
            <a:hlinkClick r:id="rId20" action="ppaction://hlinksldjump"/>
          </p:cNvPr>
          <p:cNvSpPr/>
          <p:nvPr userDrawn="1"/>
        </p:nvSpPr>
        <p:spPr>
          <a:xfrm>
            <a:off x="6877153"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2</a:t>
            </a:r>
          </a:p>
        </p:txBody>
      </p:sp>
      <p:sp>
        <p:nvSpPr>
          <p:cNvPr id="12" name="Parallellogram 11">
            <a:hlinkClick r:id="rId21" action="ppaction://hlinksldjump"/>
          </p:cNvPr>
          <p:cNvSpPr/>
          <p:nvPr userDrawn="1"/>
        </p:nvSpPr>
        <p:spPr>
          <a:xfrm>
            <a:off x="838771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3</a:t>
            </a:r>
          </a:p>
        </p:txBody>
      </p:sp>
      <p:sp>
        <p:nvSpPr>
          <p:cNvPr id="13" name="Parallellogram 12">
            <a:hlinkClick r:id="rId22" action="ppaction://hlinksldjump"/>
          </p:cNvPr>
          <p:cNvSpPr/>
          <p:nvPr userDrawn="1"/>
        </p:nvSpPr>
        <p:spPr>
          <a:xfrm>
            <a:off x="9898274" y="6148372"/>
            <a:ext cx="1511308" cy="518400"/>
          </a:xfrm>
          <a:prstGeom prst="parallelogram">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4</a:t>
            </a:r>
          </a:p>
        </p:txBody>
      </p:sp>
      <p:sp>
        <p:nvSpPr>
          <p:cNvPr id="14" name="Rektangel 13"/>
          <p:cNvSpPr/>
          <p:nvPr userDrawn="1"/>
        </p:nvSpPr>
        <p:spPr>
          <a:xfrm>
            <a:off x="48893" y="406347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H</a:t>
            </a:r>
          </a:p>
        </p:txBody>
      </p:sp>
      <p:sp>
        <p:nvSpPr>
          <p:cNvPr id="19" name="Parallellogram 18">
            <a:hlinkClick r:id="rId23" action="ppaction://hlinksldjump"/>
          </p:cNvPr>
          <p:cNvSpPr/>
          <p:nvPr userDrawn="1"/>
        </p:nvSpPr>
        <p:spPr>
          <a:xfrm>
            <a:off x="300038" y="152613"/>
            <a:ext cx="1368000" cy="6840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nb-NO" sz="900" dirty="0">
                <a:solidFill>
                  <a:schemeClr val="tx1"/>
                </a:solidFill>
              </a:rPr>
              <a:t>Bilkjøringens risiko </a:t>
            </a:r>
          </a:p>
        </p:txBody>
      </p:sp>
      <p:sp>
        <p:nvSpPr>
          <p:cNvPr id="20" name="Parallellogram 19">
            <a:hlinkClick r:id="rId24" action="ppaction://hlinksldjump"/>
          </p:cNvPr>
          <p:cNvSpPr/>
          <p:nvPr userDrawn="1"/>
        </p:nvSpPr>
        <p:spPr>
          <a:xfrm>
            <a:off x="1542565"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nb-NO" sz="900" dirty="0">
                <a:solidFill>
                  <a:schemeClr val="tx1"/>
                </a:solidFill>
              </a:rPr>
              <a:t>Kjøring i landevegsmiljø  </a:t>
            </a:r>
          </a:p>
        </p:txBody>
      </p:sp>
      <p:sp>
        <p:nvSpPr>
          <p:cNvPr id="21" name="Parallellogram 20">
            <a:hlinkClick r:id="rId25" action="ppaction://hlinksldjump"/>
          </p:cNvPr>
          <p:cNvSpPr/>
          <p:nvPr userDrawn="1"/>
        </p:nvSpPr>
        <p:spPr>
          <a:xfrm>
            <a:off x="2795685"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Planlegging og kjøring i variert trafikkmiljø </a:t>
            </a:r>
            <a:endParaRPr lang="nb-NO" sz="900" i="1" dirty="0">
              <a:solidFill>
                <a:schemeClr val="tx1"/>
              </a:solidFill>
            </a:endParaRPr>
          </a:p>
        </p:txBody>
      </p:sp>
      <p:sp>
        <p:nvSpPr>
          <p:cNvPr id="22" name="Parallellogram 21">
            <a:hlinkClick r:id="rId26" action="ppaction://hlinksldjump"/>
          </p:cNvPr>
          <p:cNvSpPr/>
          <p:nvPr userDrawn="1"/>
        </p:nvSpPr>
        <p:spPr>
          <a:xfrm>
            <a:off x="4038212"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Refleksjon og oppsummering</a:t>
            </a:r>
            <a:endParaRPr lang="nb-NO" sz="900" i="1" dirty="0">
              <a:solidFill>
                <a:schemeClr val="tx1"/>
              </a:solidFill>
            </a:endParaRPr>
          </a:p>
        </p:txBody>
      </p:sp>
      <p:sp>
        <p:nvSpPr>
          <p:cNvPr id="23" name="Parallellogram 22">
            <a:hlinkClick r:id="rId27" action="ppaction://hlinksldjump"/>
          </p:cNvPr>
          <p:cNvSpPr/>
          <p:nvPr userDrawn="1"/>
        </p:nvSpPr>
        <p:spPr>
          <a:xfrm>
            <a:off x="5291332"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Tilstrekkelig øving</a:t>
            </a:r>
            <a:endParaRPr lang="nb-NO" sz="900" i="1" dirty="0">
              <a:solidFill>
                <a:schemeClr val="tx1"/>
              </a:solidFill>
            </a:endParaRPr>
          </a:p>
        </p:txBody>
      </p:sp>
      <p:sp>
        <p:nvSpPr>
          <p:cNvPr id="24" name="Handlingsknapp: gå til Hjem 23">
            <a:hlinkClick r:id="" action="ppaction://hlinkshowjump?jump=firstslide" highlightClick="1"/>
          </p:cNvPr>
          <p:cNvSpPr/>
          <p:nvPr userDrawn="1"/>
        </p:nvSpPr>
        <p:spPr>
          <a:xfrm>
            <a:off x="2792571" y="6148372"/>
            <a:ext cx="504000" cy="517667"/>
          </a:xfrm>
          <a:prstGeom prst="actionButtonHom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25" name="Handlingsknapp: gå tilbake eller til forrige 24">
            <a:hlinkClick r:id="" action="ppaction://hlinkshowjump?jump=previousslide" highlightClick="1"/>
          </p:cNvPr>
          <p:cNvSpPr/>
          <p:nvPr userDrawn="1"/>
        </p:nvSpPr>
        <p:spPr>
          <a:xfrm>
            <a:off x="3366413" y="6148372"/>
            <a:ext cx="504000" cy="517667"/>
          </a:xfrm>
          <a:prstGeom prst="actionButtonBackPrevious">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26" name="Handlingsknapp: gå framover eller til neste 25">
            <a:hlinkClick r:id="" action="ppaction://hlinkshowjump?jump=nextslide" highlightClick="1"/>
          </p:cNvPr>
          <p:cNvSpPr/>
          <p:nvPr userDrawn="1"/>
        </p:nvSpPr>
        <p:spPr>
          <a:xfrm>
            <a:off x="3940255" y="6148372"/>
            <a:ext cx="504000" cy="517667"/>
          </a:xfrm>
          <a:prstGeom prst="actionButtonForwardNex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27" name="Bilde 26" descr="Skjermutklipp">
            <a:hlinkClick r:id="rId28"/>
          </p:cNvPr>
          <p:cNvPicPr>
            <a:picLocks noChangeAspect="1"/>
          </p:cNvPicPr>
          <p:nvPr userDrawn="1"/>
        </p:nvPicPr>
        <p:blipFill>
          <a:blip r:embed="rId29">
            <a:extLst>
              <a:ext uri="{28A0092B-C50C-407E-A947-70E740481C1C}">
                <a14:useLocalDpi xmlns:a14="http://schemas.microsoft.com/office/drawing/2010/main" val="0"/>
              </a:ext>
            </a:extLst>
          </a:blip>
          <a:stretch>
            <a:fillRect/>
          </a:stretch>
        </p:blipFill>
        <p:spPr>
          <a:xfrm>
            <a:off x="4584245" y="6148372"/>
            <a:ext cx="398655" cy="504000"/>
          </a:xfrm>
          <a:prstGeom prst="rect">
            <a:avLst/>
          </a:prstGeom>
        </p:spPr>
      </p:pic>
      <p:pic>
        <p:nvPicPr>
          <p:cNvPr id="28" name="Bilde 27">
            <a:hlinkClick r:id="rId30"/>
          </p:cNvPr>
          <p:cNvPicPr>
            <a:picLocks noChangeAspect="1"/>
          </p:cNvPicPr>
          <p:nvPr userDrawn="1"/>
        </p:nvPicPr>
        <p:blipFill>
          <a:blip r:embed="rId31">
            <a:extLst>
              <a:ext uri="{28A0092B-C50C-407E-A947-70E740481C1C}">
                <a14:useLocalDpi xmlns:a14="http://schemas.microsoft.com/office/drawing/2010/main" val="0"/>
              </a:ext>
            </a:extLst>
          </a:blip>
          <a:stretch>
            <a:fillRect/>
          </a:stretch>
        </p:blipFill>
        <p:spPr>
          <a:xfrm>
            <a:off x="2135560" y="6147796"/>
            <a:ext cx="528384" cy="528384"/>
          </a:xfrm>
          <a:prstGeom prst="rect">
            <a:avLst/>
          </a:prstGeom>
        </p:spPr>
      </p:pic>
    </p:spTree>
    <p:extLst>
      <p:ext uri="{BB962C8B-B14F-4D97-AF65-F5344CB8AC3E}">
        <p14:creationId xmlns:p14="http://schemas.microsoft.com/office/powerpoint/2010/main" val="2856318315"/>
      </p:ext>
    </p:extLst>
  </p:cSld>
  <p:clrMap bg1="lt1" tx1="dk1" bg2="lt2" tx2="dk2" accent1="accent1" accent2="accent2" accent3="accent3" accent4="accent4" accent5="accent5" accent6="accent6" hlink="hlink" folHlink="folHlink"/>
  <p:sldLayoutIdLst>
    <p:sldLayoutId id="2147486326" r:id="rId1"/>
    <p:sldLayoutId id="2147486327" r:id="rId2"/>
    <p:sldLayoutId id="2147486328" r:id="rId3"/>
    <p:sldLayoutId id="2147486329" r:id="rId4"/>
    <p:sldLayoutId id="2147486330" r:id="rId5"/>
    <p:sldLayoutId id="2147486331" r:id="rId6"/>
    <p:sldLayoutId id="2147486332" r:id="rId7"/>
    <p:sldLayoutId id="2147486333" r:id="rId8"/>
    <p:sldLayoutId id="2147486334" r:id="rId9"/>
    <p:sldLayoutId id="2147486335" r:id="rId10"/>
    <p:sldLayoutId id="2147486336" r:id="rId11"/>
    <p:sldLayoutId id="2147486337" r:id="rId12"/>
    <p:sldLayoutId id="2147486338" r:id="rId13"/>
    <p:sldLayoutId id="2147486339" r:id="rId14"/>
    <p:sldLayoutId id="2147486340" r:id="rId15"/>
    <p:sldLayoutId id="2147486341" r:id="rId16"/>
    <p:sldLayoutId id="2147486342" r:id="rId17"/>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ittel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b-NO"/>
              <a:t>Klikk for å redigere tittelstil</a:t>
            </a:r>
          </a:p>
        </p:txBody>
      </p:sp>
      <p:sp>
        <p:nvSpPr>
          <p:cNvPr id="3" name="Plassholder for teks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84F23F0-8298-4887-A1F8-47E6EB744C4A}" type="datetime1">
              <a:rPr lang="nb-NO" smtClean="0"/>
              <a:t>27.08.2024</a:t>
            </a:fld>
            <a:endParaRPr lang="nb-NO"/>
          </a:p>
        </p:txBody>
      </p:sp>
      <p:sp>
        <p:nvSpPr>
          <p:cNvPr id="5" name="Plassholder for bunntekst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nb-NO"/>
              <a:t>Control Trafikkskole</a:t>
            </a:r>
          </a:p>
        </p:txBody>
      </p:sp>
      <p:sp>
        <p:nvSpPr>
          <p:cNvPr id="6" name="Plassholder for lysbildenumm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EBBCFE-599B-47F9-B84D-4259C5E2055D}" type="slidenum">
              <a:rPr lang="nb-NO" smtClean="0"/>
              <a:t>‹#›</a:t>
            </a:fld>
            <a:endParaRPr lang="nb-NO"/>
          </a:p>
        </p:txBody>
      </p:sp>
      <p:sp>
        <p:nvSpPr>
          <p:cNvPr id="7" name="Rektangel 6"/>
          <p:cNvSpPr/>
          <p:nvPr userDrawn="1"/>
        </p:nvSpPr>
        <p:spPr>
          <a:xfrm>
            <a:off x="353025" y="2230305"/>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S</a:t>
            </a:r>
          </a:p>
        </p:txBody>
      </p:sp>
      <p:sp>
        <p:nvSpPr>
          <p:cNvPr id="8" name="Rektangel 7"/>
          <p:cNvSpPr/>
          <p:nvPr userDrawn="1"/>
        </p:nvSpPr>
        <p:spPr>
          <a:xfrm>
            <a:off x="262178" y="283839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O</a:t>
            </a:r>
          </a:p>
        </p:txBody>
      </p:sp>
      <p:sp>
        <p:nvSpPr>
          <p:cNvPr id="9" name="Rektangel 8"/>
          <p:cNvSpPr/>
          <p:nvPr userDrawn="1"/>
        </p:nvSpPr>
        <p:spPr>
          <a:xfrm>
            <a:off x="170143" y="3446489"/>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A</a:t>
            </a:r>
          </a:p>
        </p:txBody>
      </p:sp>
      <p:sp>
        <p:nvSpPr>
          <p:cNvPr id="10" name="Parallellogram 9">
            <a:hlinkClick r:id="rId19" action="ppaction://hlinksldjump"/>
          </p:cNvPr>
          <p:cNvSpPr/>
          <p:nvPr userDrawn="1"/>
        </p:nvSpPr>
        <p:spPr>
          <a:xfrm>
            <a:off x="5367340"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1</a:t>
            </a:r>
          </a:p>
        </p:txBody>
      </p:sp>
      <p:sp>
        <p:nvSpPr>
          <p:cNvPr id="11" name="Parallellogram 10">
            <a:hlinkClick r:id="rId20" action="ppaction://hlinksldjump"/>
          </p:cNvPr>
          <p:cNvSpPr/>
          <p:nvPr userDrawn="1"/>
        </p:nvSpPr>
        <p:spPr>
          <a:xfrm>
            <a:off x="6877153"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2</a:t>
            </a:r>
          </a:p>
        </p:txBody>
      </p:sp>
      <p:sp>
        <p:nvSpPr>
          <p:cNvPr id="12" name="Parallellogram 11">
            <a:hlinkClick r:id="rId21" action="ppaction://hlinksldjump"/>
          </p:cNvPr>
          <p:cNvSpPr/>
          <p:nvPr userDrawn="1"/>
        </p:nvSpPr>
        <p:spPr>
          <a:xfrm>
            <a:off x="838771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3</a:t>
            </a:r>
          </a:p>
        </p:txBody>
      </p:sp>
      <p:sp>
        <p:nvSpPr>
          <p:cNvPr id="13" name="Parallellogram 12">
            <a:hlinkClick r:id="rId22" action="ppaction://hlinksldjump"/>
          </p:cNvPr>
          <p:cNvSpPr/>
          <p:nvPr userDrawn="1"/>
        </p:nvSpPr>
        <p:spPr>
          <a:xfrm>
            <a:off x="9898274" y="6148372"/>
            <a:ext cx="1511308" cy="518400"/>
          </a:xfrm>
          <a:prstGeom prst="parallelogram">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4</a:t>
            </a:r>
          </a:p>
        </p:txBody>
      </p:sp>
      <p:sp>
        <p:nvSpPr>
          <p:cNvPr id="14" name="Rektangel 13"/>
          <p:cNvSpPr/>
          <p:nvPr userDrawn="1"/>
        </p:nvSpPr>
        <p:spPr>
          <a:xfrm>
            <a:off x="48893" y="406347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H</a:t>
            </a:r>
          </a:p>
        </p:txBody>
      </p:sp>
      <p:sp>
        <p:nvSpPr>
          <p:cNvPr id="19" name="Parallellogram 18">
            <a:hlinkClick r:id="rId23" action="ppaction://hlinksldjump"/>
          </p:cNvPr>
          <p:cNvSpPr/>
          <p:nvPr userDrawn="1"/>
        </p:nvSpPr>
        <p:spPr>
          <a:xfrm>
            <a:off x="300038"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nb-NO" sz="900" dirty="0">
                <a:solidFill>
                  <a:schemeClr val="tx1"/>
                </a:solidFill>
              </a:rPr>
              <a:t>Bilkjøringens risiko </a:t>
            </a:r>
          </a:p>
        </p:txBody>
      </p:sp>
      <p:sp>
        <p:nvSpPr>
          <p:cNvPr id="20" name="Parallellogram 19">
            <a:hlinkClick r:id="rId24" action="ppaction://hlinksldjump"/>
          </p:cNvPr>
          <p:cNvSpPr/>
          <p:nvPr userDrawn="1"/>
        </p:nvSpPr>
        <p:spPr>
          <a:xfrm>
            <a:off x="1542565" y="152613"/>
            <a:ext cx="1368000" cy="6840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nb-NO" sz="900" dirty="0">
                <a:solidFill>
                  <a:schemeClr val="tx1"/>
                </a:solidFill>
              </a:rPr>
              <a:t>Kjøring i landevegsmiljø  </a:t>
            </a:r>
          </a:p>
        </p:txBody>
      </p:sp>
      <p:sp>
        <p:nvSpPr>
          <p:cNvPr id="21" name="Parallellogram 20">
            <a:hlinkClick r:id="rId25" action="ppaction://hlinksldjump"/>
          </p:cNvPr>
          <p:cNvSpPr/>
          <p:nvPr userDrawn="1"/>
        </p:nvSpPr>
        <p:spPr>
          <a:xfrm>
            <a:off x="2795685"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Planlegging og kjøring i variert trafikkmiljø </a:t>
            </a:r>
            <a:endParaRPr lang="nb-NO" sz="900" i="1" dirty="0">
              <a:solidFill>
                <a:schemeClr val="tx1"/>
              </a:solidFill>
            </a:endParaRPr>
          </a:p>
        </p:txBody>
      </p:sp>
      <p:sp>
        <p:nvSpPr>
          <p:cNvPr id="22" name="Parallellogram 21">
            <a:hlinkClick r:id="rId26" action="ppaction://hlinksldjump"/>
          </p:cNvPr>
          <p:cNvSpPr/>
          <p:nvPr userDrawn="1"/>
        </p:nvSpPr>
        <p:spPr>
          <a:xfrm>
            <a:off x="4038212"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Refleksjon og oppsummering</a:t>
            </a:r>
            <a:endParaRPr lang="nb-NO" sz="900" i="1" dirty="0">
              <a:solidFill>
                <a:schemeClr val="tx1"/>
              </a:solidFill>
            </a:endParaRPr>
          </a:p>
        </p:txBody>
      </p:sp>
      <p:sp>
        <p:nvSpPr>
          <p:cNvPr id="23" name="Parallellogram 22">
            <a:hlinkClick r:id="rId27" action="ppaction://hlinksldjump"/>
          </p:cNvPr>
          <p:cNvSpPr/>
          <p:nvPr userDrawn="1"/>
        </p:nvSpPr>
        <p:spPr>
          <a:xfrm>
            <a:off x="5291332"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Tilstrekkelig øving</a:t>
            </a:r>
            <a:endParaRPr lang="nb-NO" sz="900" i="1" dirty="0">
              <a:solidFill>
                <a:schemeClr val="tx1"/>
              </a:solidFill>
            </a:endParaRPr>
          </a:p>
        </p:txBody>
      </p:sp>
      <p:sp>
        <p:nvSpPr>
          <p:cNvPr id="24" name="Handlingsknapp: gå til Hjem 23">
            <a:hlinkClick r:id="" action="ppaction://hlinkshowjump?jump=firstslide" highlightClick="1"/>
          </p:cNvPr>
          <p:cNvSpPr/>
          <p:nvPr userDrawn="1"/>
        </p:nvSpPr>
        <p:spPr>
          <a:xfrm>
            <a:off x="2792571" y="6148372"/>
            <a:ext cx="504000" cy="517667"/>
          </a:xfrm>
          <a:prstGeom prst="actionButtonHom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25" name="Handlingsknapp: gå tilbake eller til forrige 24">
            <a:hlinkClick r:id="" action="ppaction://hlinkshowjump?jump=previousslide" highlightClick="1"/>
          </p:cNvPr>
          <p:cNvSpPr/>
          <p:nvPr userDrawn="1"/>
        </p:nvSpPr>
        <p:spPr>
          <a:xfrm>
            <a:off x="3366413" y="6148372"/>
            <a:ext cx="504000" cy="517667"/>
          </a:xfrm>
          <a:prstGeom prst="actionButtonBackPrevious">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26" name="Handlingsknapp: gå framover eller til neste 25">
            <a:hlinkClick r:id="" action="ppaction://hlinkshowjump?jump=nextslide" highlightClick="1"/>
          </p:cNvPr>
          <p:cNvSpPr/>
          <p:nvPr userDrawn="1"/>
        </p:nvSpPr>
        <p:spPr>
          <a:xfrm>
            <a:off x="3940255" y="6148372"/>
            <a:ext cx="504000" cy="517667"/>
          </a:xfrm>
          <a:prstGeom prst="actionButtonForwardNex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27" name="Bilde 26" descr="Skjermutklipp">
            <a:hlinkClick r:id="rId28"/>
          </p:cNvPr>
          <p:cNvPicPr>
            <a:picLocks noChangeAspect="1"/>
          </p:cNvPicPr>
          <p:nvPr userDrawn="1"/>
        </p:nvPicPr>
        <p:blipFill>
          <a:blip r:embed="rId29">
            <a:extLst>
              <a:ext uri="{28A0092B-C50C-407E-A947-70E740481C1C}">
                <a14:useLocalDpi xmlns:a14="http://schemas.microsoft.com/office/drawing/2010/main" val="0"/>
              </a:ext>
            </a:extLst>
          </a:blip>
          <a:stretch>
            <a:fillRect/>
          </a:stretch>
        </p:blipFill>
        <p:spPr>
          <a:xfrm>
            <a:off x="4584245" y="6148372"/>
            <a:ext cx="398655" cy="504000"/>
          </a:xfrm>
          <a:prstGeom prst="rect">
            <a:avLst/>
          </a:prstGeom>
        </p:spPr>
      </p:pic>
      <p:pic>
        <p:nvPicPr>
          <p:cNvPr id="28" name="Bilde 27">
            <a:hlinkClick r:id="rId30"/>
          </p:cNvPr>
          <p:cNvPicPr>
            <a:picLocks noChangeAspect="1"/>
          </p:cNvPicPr>
          <p:nvPr userDrawn="1"/>
        </p:nvPicPr>
        <p:blipFill>
          <a:blip r:embed="rId31">
            <a:extLst>
              <a:ext uri="{28A0092B-C50C-407E-A947-70E740481C1C}">
                <a14:useLocalDpi xmlns:a14="http://schemas.microsoft.com/office/drawing/2010/main" val="0"/>
              </a:ext>
            </a:extLst>
          </a:blip>
          <a:stretch>
            <a:fillRect/>
          </a:stretch>
        </p:blipFill>
        <p:spPr>
          <a:xfrm>
            <a:off x="2135560" y="6147796"/>
            <a:ext cx="528384" cy="528384"/>
          </a:xfrm>
          <a:prstGeom prst="rect">
            <a:avLst/>
          </a:prstGeom>
        </p:spPr>
      </p:pic>
    </p:spTree>
    <p:extLst>
      <p:ext uri="{BB962C8B-B14F-4D97-AF65-F5344CB8AC3E}">
        <p14:creationId xmlns:p14="http://schemas.microsoft.com/office/powerpoint/2010/main" val="1161805072"/>
      </p:ext>
    </p:extLst>
  </p:cSld>
  <p:clrMap bg1="lt1" tx1="dk1" bg2="lt2" tx2="dk2" accent1="accent1" accent2="accent2" accent3="accent3" accent4="accent4" accent5="accent5" accent6="accent6" hlink="hlink" folHlink="folHlink"/>
  <p:sldLayoutIdLst>
    <p:sldLayoutId id="2147486344" r:id="rId1"/>
    <p:sldLayoutId id="2147486345" r:id="rId2"/>
    <p:sldLayoutId id="2147486346" r:id="rId3"/>
    <p:sldLayoutId id="2147486347" r:id="rId4"/>
    <p:sldLayoutId id="2147486348" r:id="rId5"/>
    <p:sldLayoutId id="2147486349" r:id="rId6"/>
    <p:sldLayoutId id="2147486350" r:id="rId7"/>
    <p:sldLayoutId id="2147486351" r:id="rId8"/>
    <p:sldLayoutId id="2147486352" r:id="rId9"/>
    <p:sldLayoutId id="2147486353" r:id="rId10"/>
    <p:sldLayoutId id="2147486354" r:id="rId11"/>
    <p:sldLayoutId id="2147486355" r:id="rId12"/>
    <p:sldLayoutId id="2147486356" r:id="rId13"/>
    <p:sldLayoutId id="2147486357" r:id="rId14"/>
    <p:sldLayoutId id="2147486358" r:id="rId15"/>
    <p:sldLayoutId id="2147486359" r:id="rId16"/>
    <p:sldLayoutId id="2147486360" r:id="rId17"/>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ittel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b-NO"/>
              <a:t>Klikk for å redigere tittelstil</a:t>
            </a:r>
          </a:p>
        </p:txBody>
      </p:sp>
      <p:sp>
        <p:nvSpPr>
          <p:cNvPr id="3" name="Plassholder for teks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4D1C2C-18AE-4EEA-AFFD-E86B9CC7FA28}" type="datetime1">
              <a:rPr lang="nb-NO" smtClean="0"/>
              <a:t>27.08.2024</a:t>
            </a:fld>
            <a:endParaRPr lang="nb-NO"/>
          </a:p>
        </p:txBody>
      </p:sp>
      <p:sp>
        <p:nvSpPr>
          <p:cNvPr id="5" name="Plassholder for bunntekst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nb-NO"/>
              <a:t>Control Trafikkskole</a:t>
            </a:r>
          </a:p>
        </p:txBody>
      </p:sp>
      <p:sp>
        <p:nvSpPr>
          <p:cNvPr id="6" name="Plassholder for lysbildenumm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EBBCFE-599B-47F9-B84D-4259C5E2055D}" type="slidenum">
              <a:rPr lang="nb-NO" smtClean="0"/>
              <a:t>‹#›</a:t>
            </a:fld>
            <a:endParaRPr lang="nb-NO"/>
          </a:p>
        </p:txBody>
      </p:sp>
      <p:sp>
        <p:nvSpPr>
          <p:cNvPr id="7" name="Rektangel 6"/>
          <p:cNvSpPr/>
          <p:nvPr userDrawn="1"/>
        </p:nvSpPr>
        <p:spPr>
          <a:xfrm>
            <a:off x="353025" y="2230305"/>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S</a:t>
            </a:r>
          </a:p>
        </p:txBody>
      </p:sp>
      <p:sp>
        <p:nvSpPr>
          <p:cNvPr id="8" name="Rektangel 7"/>
          <p:cNvSpPr/>
          <p:nvPr userDrawn="1"/>
        </p:nvSpPr>
        <p:spPr>
          <a:xfrm>
            <a:off x="262178" y="283839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O</a:t>
            </a:r>
          </a:p>
        </p:txBody>
      </p:sp>
      <p:sp>
        <p:nvSpPr>
          <p:cNvPr id="9" name="Rektangel 8"/>
          <p:cNvSpPr/>
          <p:nvPr userDrawn="1"/>
        </p:nvSpPr>
        <p:spPr>
          <a:xfrm>
            <a:off x="170143" y="3446489"/>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A</a:t>
            </a:r>
          </a:p>
        </p:txBody>
      </p:sp>
      <p:sp>
        <p:nvSpPr>
          <p:cNvPr id="10" name="Parallellogram 9">
            <a:hlinkClick r:id="rId19" action="ppaction://hlinksldjump"/>
          </p:cNvPr>
          <p:cNvSpPr/>
          <p:nvPr userDrawn="1"/>
        </p:nvSpPr>
        <p:spPr>
          <a:xfrm>
            <a:off x="5367340"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1</a:t>
            </a:r>
          </a:p>
        </p:txBody>
      </p:sp>
      <p:sp>
        <p:nvSpPr>
          <p:cNvPr id="11" name="Parallellogram 10">
            <a:hlinkClick r:id="rId20" action="ppaction://hlinksldjump"/>
          </p:cNvPr>
          <p:cNvSpPr/>
          <p:nvPr userDrawn="1"/>
        </p:nvSpPr>
        <p:spPr>
          <a:xfrm>
            <a:off x="6877153"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2</a:t>
            </a:r>
          </a:p>
        </p:txBody>
      </p:sp>
      <p:sp>
        <p:nvSpPr>
          <p:cNvPr id="12" name="Parallellogram 11">
            <a:hlinkClick r:id="rId21" action="ppaction://hlinksldjump"/>
          </p:cNvPr>
          <p:cNvSpPr/>
          <p:nvPr userDrawn="1"/>
        </p:nvSpPr>
        <p:spPr>
          <a:xfrm>
            <a:off x="838771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3</a:t>
            </a:r>
          </a:p>
        </p:txBody>
      </p:sp>
      <p:sp>
        <p:nvSpPr>
          <p:cNvPr id="13" name="Parallellogram 12">
            <a:hlinkClick r:id="rId22" action="ppaction://hlinksldjump"/>
          </p:cNvPr>
          <p:cNvSpPr/>
          <p:nvPr userDrawn="1"/>
        </p:nvSpPr>
        <p:spPr>
          <a:xfrm>
            <a:off x="9898274" y="6148372"/>
            <a:ext cx="1511308" cy="518400"/>
          </a:xfrm>
          <a:prstGeom prst="parallelogram">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4</a:t>
            </a:r>
          </a:p>
        </p:txBody>
      </p:sp>
      <p:sp>
        <p:nvSpPr>
          <p:cNvPr id="14" name="Rektangel 13"/>
          <p:cNvSpPr/>
          <p:nvPr userDrawn="1"/>
        </p:nvSpPr>
        <p:spPr>
          <a:xfrm>
            <a:off x="48893" y="406347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H</a:t>
            </a:r>
          </a:p>
        </p:txBody>
      </p:sp>
      <p:sp>
        <p:nvSpPr>
          <p:cNvPr id="19" name="Parallellogram 18">
            <a:hlinkClick r:id="rId23" action="ppaction://hlinksldjump"/>
          </p:cNvPr>
          <p:cNvSpPr/>
          <p:nvPr userDrawn="1"/>
        </p:nvSpPr>
        <p:spPr>
          <a:xfrm>
            <a:off x="300038"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nb-NO" sz="900" dirty="0">
                <a:solidFill>
                  <a:schemeClr val="tx1"/>
                </a:solidFill>
              </a:rPr>
              <a:t>Bilkjøringens risiko </a:t>
            </a:r>
          </a:p>
        </p:txBody>
      </p:sp>
      <p:sp>
        <p:nvSpPr>
          <p:cNvPr id="20" name="Parallellogram 19">
            <a:hlinkClick r:id="rId24" action="ppaction://hlinksldjump"/>
          </p:cNvPr>
          <p:cNvSpPr/>
          <p:nvPr userDrawn="1"/>
        </p:nvSpPr>
        <p:spPr>
          <a:xfrm>
            <a:off x="1542565"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nb-NO" sz="900" dirty="0">
                <a:solidFill>
                  <a:schemeClr val="tx1"/>
                </a:solidFill>
              </a:rPr>
              <a:t>Kjøring i landevegsmiljø  </a:t>
            </a:r>
          </a:p>
        </p:txBody>
      </p:sp>
      <p:sp>
        <p:nvSpPr>
          <p:cNvPr id="21" name="Parallellogram 20">
            <a:hlinkClick r:id="rId25" action="ppaction://hlinksldjump"/>
          </p:cNvPr>
          <p:cNvSpPr/>
          <p:nvPr userDrawn="1"/>
        </p:nvSpPr>
        <p:spPr>
          <a:xfrm>
            <a:off x="2795685" y="152613"/>
            <a:ext cx="1368000" cy="6840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Planlegging og kjøring i variert trafikkmiljø </a:t>
            </a:r>
            <a:endParaRPr lang="nb-NO" sz="900" i="1" dirty="0">
              <a:solidFill>
                <a:schemeClr val="tx1"/>
              </a:solidFill>
            </a:endParaRPr>
          </a:p>
        </p:txBody>
      </p:sp>
      <p:sp>
        <p:nvSpPr>
          <p:cNvPr id="22" name="Parallellogram 21">
            <a:hlinkClick r:id="rId26" action="ppaction://hlinksldjump"/>
          </p:cNvPr>
          <p:cNvSpPr/>
          <p:nvPr userDrawn="1"/>
        </p:nvSpPr>
        <p:spPr>
          <a:xfrm>
            <a:off x="4038212"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Refleksjon og oppsummering</a:t>
            </a:r>
            <a:endParaRPr lang="nb-NO" sz="900" i="1" dirty="0">
              <a:solidFill>
                <a:schemeClr val="tx1"/>
              </a:solidFill>
            </a:endParaRPr>
          </a:p>
        </p:txBody>
      </p:sp>
      <p:sp>
        <p:nvSpPr>
          <p:cNvPr id="23" name="Parallellogram 22">
            <a:hlinkClick r:id="rId27" action="ppaction://hlinksldjump"/>
          </p:cNvPr>
          <p:cNvSpPr/>
          <p:nvPr userDrawn="1"/>
        </p:nvSpPr>
        <p:spPr>
          <a:xfrm>
            <a:off x="5291332" y="152613"/>
            <a:ext cx="1368000" cy="684000"/>
          </a:xfrm>
          <a:prstGeom prst="parallelogram">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Tilstrekkelig øving</a:t>
            </a:r>
            <a:endParaRPr lang="nb-NO" sz="900" i="1" dirty="0">
              <a:solidFill>
                <a:schemeClr val="tx1"/>
              </a:solidFill>
            </a:endParaRPr>
          </a:p>
        </p:txBody>
      </p:sp>
      <p:sp>
        <p:nvSpPr>
          <p:cNvPr id="24" name="Handlingsknapp: gå til Hjem 23">
            <a:hlinkClick r:id="" action="ppaction://hlinkshowjump?jump=firstslide" highlightClick="1"/>
          </p:cNvPr>
          <p:cNvSpPr/>
          <p:nvPr userDrawn="1"/>
        </p:nvSpPr>
        <p:spPr>
          <a:xfrm>
            <a:off x="2792571" y="6148372"/>
            <a:ext cx="504000" cy="517667"/>
          </a:xfrm>
          <a:prstGeom prst="actionButtonHom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25" name="Handlingsknapp: gå tilbake eller til forrige 24">
            <a:hlinkClick r:id="" action="ppaction://hlinkshowjump?jump=previousslide" highlightClick="1"/>
          </p:cNvPr>
          <p:cNvSpPr/>
          <p:nvPr userDrawn="1"/>
        </p:nvSpPr>
        <p:spPr>
          <a:xfrm>
            <a:off x="3366413" y="6148372"/>
            <a:ext cx="504000" cy="517667"/>
          </a:xfrm>
          <a:prstGeom prst="actionButtonBackPrevious">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26" name="Handlingsknapp: gå framover eller til neste 25">
            <a:hlinkClick r:id="" action="ppaction://hlinkshowjump?jump=nextslide" highlightClick="1"/>
          </p:cNvPr>
          <p:cNvSpPr/>
          <p:nvPr userDrawn="1"/>
        </p:nvSpPr>
        <p:spPr>
          <a:xfrm>
            <a:off x="3940255" y="6148372"/>
            <a:ext cx="504000" cy="517667"/>
          </a:xfrm>
          <a:prstGeom prst="actionButtonForwardNex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27" name="Bilde 26" descr="Skjermutklipp">
            <a:hlinkClick r:id="rId28"/>
          </p:cNvPr>
          <p:cNvPicPr>
            <a:picLocks noChangeAspect="1"/>
          </p:cNvPicPr>
          <p:nvPr userDrawn="1"/>
        </p:nvPicPr>
        <p:blipFill>
          <a:blip r:embed="rId29">
            <a:extLst>
              <a:ext uri="{28A0092B-C50C-407E-A947-70E740481C1C}">
                <a14:useLocalDpi xmlns:a14="http://schemas.microsoft.com/office/drawing/2010/main" val="0"/>
              </a:ext>
            </a:extLst>
          </a:blip>
          <a:stretch>
            <a:fillRect/>
          </a:stretch>
        </p:blipFill>
        <p:spPr>
          <a:xfrm>
            <a:off x="4584245" y="6148372"/>
            <a:ext cx="398655" cy="504000"/>
          </a:xfrm>
          <a:prstGeom prst="rect">
            <a:avLst/>
          </a:prstGeom>
        </p:spPr>
      </p:pic>
      <p:pic>
        <p:nvPicPr>
          <p:cNvPr id="28" name="Bilde 27">
            <a:hlinkClick r:id="rId30"/>
          </p:cNvPr>
          <p:cNvPicPr>
            <a:picLocks noChangeAspect="1"/>
          </p:cNvPicPr>
          <p:nvPr userDrawn="1"/>
        </p:nvPicPr>
        <p:blipFill>
          <a:blip r:embed="rId31">
            <a:extLst>
              <a:ext uri="{28A0092B-C50C-407E-A947-70E740481C1C}">
                <a14:useLocalDpi xmlns:a14="http://schemas.microsoft.com/office/drawing/2010/main" val="0"/>
              </a:ext>
            </a:extLst>
          </a:blip>
          <a:stretch>
            <a:fillRect/>
          </a:stretch>
        </p:blipFill>
        <p:spPr>
          <a:xfrm>
            <a:off x="2135560" y="6147796"/>
            <a:ext cx="528384" cy="528384"/>
          </a:xfrm>
          <a:prstGeom prst="rect">
            <a:avLst/>
          </a:prstGeom>
        </p:spPr>
      </p:pic>
    </p:spTree>
    <p:extLst>
      <p:ext uri="{BB962C8B-B14F-4D97-AF65-F5344CB8AC3E}">
        <p14:creationId xmlns:p14="http://schemas.microsoft.com/office/powerpoint/2010/main" val="3545520767"/>
      </p:ext>
    </p:extLst>
  </p:cSld>
  <p:clrMap bg1="lt1" tx1="dk1" bg2="lt2" tx2="dk2" accent1="accent1" accent2="accent2" accent3="accent3" accent4="accent4" accent5="accent5" accent6="accent6" hlink="hlink" folHlink="folHlink"/>
  <p:sldLayoutIdLst>
    <p:sldLayoutId id="2147486362" r:id="rId1"/>
    <p:sldLayoutId id="2147486363" r:id="rId2"/>
    <p:sldLayoutId id="2147486364" r:id="rId3"/>
    <p:sldLayoutId id="2147486365" r:id="rId4"/>
    <p:sldLayoutId id="2147486366" r:id="rId5"/>
    <p:sldLayoutId id="2147486367" r:id="rId6"/>
    <p:sldLayoutId id="2147486368" r:id="rId7"/>
    <p:sldLayoutId id="2147486369" r:id="rId8"/>
    <p:sldLayoutId id="2147486370" r:id="rId9"/>
    <p:sldLayoutId id="2147486371" r:id="rId10"/>
    <p:sldLayoutId id="2147486372" r:id="rId11"/>
    <p:sldLayoutId id="2147486373" r:id="rId12"/>
    <p:sldLayoutId id="2147486374" r:id="rId13"/>
    <p:sldLayoutId id="2147486375" r:id="rId14"/>
    <p:sldLayoutId id="2147486376" r:id="rId15"/>
    <p:sldLayoutId id="2147486377" r:id="rId16"/>
    <p:sldLayoutId id="2147486378" r:id="rId17"/>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ittel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b-NO"/>
              <a:t>Klikk for å redigere tittelstil</a:t>
            </a:r>
          </a:p>
        </p:txBody>
      </p:sp>
      <p:sp>
        <p:nvSpPr>
          <p:cNvPr id="3" name="Plassholder for teks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9B411A8-CDC6-4081-89C7-DF0A2B085D26}" type="datetime1">
              <a:rPr lang="nb-NO" smtClean="0"/>
              <a:t>27.08.2024</a:t>
            </a:fld>
            <a:endParaRPr lang="nb-NO"/>
          </a:p>
        </p:txBody>
      </p:sp>
      <p:sp>
        <p:nvSpPr>
          <p:cNvPr id="5" name="Plassholder for bunntekst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nb-NO"/>
              <a:t>Control Trafikkskole</a:t>
            </a:r>
          </a:p>
        </p:txBody>
      </p:sp>
      <p:sp>
        <p:nvSpPr>
          <p:cNvPr id="6" name="Plassholder for lysbildenumm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EBBCFE-599B-47F9-B84D-4259C5E2055D}" type="slidenum">
              <a:rPr lang="nb-NO" smtClean="0"/>
              <a:t>‹#›</a:t>
            </a:fld>
            <a:endParaRPr lang="nb-NO"/>
          </a:p>
        </p:txBody>
      </p:sp>
      <p:sp>
        <p:nvSpPr>
          <p:cNvPr id="7" name="Rektangel 6"/>
          <p:cNvSpPr/>
          <p:nvPr userDrawn="1"/>
        </p:nvSpPr>
        <p:spPr>
          <a:xfrm>
            <a:off x="353025" y="2230305"/>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S</a:t>
            </a:r>
          </a:p>
        </p:txBody>
      </p:sp>
      <p:sp>
        <p:nvSpPr>
          <p:cNvPr id="8" name="Rektangel 7"/>
          <p:cNvSpPr/>
          <p:nvPr userDrawn="1"/>
        </p:nvSpPr>
        <p:spPr>
          <a:xfrm>
            <a:off x="262178" y="283839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O</a:t>
            </a:r>
          </a:p>
        </p:txBody>
      </p:sp>
      <p:sp>
        <p:nvSpPr>
          <p:cNvPr id="9" name="Rektangel 8"/>
          <p:cNvSpPr/>
          <p:nvPr userDrawn="1"/>
        </p:nvSpPr>
        <p:spPr>
          <a:xfrm>
            <a:off x="170143" y="3446489"/>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A</a:t>
            </a:r>
          </a:p>
        </p:txBody>
      </p:sp>
      <p:sp>
        <p:nvSpPr>
          <p:cNvPr id="10" name="Parallellogram 9">
            <a:hlinkClick r:id="rId19" action="ppaction://hlinksldjump"/>
          </p:cNvPr>
          <p:cNvSpPr/>
          <p:nvPr userDrawn="1"/>
        </p:nvSpPr>
        <p:spPr>
          <a:xfrm>
            <a:off x="5367340"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1</a:t>
            </a:r>
          </a:p>
        </p:txBody>
      </p:sp>
      <p:sp>
        <p:nvSpPr>
          <p:cNvPr id="11" name="Parallellogram 10">
            <a:hlinkClick r:id="rId20" action="ppaction://hlinksldjump"/>
          </p:cNvPr>
          <p:cNvSpPr/>
          <p:nvPr userDrawn="1"/>
        </p:nvSpPr>
        <p:spPr>
          <a:xfrm>
            <a:off x="6877153"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2</a:t>
            </a:r>
          </a:p>
        </p:txBody>
      </p:sp>
      <p:sp>
        <p:nvSpPr>
          <p:cNvPr id="12" name="Parallellogram 11">
            <a:hlinkClick r:id="rId21" action="ppaction://hlinksldjump"/>
          </p:cNvPr>
          <p:cNvSpPr/>
          <p:nvPr userDrawn="1"/>
        </p:nvSpPr>
        <p:spPr>
          <a:xfrm>
            <a:off x="838771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3</a:t>
            </a:r>
          </a:p>
        </p:txBody>
      </p:sp>
      <p:sp>
        <p:nvSpPr>
          <p:cNvPr id="13" name="Parallellogram 12">
            <a:hlinkClick r:id="rId22" action="ppaction://hlinksldjump"/>
          </p:cNvPr>
          <p:cNvSpPr/>
          <p:nvPr userDrawn="1"/>
        </p:nvSpPr>
        <p:spPr>
          <a:xfrm>
            <a:off x="9898274" y="6148372"/>
            <a:ext cx="1511308" cy="518400"/>
          </a:xfrm>
          <a:prstGeom prst="parallelogram">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4</a:t>
            </a:r>
          </a:p>
        </p:txBody>
      </p:sp>
      <p:sp>
        <p:nvSpPr>
          <p:cNvPr id="14" name="Rektangel 13"/>
          <p:cNvSpPr/>
          <p:nvPr userDrawn="1"/>
        </p:nvSpPr>
        <p:spPr>
          <a:xfrm>
            <a:off x="48893" y="406347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H</a:t>
            </a:r>
          </a:p>
        </p:txBody>
      </p:sp>
      <p:sp>
        <p:nvSpPr>
          <p:cNvPr id="19" name="Parallellogram 18">
            <a:hlinkClick r:id="rId23" action="ppaction://hlinksldjump"/>
          </p:cNvPr>
          <p:cNvSpPr/>
          <p:nvPr userDrawn="1"/>
        </p:nvSpPr>
        <p:spPr>
          <a:xfrm>
            <a:off x="300038"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nb-NO" sz="900" dirty="0">
                <a:solidFill>
                  <a:schemeClr val="tx1"/>
                </a:solidFill>
              </a:rPr>
              <a:t>Bilkjøringens risiko </a:t>
            </a:r>
          </a:p>
        </p:txBody>
      </p:sp>
      <p:sp>
        <p:nvSpPr>
          <p:cNvPr id="20" name="Parallellogram 19">
            <a:hlinkClick r:id="rId24" action="ppaction://hlinksldjump"/>
          </p:cNvPr>
          <p:cNvSpPr/>
          <p:nvPr userDrawn="1"/>
        </p:nvSpPr>
        <p:spPr>
          <a:xfrm>
            <a:off x="1542565"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nb-NO" sz="900" dirty="0">
                <a:solidFill>
                  <a:schemeClr val="tx1"/>
                </a:solidFill>
              </a:rPr>
              <a:t>Kjøring i landevegsmiljø  </a:t>
            </a:r>
          </a:p>
        </p:txBody>
      </p:sp>
      <p:sp>
        <p:nvSpPr>
          <p:cNvPr id="21" name="Parallellogram 20">
            <a:hlinkClick r:id="rId25" action="ppaction://hlinksldjump"/>
          </p:cNvPr>
          <p:cNvSpPr/>
          <p:nvPr userDrawn="1"/>
        </p:nvSpPr>
        <p:spPr>
          <a:xfrm>
            <a:off x="2795685"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Planlegging og kjøring i variert trafikkmiljø </a:t>
            </a:r>
            <a:endParaRPr lang="nb-NO" sz="900" i="1" dirty="0">
              <a:solidFill>
                <a:schemeClr val="tx1"/>
              </a:solidFill>
            </a:endParaRPr>
          </a:p>
        </p:txBody>
      </p:sp>
      <p:sp>
        <p:nvSpPr>
          <p:cNvPr id="22" name="Parallellogram 21">
            <a:hlinkClick r:id="rId26" action="ppaction://hlinksldjump"/>
          </p:cNvPr>
          <p:cNvSpPr/>
          <p:nvPr userDrawn="1"/>
        </p:nvSpPr>
        <p:spPr>
          <a:xfrm>
            <a:off x="4038212" y="152613"/>
            <a:ext cx="1368000" cy="6840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Refleksjon og oppsummering</a:t>
            </a:r>
            <a:endParaRPr lang="nb-NO" sz="900" i="1" dirty="0">
              <a:solidFill>
                <a:schemeClr val="tx1"/>
              </a:solidFill>
            </a:endParaRPr>
          </a:p>
        </p:txBody>
      </p:sp>
      <p:sp>
        <p:nvSpPr>
          <p:cNvPr id="23" name="Parallellogram 22">
            <a:hlinkClick r:id="rId27" action="ppaction://hlinksldjump"/>
          </p:cNvPr>
          <p:cNvSpPr/>
          <p:nvPr userDrawn="1"/>
        </p:nvSpPr>
        <p:spPr>
          <a:xfrm>
            <a:off x="5291332"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Tilstrekkelig øving</a:t>
            </a:r>
            <a:endParaRPr lang="nb-NO" sz="900" i="1" dirty="0">
              <a:solidFill>
                <a:schemeClr val="tx1"/>
              </a:solidFill>
            </a:endParaRPr>
          </a:p>
        </p:txBody>
      </p:sp>
      <p:sp>
        <p:nvSpPr>
          <p:cNvPr id="24" name="Handlingsknapp: gå til Hjem 23">
            <a:hlinkClick r:id="" action="ppaction://hlinkshowjump?jump=firstslide" highlightClick="1"/>
          </p:cNvPr>
          <p:cNvSpPr/>
          <p:nvPr userDrawn="1"/>
        </p:nvSpPr>
        <p:spPr>
          <a:xfrm>
            <a:off x="2792571" y="6148372"/>
            <a:ext cx="504000" cy="517667"/>
          </a:xfrm>
          <a:prstGeom prst="actionButtonHom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25" name="Handlingsknapp: gå tilbake eller til forrige 24">
            <a:hlinkClick r:id="" action="ppaction://hlinkshowjump?jump=previousslide" highlightClick="1"/>
          </p:cNvPr>
          <p:cNvSpPr/>
          <p:nvPr userDrawn="1"/>
        </p:nvSpPr>
        <p:spPr>
          <a:xfrm>
            <a:off x="3366413" y="6148372"/>
            <a:ext cx="504000" cy="517667"/>
          </a:xfrm>
          <a:prstGeom prst="actionButtonBackPrevious">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26" name="Handlingsknapp: gå framover eller til neste 25">
            <a:hlinkClick r:id="" action="ppaction://hlinkshowjump?jump=nextslide" highlightClick="1"/>
          </p:cNvPr>
          <p:cNvSpPr/>
          <p:nvPr userDrawn="1"/>
        </p:nvSpPr>
        <p:spPr>
          <a:xfrm>
            <a:off x="3940255" y="6148372"/>
            <a:ext cx="504000" cy="517667"/>
          </a:xfrm>
          <a:prstGeom prst="actionButtonForwardNex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27" name="Bilde 26" descr="Skjermutklipp">
            <a:hlinkClick r:id="rId28"/>
          </p:cNvPr>
          <p:cNvPicPr>
            <a:picLocks noChangeAspect="1"/>
          </p:cNvPicPr>
          <p:nvPr userDrawn="1"/>
        </p:nvPicPr>
        <p:blipFill>
          <a:blip r:embed="rId29">
            <a:extLst>
              <a:ext uri="{28A0092B-C50C-407E-A947-70E740481C1C}">
                <a14:useLocalDpi xmlns:a14="http://schemas.microsoft.com/office/drawing/2010/main" val="0"/>
              </a:ext>
            </a:extLst>
          </a:blip>
          <a:stretch>
            <a:fillRect/>
          </a:stretch>
        </p:blipFill>
        <p:spPr>
          <a:xfrm>
            <a:off x="4584245" y="6148372"/>
            <a:ext cx="398655" cy="504000"/>
          </a:xfrm>
          <a:prstGeom prst="rect">
            <a:avLst/>
          </a:prstGeom>
        </p:spPr>
      </p:pic>
      <p:pic>
        <p:nvPicPr>
          <p:cNvPr id="28" name="Bilde 27">
            <a:hlinkClick r:id="rId30"/>
          </p:cNvPr>
          <p:cNvPicPr>
            <a:picLocks noChangeAspect="1"/>
          </p:cNvPicPr>
          <p:nvPr userDrawn="1"/>
        </p:nvPicPr>
        <p:blipFill>
          <a:blip r:embed="rId31">
            <a:extLst>
              <a:ext uri="{28A0092B-C50C-407E-A947-70E740481C1C}">
                <a14:useLocalDpi xmlns:a14="http://schemas.microsoft.com/office/drawing/2010/main" val="0"/>
              </a:ext>
            </a:extLst>
          </a:blip>
          <a:stretch>
            <a:fillRect/>
          </a:stretch>
        </p:blipFill>
        <p:spPr>
          <a:xfrm>
            <a:off x="2135560" y="6147796"/>
            <a:ext cx="528384" cy="528384"/>
          </a:xfrm>
          <a:prstGeom prst="rect">
            <a:avLst/>
          </a:prstGeom>
        </p:spPr>
      </p:pic>
    </p:spTree>
    <p:extLst>
      <p:ext uri="{BB962C8B-B14F-4D97-AF65-F5344CB8AC3E}">
        <p14:creationId xmlns:p14="http://schemas.microsoft.com/office/powerpoint/2010/main" val="3248558108"/>
      </p:ext>
    </p:extLst>
  </p:cSld>
  <p:clrMap bg1="lt1" tx1="dk1" bg2="lt2" tx2="dk2" accent1="accent1" accent2="accent2" accent3="accent3" accent4="accent4" accent5="accent5" accent6="accent6" hlink="hlink" folHlink="folHlink"/>
  <p:sldLayoutIdLst>
    <p:sldLayoutId id="2147486380" r:id="rId1"/>
    <p:sldLayoutId id="2147486381" r:id="rId2"/>
    <p:sldLayoutId id="2147486382" r:id="rId3"/>
    <p:sldLayoutId id="2147486383" r:id="rId4"/>
    <p:sldLayoutId id="2147486384" r:id="rId5"/>
    <p:sldLayoutId id="2147486385" r:id="rId6"/>
    <p:sldLayoutId id="2147486386" r:id="rId7"/>
    <p:sldLayoutId id="2147486387" r:id="rId8"/>
    <p:sldLayoutId id="2147486388" r:id="rId9"/>
    <p:sldLayoutId id="2147486389" r:id="rId10"/>
    <p:sldLayoutId id="2147486390" r:id="rId11"/>
    <p:sldLayoutId id="2147486391" r:id="rId12"/>
    <p:sldLayoutId id="2147486392" r:id="rId13"/>
    <p:sldLayoutId id="2147486393" r:id="rId14"/>
    <p:sldLayoutId id="2147486394" r:id="rId15"/>
    <p:sldLayoutId id="2147486395" r:id="rId16"/>
    <p:sldLayoutId id="2147486396" r:id="rId17"/>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ittel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b-NO"/>
              <a:t>Klikk for å redigere tittelstil</a:t>
            </a:r>
          </a:p>
        </p:txBody>
      </p:sp>
      <p:sp>
        <p:nvSpPr>
          <p:cNvPr id="3" name="Plassholder for tekst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b-NO"/>
              <a:t>Rediger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083F81-66E9-492B-97BD-55659949F64A}" type="datetime1">
              <a:rPr lang="nb-NO" smtClean="0"/>
              <a:t>27.08.2024</a:t>
            </a:fld>
            <a:endParaRPr lang="nb-NO"/>
          </a:p>
        </p:txBody>
      </p:sp>
      <p:sp>
        <p:nvSpPr>
          <p:cNvPr id="5" name="Plassholder for bunntekst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nb-NO"/>
              <a:t>Control Trafikkskole</a:t>
            </a:r>
          </a:p>
        </p:txBody>
      </p:sp>
      <p:sp>
        <p:nvSpPr>
          <p:cNvPr id="6" name="Plassholder for lysbildenumm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EBBCFE-599B-47F9-B84D-4259C5E2055D}" type="slidenum">
              <a:rPr lang="nb-NO" smtClean="0"/>
              <a:t>‹#›</a:t>
            </a:fld>
            <a:endParaRPr lang="nb-NO"/>
          </a:p>
        </p:txBody>
      </p:sp>
      <p:sp>
        <p:nvSpPr>
          <p:cNvPr id="7" name="Rektangel 6"/>
          <p:cNvSpPr/>
          <p:nvPr userDrawn="1"/>
        </p:nvSpPr>
        <p:spPr>
          <a:xfrm>
            <a:off x="353025" y="2230305"/>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S</a:t>
            </a:r>
          </a:p>
        </p:txBody>
      </p:sp>
      <p:sp>
        <p:nvSpPr>
          <p:cNvPr id="8" name="Rektangel 7"/>
          <p:cNvSpPr/>
          <p:nvPr userDrawn="1"/>
        </p:nvSpPr>
        <p:spPr>
          <a:xfrm>
            <a:off x="262178" y="283839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O</a:t>
            </a:r>
          </a:p>
        </p:txBody>
      </p:sp>
      <p:sp>
        <p:nvSpPr>
          <p:cNvPr id="9" name="Rektangel 8"/>
          <p:cNvSpPr/>
          <p:nvPr userDrawn="1"/>
        </p:nvSpPr>
        <p:spPr>
          <a:xfrm>
            <a:off x="170143" y="3446489"/>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A</a:t>
            </a:r>
          </a:p>
        </p:txBody>
      </p:sp>
      <p:sp>
        <p:nvSpPr>
          <p:cNvPr id="10" name="Parallellogram 9">
            <a:hlinkClick r:id="rId20" action="ppaction://hlinksldjump"/>
          </p:cNvPr>
          <p:cNvSpPr/>
          <p:nvPr userDrawn="1"/>
        </p:nvSpPr>
        <p:spPr>
          <a:xfrm>
            <a:off x="5367340"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1</a:t>
            </a:r>
          </a:p>
        </p:txBody>
      </p:sp>
      <p:sp>
        <p:nvSpPr>
          <p:cNvPr id="11" name="Parallellogram 10">
            <a:hlinkClick r:id="rId21" action="ppaction://hlinksldjump"/>
          </p:cNvPr>
          <p:cNvSpPr/>
          <p:nvPr userDrawn="1"/>
        </p:nvSpPr>
        <p:spPr>
          <a:xfrm>
            <a:off x="6877153"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2</a:t>
            </a:r>
          </a:p>
        </p:txBody>
      </p:sp>
      <p:sp>
        <p:nvSpPr>
          <p:cNvPr id="12" name="Parallellogram 11">
            <a:hlinkClick r:id="rId22" action="ppaction://hlinksldjump"/>
          </p:cNvPr>
          <p:cNvSpPr/>
          <p:nvPr userDrawn="1"/>
        </p:nvSpPr>
        <p:spPr>
          <a:xfrm>
            <a:off x="838771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3</a:t>
            </a:r>
          </a:p>
        </p:txBody>
      </p:sp>
      <p:sp>
        <p:nvSpPr>
          <p:cNvPr id="13" name="Parallellogram 12">
            <a:hlinkClick r:id="rId23" action="ppaction://hlinksldjump"/>
          </p:cNvPr>
          <p:cNvSpPr/>
          <p:nvPr userDrawn="1"/>
        </p:nvSpPr>
        <p:spPr>
          <a:xfrm>
            <a:off x="9898274" y="6148372"/>
            <a:ext cx="1511308" cy="518400"/>
          </a:xfrm>
          <a:prstGeom prst="parallelogram">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4</a:t>
            </a:r>
          </a:p>
        </p:txBody>
      </p:sp>
      <p:sp>
        <p:nvSpPr>
          <p:cNvPr id="14" name="Rektangel 13"/>
          <p:cNvSpPr/>
          <p:nvPr userDrawn="1"/>
        </p:nvSpPr>
        <p:spPr>
          <a:xfrm>
            <a:off x="48893" y="4063477"/>
            <a:ext cx="716647" cy="6185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3200" b="1" i="1" dirty="0">
                <a:ln w="10160">
                  <a:solidFill>
                    <a:schemeClr val="tx1"/>
                  </a:solidFill>
                  <a:prstDash val="solid"/>
                </a:ln>
                <a:solidFill>
                  <a:schemeClr val="bg1"/>
                </a:solidFill>
                <a:effectLst>
                  <a:outerShdw blurRad="38100" dist="22860" dir="5400000" algn="tl" rotWithShape="0">
                    <a:srgbClr val="000000">
                      <a:alpha val="30000"/>
                    </a:srgbClr>
                  </a:outerShdw>
                </a:effectLst>
              </a:rPr>
              <a:t>H</a:t>
            </a:r>
          </a:p>
        </p:txBody>
      </p:sp>
      <p:sp>
        <p:nvSpPr>
          <p:cNvPr id="19" name="Parallellogram 18">
            <a:hlinkClick r:id="rId24" action="ppaction://hlinksldjump"/>
          </p:cNvPr>
          <p:cNvSpPr/>
          <p:nvPr userDrawn="1"/>
        </p:nvSpPr>
        <p:spPr>
          <a:xfrm>
            <a:off x="300038"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nb-NO" sz="900" dirty="0">
                <a:solidFill>
                  <a:schemeClr val="tx1"/>
                </a:solidFill>
              </a:rPr>
              <a:t>Bilkjøringens risiko </a:t>
            </a:r>
          </a:p>
        </p:txBody>
      </p:sp>
      <p:sp>
        <p:nvSpPr>
          <p:cNvPr id="20" name="Parallellogram 19">
            <a:hlinkClick r:id="rId25" action="ppaction://hlinksldjump"/>
          </p:cNvPr>
          <p:cNvSpPr/>
          <p:nvPr userDrawn="1"/>
        </p:nvSpPr>
        <p:spPr>
          <a:xfrm>
            <a:off x="1542565"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nb-NO" sz="900" dirty="0">
                <a:solidFill>
                  <a:schemeClr val="tx1"/>
                </a:solidFill>
              </a:rPr>
              <a:t>Kjøring i landevegsmiljø  </a:t>
            </a:r>
          </a:p>
        </p:txBody>
      </p:sp>
      <p:sp>
        <p:nvSpPr>
          <p:cNvPr id="21" name="Parallellogram 20">
            <a:hlinkClick r:id="rId26" action="ppaction://hlinksldjump"/>
          </p:cNvPr>
          <p:cNvSpPr/>
          <p:nvPr userDrawn="1"/>
        </p:nvSpPr>
        <p:spPr>
          <a:xfrm>
            <a:off x="2795685"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Planlegging og kjøring i variert trafikkmiljø </a:t>
            </a:r>
            <a:endParaRPr lang="nb-NO" sz="900" i="1" dirty="0">
              <a:solidFill>
                <a:schemeClr val="tx1"/>
              </a:solidFill>
            </a:endParaRPr>
          </a:p>
        </p:txBody>
      </p:sp>
      <p:sp>
        <p:nvSpPr>
          <p:cNvPr id="22" name="Parallellogram 21">
            <a:hlinkClick r:id="rId27" action="ppaction://hlinksldjump"/>
          </p:cNvPr>
          <p:cNvSpPr/>
          <p:nvPr userDrawn="1"/>
        </p:nvSpPr>
        <p:spPr>
          <a:xfrm>
            <a:off x="4038212" y="152613"/>
            <a:ext cx="1368000" cy="6840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Refleksjon og oppsummering</a:t>
            </a:r>
            <a:endParaRPr lang="nb-NO" sz="900" i="1" dirty="0">
              <a:solidFill>
                <a:schemeClr val="tx1"/>
              </a:solidFill>
            </a:endParaRPr>
          </a:p>
        </p:txBody>
      </p:sp>
      <p:sp>
        <p:nvSpPr>
          <p:cNvPr id="23" name="Parallellogram 22">
            <a:hlinkClick r:id="rId28" action="ppaction://hlinksldjump"/>
          </p:cNvPr>
          <p:cNvSpPr/>
          <p:nvPr userDrawn="1"/>
        </p:nvSpPr>
        <p:spPr>
          <a:xfrm>
            <a:off x="5291332" y="152613"/>
            <a:ext cx="1368000" cy="6840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Tilstrekkelig øving</a:t>
            </a:r>
            <a:endParaRPr lang="nb-NO" sz="900" i="1" dirty="0">
              <a:solidFill>
                <a:schemeClr val="tx1"/>
              </a:solidFill>
            </a:endParaRPr>
          </a:p>
        </p:txBody>
      </p:sp>
      <p:sp>
        <p:nvSpPr>
          <p:cNvPr id="24" name="Handlingsknapp: gå til Hjem 23">
            <a:hlinkClick r:id="" action="ppaction://hlinkshowjump?jump=firstslide" highlightClick="1"/>
          </p:cNvPr>
          <p:cNvSpPr/>
          <p:nvPr userDrawn="1"/>
        </p:nvSpPr>
        <p:spPr>
          <a:xfrm>
            <a:off x="2792571" y="6148372"/>
            <a:ext cx="504000" cy="517667"/>
          </a:xfrm>
          <a:prstGeom prst="actionButtonHom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25" name="Handlingsknapp: gå tilbake eller til forrige 24">
            <a:hlinkClick r:id="" action="ppaction://hlinkshowjump?jump=previousslide" highlightClick="1"/>
          </p:cNvPr>
          <p:cNvSpPr/>
          <p:nvPr userDrawn="1"/>
        </p:nvSpPr>
        <p:spPr>
          <a:xfrm>
            <a:off x="3366413" y="6148372"/>
            <a:ext cx="504000" cy="517667"/>
          </a:xfrm>
          <a:prstGeom prst="actionButtonBackPrevious">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26" name="Handlingsknapp: gå framover eller til neste 25">
            <a:hlinkClick r:id="" action="ppaction://hlinkshowjump?jump=nextslide" highlightClick="1"/>
          </p:cNvPr>
          <p:cNvSpPr/>
          <p:nvPr userDrawn="1"/>
        </p:nvSpPr>
        <p:spPr>
          <a:xfrm>
            <a:off x="3940255" y="6148372"/>
            <a:ext cx="504000" cy="517667"/>
          </a:xfrm>
          <a:prstGeom prst="actionButtonForwardNex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27" name="Bilde 26" descr="Skjermutklipp">
            <a:hlinkClick r:id="rId29"/>
          </p:cNvPr>
          <p:cNvPicPr>
            <a:picLocks noChangeAspect="1"/>
          </p:cNvPicPr>
          <p:nvPr userDrawn="1"/>
        </p:nvPicPr>
        <p:blipFill>
          <a:blip r:embed="rId30">
            <a:extLst>
              <a:ext uri="{28A0092B-C50C-407E-A947-70E740481C1C}">
                <a14:useLocalDpi xmlns:a14="http://schemas.microsoft.com/office/drawing/2010/main" val="0"/>
              </a:ext>
            </a:extLst>
          </a:blip>
          <a:stretch>
            <a:fillRect/>
          </a:stretch>
        </p:blipFill>
        <p:spPr>
          <a:xfrm>
            <a:off x="4584245" y="6148372"/>
            <a:ext cx="398655" cy="504000"/>
          </a:xfrm>
          <a:prstGeom prst="rect">
            <a:avLst/>
          </a:prstGeom>
        </p:spPr>
      </p:pic>
      <p:pic>
        <p:nvPicPr>
          <p:cNvPr id="28" name="Bilde 27">
            <a:hlinkClick r:id="rId31"/>
          </p:cNvPr>
          <p:cNvPicPr>
            <a:picLocks noChangeAspect="1"/>
          </p:cNvPicPr>
          <p:nvPr userDrawn="1"/>
        </p:nvPicPr>
        <p:blipFill>
          <a:blip r:embed="rId32">
            <a:extLst>
              <a:ext uri="{28A0092B-C50C-407E-A947-70E740481C1C}">
                <a14:useLocalDpi xmlns:a14="http://schemas.microsoft.com/office/drawing/2010/main" val="0"/>
              </a:ext>
            </a:extLst>
          </a:blip>
          <a:stretch>
            <a:fillRect/>
          </a:stretch>
        </p:blipFill>
        <p:spPr>
          <a:xfrm>
            <a:off x="2135560" y="6147796"/>
            <a:ext cx="528384" cy="528384"/>
          </a:xfrm>
          <a:prstGeom prst="rect">
            <a:avLst/>
          </a:prstGeom>
        </p:spPr>
      </p:pic>
    </p:spTree>
    <p:extLst>
      <p:ext uri="{BB962C8B-B14F-4D97-AF65-F5344CB8AC3E}">
        <p14:creationId xmlns:p14="http://schemas.microsoft.com/office/powerpoint/2010/main" val="3951284808"/>
      </p:ext>
    </p:extLst>
  </p:cSld>
  <p:clrMap bg1="lt1" tx1="dk1" bg2="lt2" tx2="dk2" accent1="accent1" accent2="accent2" accent3="accent3" accent4="accent4" accent5="accent5" accent6="accent6" hlink="hlink" folHlink="folHlink"/>
  <p:sldLayoutIdLst>
    <p:sldLayoutId id="2147486416" r:id="rId1"/>
    <p:sldLayoutId id="2147486417" r:id="rId2"/>
    <p:sldLayoutId id="2147486418" r:id="rId3"/>
    <p:sldLayoutId id="2147486419" r:id="rId4"/>
    <p:sldLayoutId id="2147486420" r:id="rId5"/>
    <p:sldLayoutId id="2147486421" r:id="rId6"/>
    <p:sldLayoutId id="2147486422" r:id="rId7"/>
    <p:sldLayoutId id="2147486447" r:id="rId8"/>
    <p:sldLayoutId id="2147486448" r:id="rId9"/>
    <p:sldLayoutId id="2147486449" r:id="rId10"/>
    <p:sldLayoutId id="2147486450" r:id="rId11"/>
    <p:sldLayoutId id="2147486451" r:id="rId12"/>
    <p:sldLayoutId id="2147486446" r:id="rId13"/>
    <p:sldLayoutId id="2147486423" r:id="rId14"/>
    <p:sldLayoutId id="2147486424" r:id="rId15"/>
    <p:sldLayoutId id="2147486425" r:id="rId16"/>
    <p:sldLayoutId id="2147486426" r:id="rId17"/>
    <p:sldLayoutId id="2147486427" r:id="rId18"/>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 Target="slide210.xml" /><Relationship Id="rId13" Type="http://schemas.openxmlformats.org/officeDocument/2006/relationships/image" Target="../media/image2.png" /><Relationship Id="rId3" Type="http://schemas.openxmlformats.org/officeDocument/2006/relationships/image" Target="../media/image5.jpg" /><Relationship Id="rId7" Type="http://schemas.openxmlformats.org/officeDocument/2006/relationships/slide" Target="slide64.xml" /><Relationship Id="rId12" Type="http://schemas.openxmlformats.org/officeDocument/2006/relationships/hyperlink" Target="https://lovdata.no/dokument/SF/forskrift/2004-10-01-1339/KAPITTEL_11#KAPITTEL_11" TargetMode="External" /><Relationship Id="rId2" Type="http://schemas.openxmlformats.org/officeDocument/2006/relationships/image" Target="../media/image4.png" /><Relationship Id="rId1" Type="http://schemas.openxmlformats.org/officeDocument/2006/relationships/slideLayout" Target="../slideLayouts/slideLayout1.xml" /><Relationship Id="rId6" Type="http://schemas.openxmlformats.org/officeDocument/2006/relationships/slide" Target="slide14.xml" /><Relationship Id="rId11" Type="http://schemas.openxmlformats.org/officeDocument/2006/relationships/image" Target="../media/image1.tmp" /><Relationship Id="rId5" Type="http://schemas.openxmlformats.org/officeDocument/2006/relationships/image" Target="../media/image6.gif" /><Relationship Id="rId10" Type="http://schemas.openxmlformats.org/officeDocument/2006/relationships/hyperlink" Target="http://www.vegvesen.no/_attachment/61490/binary/1151272?fast_title=H%C3%A5ndbok+V851+L%C3%A6replan+f%C3%B8rerkortklasse+B,+B+kode+96+og+BE.pdf" TargetMode="External" /><Relationship Id="rId4" Type="http://schemas.openxmlformats.org/officeDocument/2006/relationships/image" Target="../media/image3.png" /><Relationship Id="rId9" Type="http://schemas.openxmlformats.org/officeDocument/2006/relationships/slide" Target="slide138.xml" /></Relationships>
</file>

<file path=ppt/slides/_rels/slide2.xml.rels><?xml version="1.0" encoding="UTF-8" standalone="yes"?>
<Relationships xmlns="http://schemas.openxmlformats.org/package/2006/relationships"><Relationship Id="rId8" Type="http://schemas.openxmlformats.org/officeDocument/2006/relationships/slide" Target="slide9.xml" /><Relationship Id="rId13" Type="http://schemas.openxmlformats.org/officeDocument/2006/relationships/slide" Target="slide14.xml" /><Relationship Id="rId3" Type="http://schemas.openxmlformats.org/officeDocument/2006/relationships/slide" Target="slide4.xml" /><Relationship Id="rId7" Type="http://schemas.openxmlformats.org/officeDocument/2006/relationships/slide" Target="slide8.xml" /><Relationship Id="rId12" Type="http://schemas.openxmlformats.org/officeDocument/2006/relationships/slide" Target="slide13.xml" /><Relationship Id="rId17" Type="http://schemas.openxmlformats.org/officeDocument/2006/relationships/image" Target="../media/image7.png" /><Relationship Id="rId2" Type="http://schemas.openxmlformats.org/officeDocument/2006/relationships/slide" Target="slide3.xml" /><Relationship Id="rId16" Type="http://schemas.openxmlformats.org/officeDocument/2006/relationships/slide" Target="slide210.xml" /><Relationship Id="rId1" Type="http://schemas.openxmlformats.org/officeDocument/2006/relationships/slideLayout" Target="../slideLayouts/slideLayout8.xml" /><Relationship Id="rId6" Type="http://schemas.openxmlformats.org/officeDocument/2006/relationships/slide" Target="slide7.xml" /><Relationship Id="rId11" Type="http://schemas.openxmlformats.org/officeDocument/2006/relationships/slide" Target="slide12.xml" /><Relationship Id="rId5" Type="http://schemas.openxmlformats.org/officeDocument/2006/relationships/slide" Target="slide6.xml" /><Relationship Id="rId15" Type="http://schemas.openxmlformats.org/officeDocument/2006/relationships/slide" Target="slide138.xml" /><Relationship Id="rId10" Type="http://schemas.openxmlformats.org/officeDocument/2006/relationships/slide" Target="slide11.xml" /><Relationship Id="rId4" Type="http://schemas.openxmlformats.org/officeDocument/2006/relationships/slide" Target="slide5.xml" /><Relationship Id="rId9" Type="http://schemas.openxmlformats.org/officeDocument/2006/relationships/slide" Target="slide10.xml" /><Relationship Id="rId14" Type="http://schemas.openxmlformats.org/officeDocument/2006/relationships/slide" Target="slide64.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 /></Relationships>
</file>

<file path=ppt/slides/_rels/slide6.xml.rels><?xml version="1.0" encoding="UTF-8" standalone="yes"?>
<Relationships xmlns="http://schemas.openxmlformats.org/package/2006/relationships"><Relationship Id="rId2" Type="http://schemas.openxmlformats.org/officeDocument/2006/relationships/image" Target="../media/image8.jpg" /><Relationship Id="rId1" Type="http://schemas.openxmlformats.org/officeDocument/2006/relationships/slideLayout" Target="../slideLayouts/slideLayout8.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 /></Relationships>
</file>

<file path=ppt/slides/_rels/slide8.xml.rels><?xml version="1.0" encoding="UTF-8" standalone="yes"?>
<Relationships xmlns="http://schemas.openxmlformats.org/package/2006/relationships"><Relationship Id="rId2" Type="http://schemas.openxmlformats.org/officeDocument/2006/relationships/image" Target="../media/image6.gif" /><Relationship Id="rId1" Type="http://schemas.openxmlformats.org/officeDocument/2006/relationships/slideLayout" Target="../slideLayouts/slideLayout8.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 /></Relationships>
</file>

<file path=ppt/slides/_rels/slide11.xml.rels><?xml version="1.0" encoding="UTF-8" standalone="yes"?>
<Relationships xmlns="http://schemas.openxmlformats.org/package/2006/relationships"><Relationship Id="rId2" Type="http://schemas.openxmlformats.org/officeDocument/2006/relationships/image" Target="../media/image9.jpg" /><Relationship Id="rId1" Type="http://schemas.openxmlformats.org/officeDocument/2006/relationships/slideLayout" Target="../slideLayouts/slideLayout8.xml" /></Relationships>
</file>

<file path=ppt/slides/_rels/slide12.xml.rels><?xml version="1.0" encoding="UTF-8" standalone="yes"?>
<Relationships xmlns="http://schemas.openxmlformats.org/package/2006/relationships"><Relationship Id="rId2" Type="http://schemas.openxmlformats.org/officeDocument/2006/relationships/image" Target="../media/image10.tmp" /><Relationship Id="rId1" Type="http://schemas.openxmlformats.org/officeDocument/2006/relationships/slideLayout" Target="../slideLayouts/slideLayout8.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0.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6.xml" /></Relationships>
</file>

<file path=ppt/slides/_rels/slide16.xml.rels><?xml version="1.0" encoding="UTF-8" standalone="yes"?>
<Relationships xmlns="http://schemas.openxmlformats.org/package/2006/relationships"><Relationship Id="rId2" Type="http://schemas.openxmlformats.org/officeDocument/2006/relationships/slide" Target="slide15.xml" /><Relationship Id="rId1" Type="http://schemas.openxmlformats.org/officeDocument/2006/relationships/slideLayout" Target="../slideLayouts/slideLayout37.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8.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9.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0.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1.xml"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1.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8.xml"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9.xml" /></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0.xml" /></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1.xml" /></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2.xml" /></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3.xml" /></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4.xml" /></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5.xml" /></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6.xml" /></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7.xml" /></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8.xml" /></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69.xml" /></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80.xml" /></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91.xml" /></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07.xml" /></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08.xml" /></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09.xml" /></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10.xml" /></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11.xml" /></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02.xml" /></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12.xml" /></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24.xml" /></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25.xml" /></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26.xml" /></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27.xml" /></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28.xml" /></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19.xml" /></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29.xml" /></Relationships>
</file>

<file path=ppt/slides/_rels/slide50.xml.rels><?xml version="1.0" encoding="UTF-8" standalone="yes"?>
<Relationships xmlns="http://schemas.openxmlformats.org/package/2006/relationships"><Relationship Id="rId2" Type="http://schemas.openxmlformats.org/officeDocument/2006/relationships/slide" Target="slide50.xml" /><Relationship Id="rId1" Type="http://schemas.openxmlformats.org/officeDocument/2006/relationships/slideLayout" Target="../slideLayouts/slideLayout241.xml" /></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42.xml" /></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43.xml" /></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44.xml" /></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45.xml" /></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36.xml" /></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46.xml" /></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58.xml" /></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59.xml" /></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60.xml" /></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61.xml" /></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62.xml" /></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53.xml" /></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63.xml" /></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70.xml" /></Relationships>
</file>

<file path=ppt/slides/_rels/slide65.xml.rels><?xml version="1.0" encoding="UTF-8" standalone="yes"?>
<Relationships xmlns="http://schemas.openxmlformats.org/package/2006/relationships"><Relationship Id="rId2" Type="http://schemas.openxmlformats.org/officeDocument/2006/relationships/slide" Target="slide65.xml" /><Relationship Id="rId1" Type="http://schemas.openxmlformats.org/officeDocument/2006/relationships/slideLayout" Target="../slideLayouts/slideLayout286.xml" /></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87.xml" /></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88.xml" /></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89.xml" /></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90.xml" /></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81.xml" /></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91.xml" /></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03.xml" /></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04.xml" /></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05.xml" /></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06.xml" /></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07.xml" /></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98.xml" /></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08.xml" /></Relationships>
</file>

<file path=ppt/slides/_rels/slide79.xml.rels><?xml version="1.0" encoding="UTF-8" standalone="yes"?>
<Relationships xmlns="http://schemas.openxmlformats.org/package/2006/relationships"><Relationship Id="rId2" Type="http://schemas.openxmlformats.org/officeDocument/2006/relationships/slide" Target="slide79.xml" /><Relationship Id="rId1" Type="http://schemas.openxmlformats.org/officeDocument/2006/relationships/slideLayout" Target="../slideLayouts/slideLayout315.xml" /></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26.xml" /></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37.xml" /></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48.xml" /></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59.xml" /></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70.xml" /></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81.xml" /></Relationships>
</file>

<file path=ppt/slides/_rels/slide86.xml.rels><?xml version="1.0" encoding="UTF-8" standalone="yes"?>
<Relationships xmlns="http://schemas.openxmlformats.org/package/2006/relationships"><Relationship Id="rId2" Type="http://schemas.openxmlformats.org/officeDocument/2006/relationships/slide" Target="slide86.xml" /><Relationship Id="rId1" Type="http://schemas.openxmlformats.org/officeDocument/2006/relationships/slideLayout" Target="../slideLayouts/slideLayout397.xml" /></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98.xml" /></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99.xml" /></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400.xml" /></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401.xml" /></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402.xml" /></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403.xml" /></Relationships>
</file>

<file path=ppt/slides/_rels/slide93.xml.rels><?xml version="1.0" encoding="UTF-8" standalone="yes"?>
<Relationships xmlns="http://schemas.openxmlformats.org/package/2006/relationships"><Relationship Id="rId2" Type="http://schemas.openxmlformats.org/officeDocument/2006/relationships/slide" Target="slide93.xml" /><Relationship Id="rId1" Type="http://schemas.openxmlformats.org/officeDocument/2006/relationships/slideLayout" Target="../slideLayouts/slideLayout415.xml" /></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416.xml" /></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417.xml" /></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418.xml" /></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419.xml" /></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410.xml" /></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420.xml" /></Relationships>
</file>

<file path=ppt/slides/_rels/slide100.xml.rels><?xml version="1.0" encoding="UTF-8" standalone="yes"?>
<Relationships xmlns="http://schemas.openxmlformats.org/package/2006/relationships"><Relationship Id="rId2" Type="http://schemas.openxmlformats.org/officeDocument/2006/relationships/slide" Target="slide100.xml" /><Relationship Id="rId1" Type="http://schemas.openxmlformats.org/officeDocument/2006/relationships/slideLayout" Target="../slideLayouts/slideLayout432.xml" /></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433.xml" /></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434.xml" /></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435.xml" /></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436.xml" /></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427.xml" /></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437.xml" /></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449.xml" /></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450.xml" /></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450.xml" /></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451.xml" /></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452.xml" /></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453.xml" /></Relationships>
</file>

<file path=ppt/slides/_rels/slide113.xml.rels><?xml version="1.0" encoding="UTF-8" standalone="yes"?>
<Relationships xmlns="http://schemas.openxmlformats.org/package/2006/relationships"><Relationship Id="rId2" Type="http://schemas.openxmlformats.org/officeDocument/2006/relationships/image" Target="../media/image11.tmp" /><Relationship Id="rId1" Type="http://schemas.openxmlformats.org/officeDocument/2006/relationships/slideLayout" Target="../slideLayouts/slideLayout444.xml" /></Relationships>
</file>

<file path=ppt/slides/_rels/slide114.xml.rels><?xml version="1.0" encoding="UTF-8" standalone="yes"?>
<Relationships xmlns="http://schemas.openxmlformats.org/package/2006/relationships"><Relationship Id="rId2" Type="http://schemas.openxmlformats.org/officeDocument/2006/relationships/image" Target="../media/image12.tmp" /><Relationship Id="rId1" Type="http://schemas.openxmlformats.org/officeDocument/2006/relationships/slideLayout" Target="../slideLayouts/slideLayout444.xml" /></Relationships>
</file>

<file path=ppt/slides/_rels/slide115.xml.rels><?xml version="1.0" encoding="UTF-8" standalone="yes"?>
<Relationships xmlns="http://schemas.openxmlformats.org/package/2006/relationships"><Relationship Id="rId2" Type="http://schemas.openxmlformats.org/officeDocument/2006/relationships/image" Target="../media/image13.tmp" /><Relationship Id="rId1" Type="http://schemas.openxmlformats.org/officeDocument/2006/relationships/slideLayout" Target="../slideLayouts/slideLayout444.xml" /></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454.xml" /></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466.xml" /></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467.xml" /></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468.xml" /></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469.xml" /></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470.xml" /></Relationships>
</file>

<file path=ppt/slides/_rels/slide122.xml.rels><?xml version="1.0" encoding="UTF-8" standalone="yes"?>
<Relationships xmlns="http://schemas.openxmlformats.org/package/2006/relationships"><Relationship Id="rId2" Type="http://schemas.openxmlformats.org/officeDocument/2006/relationships/image" Target="../media/image14.tmp" /><Relationship Id="rId1" Type="http://schemas.openxmlformats.org/officeDocument/2006/relationships/slideLayout" Target="../slideLayouts/slideLayout461.xml" /></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471.xml" /></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483.xml" /></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484.xml" /></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485.xml" /></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486.xml" /></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487.xml" /></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478.xml" /></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488.xml" /></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500.xml" /></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501.xml" /></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502.xml" /></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503.xml" /></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504.xml" /></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495.xml" /></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505.xml" /></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512.xml" /></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528.xml" /></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529.xml" /></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530.xml" /></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531.xml" /></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532.xml" /></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523.xml" /></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533.xml" /></Relationships>
</file>

<file path=ppt/slides/_rels/slide146.xml.rels><?xml version="1.0" encoding="UTF-8" standalone="yes"?>
<Relationships xmlns="http://schemas.openxmlformats.org/package/2006/relationships"><Relationship Id="rId2" Type="http://schemas.openxmlformats.org/officeDocument/2006/relationships/slide" Target="slide146.xml" /><Relationship Id="rId1" Type="http://schemas.openxmlformats.org/officeDocument/2006/relationships/slideLayout" Target="../slideLayouts/slideLayout545.xml" /></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546.xml" /></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547.xml" /></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548.xml" /></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549.xml" /></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540.xml" /></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550.xml" /></Relationships>
</file>

<file path=ppt/slides/_rels/slide153.xml.rels><?xml version="1.0" encoding="UTF-8" standalone="yes"?>
<Relationships xmlns="http://schemas.openxmlformats.org/package/2006/relationships"><Relationship Id="rId2" Type="http://schemas.openxmlformats.org/officeDocument/2006/relationships/slide" Target="slide153.xml" /><Relationship Id="rId1" Type="http://schemas.openxmlformats.org/officeDocument/2006/relationships/slideLayout" Target="../slideLayouts/slideLayout562.xml" /></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563.xml" /></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564.xml" /></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565.xml" /></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566.xml" /></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557.xml" /></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567.xml" /></Relationships>
</file>

<file path=ppt/slides/_rels/slide160.xml.rels><?xml version="1.0" encoding="UTF-8" standalone="yes"?>
<Relationships xmlns="http://schemas.openxmlformats.org/package/2006/relationships"><Relationship Id="rId2" Type="http://schemas.openxmlformats.org/officeDocument/2006/relationships/slide" Target="slide160.xml" /><Relationship Id="rId1" Type="http://schemas.openxmlformats.org/officeDocument/2006/relationships/slideLayout" Target="../slideLayouts/slideLayout579.xml" /></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580.xml" /></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581.xml" /></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582.xml" /></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583.xml" /></Relationships>
</file>

<file path=ppt/slides/_rels/slide165.xml.rels><?xml version="1.0" encoding="UTF-8" standalone="yes"?>
<Relationships xmlns="http://schemas.openxmlformats.org/package/2006/relationships"><Relationship Id="rId2" Type="http://schemas.openxmlformats.org/officeDocument/2006/relationships/image" Target="../media/image15.tmp" /><Relationship Id="rId1" Type="http://schemas.openxmlformats.org/officeDocument/2006/relationships/slideLayout" Target="../slideLayouts/slideLayout574.xml" /></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584.xml" /></Relationships>
</file>

<file path=ppt/slides/_rels/slide167.xml.rels><?xml version="1.0" encoding="UTF-8" standalone="yes"?>
<Relationships xmlns="http://schemas.openxmlformats.org/package/2006/relationships"><Relationship Id="rId2" Type="http://schemas.openxmlformats.org/officeDocument/2006/relationships/slide" Target="slide167.xml" /><Relationship Id="rId1" Type="http://schemas.openxmlformats.org/officeDocument/2006/relationships/slideLayout" Target="../slideLayouts/slideLayout596.xml" /></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597.xml" /></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598.xml" /></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599.xml" /></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600.xml" /></Relationships>
</file>

<file path=ppt/slides/_rels/slide172.xml.rels><?xml version="1.0" encoding="UTF-8" standalone="yes"?>
<Relationships xmlns="http://schemas.openxmlformats.org/package/2006/relationships"><Relationship Id="rId2" Type="http://schemas.openxmlformats.org/officeDocument/2006/relationships/image" Target="../media/image16.tmp" /><Relationship Id="rId1" Type="http://schemas.openxmlformats.org/officeDocument/2006/relationships/slideLayout" Target="../slideLayouts/slideLayout591.xml" /></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601.xml" /></Relationships>
</file>

<file path=ppt/slides/_rels/slide174.xml.rels><?xml version="1.0" encoding="UTF-8" standalone="yes"?>
<Relationships xmlns="http://schemas.openxmlformats.org/package/2006/relationships"><Relationship Id="rId2" Type="http://schemas.openxmlformats.org/officeDocument/2006/relationships/slide" Target="slide174.xml" /><Relationship Id="rId1" Type="http://schemas.openxmlformats.org/officeDocument/2006/relationships/slideLayout" Target="../slideLayouts/slideLayout613.xml" /></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614.xml" /></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615.xml" /></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616.xml" /></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617.xml" /></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608.xml" /></Relationships>
</file>

<file path=ppt/slides/_rels/slide180.xml.rels><?xml version="1.0" encoding="UTF-8" standalone="yes"?>
<Relationships xmlns="http://schemas.openxmlformats.org/package/2006/relationships"><Relationship Id="rId2" Type="http://schemas.openxmlformats.org/officeDocument/2006/relationships/image" Target="../media/image17.tmp" /><Relationship Id="rId1" Type="http://schemas.openxmlformats.org/officeDocument/2006/relationships/slideLayout" Target="../slideLayouts/slideLayout608.xml" /></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618.xml" /></Relationships>
</file>

<file path=ppt/slides/_rels/slide182.xml.rels><?xml version="1.0" encoding="UTF-8" standalone="yes"?>
<Relationships xmlns="http://schemas.openxmlformats.org/package/2006/relationships"><Relationship Id="rId2" Type="http://schemas.openxmlformats.org/officeDocument/2006/relationships/slide" Target="slide182.xml" /><Relationship Id="rId1" Type="http://schemas.openxmlformats.org/officeDocument/2006/relationships/slideLayout" Target="../slideLayouts/slideLayout630.xml" /></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631.xml" /></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632.xml" /></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633.xml" /></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634.xml" /></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625.xml" /></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635.xml" /></Relationships>
</file>

<file path=ppt/slides/_rels/slide189.xml.rels><?xml version="1.0" encoding="UTF-8" standalone="yes"?>
<Relationships xmlns="http://schemas.openxmlformats.org/package/2006/relationships"><Relationship Id="rId2" Type="http://schemas.openxmlformats.org/officeDocument/2006/relationships/slide" Target="slide189.xml" /><Relationship Id="rId1" Type="http://schemas.openxmlformats.org/officeDocument/2006/relationships/slideLayout" Target="../slideLayouts/slideLayout647.xml" /></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648.xml" /></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649.xml" /></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650.xml" /></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651.xml" /></Relationships>
</file>

<file path=ppt/slides/_rels/slide194.xml.rels><?xml version="1.0" encoding="UTF-8" standalone="yes"?>
<Relationships xmlns="http://schemas.openxmlformats.org/package/2006/relationships"><Relationship Id="rId2" Type="http://schemas.openxmlformats.org/officeDocument/2006/relationships/image" Target="../media/image18.tmp" /><Relationship Id="rId1" Type="http://schemas.openxmlformats.org/officeDocument/2006/relationships/slideLayout" Target="../slideLayouts/slideLayout642.xml" /></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652.xml" /></Relationships>
</file>

<file path=ppt/slides/_rels/slide196.xml.rels><?xml version="1.0" encoding="UTF-8" standalone="yes"?>
<Relationships xmlns="http://schemas.openxmlformats.org/package/2006/relationships"><Relationship Id="rId2" Type="http://schemas.openxmlformats.org/officeDocument/2006/relationships/slide" Target="slide196.xml" /><Relationship Id="rId1" Type="http://schemas.openxmlformats.org/officeDocument/2006/relationships/slideLayout" Target="../slideLayouts/slideLayout664.xml" /></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665.xml" /></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666.xml" /></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667.xml" /></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668.xml" /></Relationships>
</file>

<file path=ppt/slides/_rels/slide201.xml.rels><?xml version="1.0" encoding="UTF-8" standalone="yes"?>
<Relationships xmlns="http://schemas.openxmlformats.org/package/2006/relationships"><Relationship Id="rId2" Type="http://schemas.openxmlformats.org/officeDocument/2006/relationships/image" Target="../media/image19.tmp" /><Relationship Id="rId1" Type="http://schemas.openxmlformats.org/officeDocument/2006/relationships/slideLayout" Target="../slideLayouts/slideLayout659.xml" /></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669.xml" /></Relationships>
</file>

<file path=ppt/slides/_rels/slide203.xml.rels><?xml version="1.0" encoding="UTF-8" standalone="yes"?>
<Relationships xmlns="http://schemas.openxmlformats.org/package/2006/relationships"><Relationship Id="rId2" Type="http://schemas.openxmlformats.org/officeDocument/2006/relationships/slide" Target="slide203.xml" /><Relationship Id="rId1" Type="http://schemas.openxmlformats.org/officeDocument/2006/relationships/slideLayout" Target="../slideLayouts/slideLayout681.xml" /></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682.xml" /></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683.xml" /></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684.xml" /></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685.xml" /></Relationships>
</file>

<file path=ppt/slides/_rels/slide208.xml.rels><?xml version="1.0" encoding="UTF-8" standalone="yes"?>
<Relationships xmlns="http://schemas.openxmlformats.org/package/2006/relationships"><Relationship Id="rId2" Type="http://schemas.openxmlformats.org/officeDocument/2006/relationships/image" Target="../media/image20.tmp" /><Relationship Id="rId1" Type="http://schemas.openxmlformats.org/officeDocument/2006/relationships/slideLayout" Target="../slideLayouts/slideLayout676.xml" /></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686.xml" /></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693.xml" /></Relationships>
</file>

<file path=ppt/slides/_rels/slide211.xml.rels><?xml version="1.0" encoding="UTF-8" standalone="yes"?>
<Relationships xmlns="http://schemas.openxmlformats.org/package/2006/relationships"><Relationship Id="rId2" Type="http://schemas.openxmlformats.org/officeDocument/2006/relationships/slide" Target="slide211.xml" /><Relationship Id="rId1" Type="http://schemas.openxmlformats.org/officeDocument/2006/relationships/slideLayout" Target="../slideLayouts/slideLayout709.xml" /></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10.xml" /></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11.xml" /></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12.xml" /></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13.xml" /></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04.xml" /></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14.xml" /></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26.xml" /></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27.xml" /></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28.xml" /></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29.xml" /></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30.xml" /></Relationships>
</file>

<file path=ppt/slides/_rels/slide223.xml.rels><?xml version="1.0" encoding="UTF-8" standalone="yes"?>
<Relationships xmlns="http://schemas.openxmlformats.org/package/2006/relationships"><Relationship Id="rId3" Type="http://schemas.openxmlformats.org/officeDocument/2006/relationships/image" Target="../media/image22.tmp" /><Relationship Id="rId2" Type="http://schemas.openxmlformats.org/officeDocument/2006/relationships/image" Target="../media/image21.tmp" /><Relationship Id="rId1" Type="http://schemas.openxmlformats.org/officeDocument/2006/relationships/slideLayout" Target="../slideLayouts/slideLayout721.xml" /><Relationship Id="rId4" Type="http://schemas.openxmlformats.org/officeDocument/2006/relationships/image" Target="../media/image23.tmp" /></Relationships>
</file>

<file path=ppt/slides/_rels/slide224.xml.rels><?xml version="1.0" encoding="UTF-8" standalone="yes"?>
<Relationships xmlns="http://schemas.openxmlformats.org/package/2006/relationships"><Relationship Id="rId3" Type="http://schemas.openxmlformats.org/officeDocument/2006/relationships/image" Target="../media/image25.tmp" /><Relationship Id="rId2" Type="http://schemas.openxmlformats.org/officeDocument/2006/relationships/image" Target="../media/image24.tmp" /><Relationship Id="rId1" Type="http://schemas.openxmlformats.org/officeDocument/2006/relationships/slideLayout" Target="../slideLayouts/slideLayout721.xml" /><Relationship Id="rId4" Type="http://schemas.openxmlformats.org/officeDocument/2006/relationships/image" Target="../media/image26.tmp" /></Relationships>
</file>

<file path=ppt/slides/_rels/slide225.xml.rels><?xml version="1.0" encoding="UTF-8" standalone="yes"?>
<Relationships xmlns="http://schemas.openxmlformats.org/package/2006/relationships"><Relationship Id="rId3" Type="http://schemas.openxmlformats.org/officeDocument/2006/relationships/image" Target="../media/image28.tmp" /><Relationship Id="rId2" Type="http://schemas.openxmlformats.org/officeDocument/2006/relationships/image" Target="../media/image27.tmp" /><Relationship Id="rId1" Type="http://schemas.openxmlformats.org/officeDocument/2006/relationships/slideLayout" Target="../slideLayouts/slideLayout721.xml" /><Relationship Id="rId5" Type="http://schemas.openxmlformats.org/officeDocument/2006/relationships/image" Target="../media/image30.tmp" /><Relationship Id="rId4" Type="http://schemas.openxmlformats.org/officeDocument/2006/relationships/image" Target="../media/image29.tmp" /></Relationships>
</file>

<file path=ppt/slides/_rels/slide226.xml.rels><?xml version="1.0" encoding="UTF-8" standalone="yes"?>
<Relationships xmlns="http://schemas.openxmlformats.org/package/2006/relationships"><Relationship Id="rId3" Type="http://schemas.openxmlformats.org/officeDocument/2006/relationships/image" Target="../media/image32.tmp" /><Relationship Id="rId2" Type="http://schemas.openxmlformats.org/officeDocument/2006/relationships/image" Target="../media/image31.tmp" /><Relationship Id="rId1" Type="http://schemas.openxmlformats.org/officeDocument/2006/relationships/slideLayout" Target="../slideLayouts/slideLayout721.xml" /><Relationship Id="rId4" Type="http://schemas.openxmlformats.org/officeDocument/2006/relationships/image" Target="../media/image33.tmp" /></Relationships>
</file>

<file path=ppt/slides/_rels/slide227.xml.rels><?xml version="1.0" encoding="UTF-8" standalone="yes"?>
<Relationships xmlns="http://schemas.openxmlformats.org/package/2006/relationships"><Relationship Id="rId3" Type="http://schemas.openxmlformats.org/officeDocument/2006/relationships/image" Target="../media/image35.tmp" /><Relationship Id="rId2" Type="http://schemas.openxmlformats.org/officeDocument/2006/relationships/image" Target="../media/image34.tmp" /><Relationship Id="rId1" Type="http://schemas.openxmlformats.org/officeDocument/2006/relationships/slideLayout" Target="../slideLayouts/slideLayout721.xml" /></Relationships>
</file>

<file path=ppt/slides/_rels/slide228.xml.rels><?xml version="1.0" encoding="UTF-8" standalone="yes"?>
<Relationships xmlns="http://schemas.openxmlformats.org/package/2006/relationships"><Relationship Id="rId2" Type="http://schemas.openxmlformats.org/officeDocument/2006/relationships/image" Target="../media/image36.tmp" /><Relationship Id="rId1" Type="http://schemas.openxmlformats.org/officeDocument/2006/relationships/slideLayout" Target="../slideLayouts/slideLayout721.xml" /></Relationships>
</file>

<file path=ppt/slides/_rels/slide229.xml.rels><?xml version="1.0" encoding="UTF-8" standalone="yes"?>
<Relationships xmlns="http://schemas.openxmlformats.org/package/2006/relationships"><Relationship Id="rId2" Type="http://schemas.openxmlformats.org/officeDocument/2006/relationships/image" Target="../media/image37.tmp" /><Relationship Id="rId1" Type="http://schemas.openxmlformats.org/officeDocument/2006/relationships/slideLayout" Target="../slideLayouts/slideLayout721.xml" /></Relationships>
</file>

<file path=ppt/slides/_rels/slide230.xml.rels><?xml version="1.0" encoding="UTF-8" standalone="yes"?>
<Relationships xmlns="http://schemas.openxmlformats.org/package/2006/relationships"><Relationship Id="rId2" Type="http://schemas.openxmlformats.org/officeDocument/2006/relationships/image" Target="../media/image38.tmp" /><Relationship Id="rId1" Type="http://schemas.openxmlformats.org/officeDocument/2006/relationships/slideLayout" Target="../slideLayouts/slideLayout721.xml" /></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31.xml" /></Relationships>
</file>

<file path=ppt/slides/_rels/slide232.xml.rels><?xml version="1.0" encoding="UTF-8" standalone="yes"?>
<Relationships xmlns="http://schemas.openxmlformats.org/package/2006/relationships"><Relationship Id="rId2" Type="http://schemas.openxmlformats.org/officeDocument/2006/relationships/slide" Target="slide232.xml" /><Relationship Id="rId1" Type="http://schemas.openxmlformats.org/officeDocument/2006/relationships/slideLayout" Target="../slideLayouts/slideLayout743.xml" /></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44.xml" /></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45.xml" /></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46.xml" /></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47.xml" /></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38.xml" /></Relationships>
</file>

<file path=ppt/slides/_rels/slide238.xml.rels><?xml version="1.0" encoding="UTF-8" standalone="yes"?>
<Relationships xmlns="http://schemas.openxmlformats.org/package/2006/relationships"><Relationship Id="rId2" Type="http://schemas.openxmlformats.org/officeDocument/2006/relationships/image" Target="../media/image39.tmp" /><Relationship Id="rId1" Type="http://schemas.openxmlformats.org/officeDocument/2006/relationships/slideLayout" Target="../slideLayouts/slideLayout738.xml" /></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48.xml" /></Relationships>
</file>

<file path=ppt/slides/_rels/slide240.xml.rels><?xml version="1.0" encoding="UTF-8" standalone="yes"?>
<Relationships xmlns="http://schemas.openxmlformats.org/package/2006/relationships"><Relationship Id="rId2" Type="http://schemas.openxmlformats.org/officeDocument/2006/relationships/slide" Target="slide240.xml" /><Relationship Id="rId1" Type="http://schemas.openxmlformats.org/officeDocument/2006/relationships/slideLayout" Target="../slideLayouts/slideLayout760.xml" /></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61.xml" /></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62.xml" /></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63.xml" /></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64.xml" /></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55.xml" /></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65.xml" /></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83.xml" /></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72.xml" /></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73.xml" /></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74.xml" /></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75.xml" /></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76.xml" /></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77.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2" name="Rectangle 16">
            <a:extLst>
              <a:ext uri="{FF2B5EF4-FFF2-40B4-BE49-F238E27FC236}">
                <a16:creationId xmlns:a16="http://schemas.microsoft.com/office/drawing/2014/main" id="{11AE00FE-7525-4E87-8190-1C71E687DA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234905" cy="456278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8">
            <a:extLst>
              <a:ext uri="{FF2B5EF4-FFF2-40B4-BE49-F238E27FC236}">
                <a16:creationId xmlns:a16="http://schemas.microsoft.com/office/drawing/2014/main" id="{E9180B71-8E61-403D-966A-0876E071B4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34906" y="0"/>
            <a:ext cx="7956409" cy="685800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20">
            <a:extLst>
              <a:ext uri="{FF2B5EF4-FFF2-40B4-BE49-F238E27FC236}">
                <a16:creationId xmlns:a16="http://schemas.microsoft.com/office/drawing/2014/main" id="{4D3ABE99-2C67-4D6C-BF1B-6FDFDE09E77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15" name="TekstSylinder 14">
            <a:extLst>
              <a:ext uri="{FF2B5EF4-FFF2-40B4-BE49-F238E27FC236}">
                <a16:creationId xmlns:a16="http://schemas.microsoft.com/office/drawing/2014/main" id="{7C4A4DF0-D4EF-4635-97ED-D3503C3A3DF6}"/>
              </a:ext>
            </a:extLst>
          </p:cNvPr>
          <p:cNvSpPr txBox="1"/>
          <p:nvPr/>
        </p:nvSpPr>
        <p:spPr>
          <a:xfrm>
            <a:off x="2789678" y="4072931"/>
            <a:ext cx="4180676" cy="1146013"/>
          </a:xfrm>
          <a:prstGeom prst="rect">
            <a:avLst/>
          </a:prstGeom>
        </p:spPr>
        <p:txBody>
          <a:bodyPr vert="horz" lIns="91440" tIns="45720" rIns="91440" bIns="45720" rtlCol="0" anchor="t">
            <a:normAutofit/>
          </a:bodyPr>
          <a:lstStyle/>
          <a:p>
            <a:pPr algn="ctr" defTabSz="914400">
              <a:lnSpc>
                <a:spcPct val="90000"/>
              </a:lnSpc>
              <a:spcBef>
                <a:spcPct val="0"/>
              </a:spcBef>
              <a:spcAft>
                <a:spcPts val="600"/>
              </a:spcAft>
            </a:pPr>
            <a:r>
              <a:rPr lang="en-US" sz="3300" dirty="0" err="1">
                <a:solidFill>
                  <a:srgbClr val="000000"/>
                </a:solidFill>
                <a:latin typeface="+mj-lt"/>
                <a:ea typeface="+mj-ea"/>
                <a:cs typeface="+mj-cs"/>
              </a:rPr>
              <a:t>Undervisningsplan</a:t>
            </a:r>
            <a:endParaRPr lang="en-US" sz="3300" dirty="0">
              <a:solidFill>
                <a:srgbClr val="000000"/>
              </a:solidFill>
              <a:latin typeface="+mj-lt"/>
              <a:ea typeface="+mj-ea"/>
              <a:cs typeface="+mj-cs"/>
            </a:endParaRPr>
          </a:p>
          <a:p>
            <a:pPr algn="ctr" defTabSz="914400">
              <a:lnSpc>
                <a:spcPct val="90000"/>
              </a:lnSpc>
              <a:spcBef>
                <a:spcPct val="0"/>
              </a:spcBef>
              <a:spcAft>
                <a:spcPts val="600"/>
              </a:spcAft>
            </a:pPr>
            <a:r>
              <a:rPr lang="en-US" sz="3300" dirty="0" err="1">
                <a:solidFill>
                  <a:srgbClr val="000000"/>
                </a:solidFill>
                <a:latin typeface="+mj-lt"/>
                <a:ea typeface="+mj-ea"/>
                <a:cs typeface="+mj-cs"/>
              </a:rPr>
              <a:t>klasse</a:t>
            </a:r>
            <a:r>
              <a:rPr lang="en-US" sz="3300" dirty="0">
                <a:solidFill>
                  <a:srgbClr val="000000"/>
                </a:solidFill>
                <a:latin typeface="+mj-lt"/>
                <a:ea typeface="+mj-ea"/>
                <a:cs typeface="+mj-cs"/>
              </a:rPr>
              <a:t> B</a:t>
            </a:r>
          </a:p>
        </p:txBody>
      </p:sp>
      <p:sp>
        <p:nvSpPr>
          <p:cNvPr id="16" name="Freeform: Shape 22">
            <a:extLst>
              <a:ext uri="{FF2B5EF4-FFF2-40B4-BE49-F238E27FC236}">
                <a16:creationId xmlns:a16="http://schemas.microsoft.com/office/drawing/2014/main" id="{B2CCE360-C583-4C68-9484-30199536F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 y="2"/>
            <a:ext cx="3799103" cy="3822917"/>
          </a:xfrm>
          <a:custGeom>
            <a:avLst/>
            <a:gdLst>
              <a:gd name="connsiteX0" fmla="*/ 370922 w 3799103"/>
              <a:gd name="connsiteY0" fmla="*/ 0 h 3822917"/>
              <a:gd name="connsiteX1" fmla="*/ 2961741 w 3799103"/>
              <a:gd name="connsiteY1" fmla="*/ 0 h 3822917"/>
              <a:gd name="connsiteX2" fmla="*/ 3023310 w 3799103"/>
              <a:gd name="connsiteY2" fmla="*/ 46041 h 3822917"/>
              <a:gd name="connsiteX3" fmla="*/ 3799103 w 3799103"/>
              <a:gd name="connsiteY3" fmla="*/ 1691074 h 3822917"/>
              <a:gd name="connsiteX4" fmla="*/ 1667260 w 3799103"/>
              <a:gd name="connsiteY4" fmla="*/ 3822917 h 3822917"/>
              <a:gd name="connsiteX5" fmla="*/ 22227 w 3799103"/>
              <a:gd name="connsiteY5" fmla="*/ 3047124 h 3822917"/>
              <a:gd name="connsiteX6" fmla="*/ 0 w 3799103"/>
              <a:gd name="connsiteY6" fmla="*/ 3017401 h 3822917"/>
              <a:gd name="connsiteX7" fmla="*/ 0 w 3799103"/>
              <a:gd name="connsiteY7" fmla="*/ 364747 h 3822917"/>
              <a:gd name="connsiteX8" fmla="*/ 22227 w 3799103"/>
              <a:gd name="connsiteY8" fmla="*/ 335024 h 3822917"/>
              <a:gd name="connsiteX9" fmla="*/ 351088 w 3799103"/>
              <a:gd name="connsiteY9" fmla="*/ 13924 h 38229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99103" h="3822917">
                <a:moveTo>
                  <a:pt x="370922" y="0"/>
                </a:moveTo>
                <a:lnTo>
                  <a:pt x="2961741" y="0"/>
                </a:lnTo>
                <a:lnTo>
                  <a:pt x="3023310" y="46041"/>
                </a:lnTo>
                <a:cubicBezTo>
                  <a:pt x="3497106" y="437052"/>
                  <a:pt x="3799103" y="1028796"/>
                  <a:pt x="3799103" y="1691074"/>
                </a:cubicBezTo>
                <a:cubicBezTo>
                  <a:pt x="3799103" y="2868458"/>
                  <a:pt x="2844644" y="3822917"/>
                  <a:pt x="1667260" y="3822917"/>
                </a:cubicBezTo>
                <a:cubicBezTo>
                  <a:pt x="1004982" y="3822917"/>
                  <a:pt x="413238" y="3520920"/>
                  <a:pt x="22227" y="3047124"/>
                </a:cubicBezTo>
                <a:lnTo>
                  <a:pt x="0" y="3017401"/>
                </a:lnTo>
                <a:lnTo>
                  <a:pt x="0" y="364747"/>
                </a:lnTo>
                <a:lnTo>
                  <a:pt x="22227" y="335024"/>
                </a:lnTo>
                <a:cubicBezTo>
                  <a:pt x="119980" y="216575"/>
                  <a:pt x="230278" y="108864"/>
                  <a:pt x="351088" y="1392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7" name="Bilde 16">
            <a:extLst>
              <a:ext uri="{FF2B5EF4-FFF2-40B4-BE49-F238E27FC236}">
                <a16:creationId xmlns:a16="http://schemas.microsoft.com/office/drawing/2014/main" id="{91B9CC3F-6666-4AB4-A9A9-EF03EC3040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6100" y="921407"/>
            <a:ext cx="2629584" cy="1565932"/>
          </a:xfrm>
          <a:prstGeom prst="rect">
            <a:avLst/>
          </a:prstGeom>
        </p:spPr>
      </p:pic>
      <p:sp>
        <p:nvSpPr>
          <p:cNvPr id="18" name="Freeform 63">
            <a:extLst>
              <a:ext uri="{FF2B5EF4-FFF2-40B4-BE49-F238E27FC236}">
                <a16:creationId xmlns:a16="http://schemas.microsoft.com/office/drawing/2014/main" id="{22B9BCB3-7E46-4B8C-ABD7-E1A4CBD6DC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881589" y="2057400"/>
            <a:ext cx="4310411" cy="4800600"/>
          </a:xfrm>
          <a:custGeom>
            <a:avLst/>
            <a:gdLst>
              <a:gd name="connsiteX0" fmla="*/ 2631284 w 4180773"/>
              <a:gd name="connsiteY0" fmla="*/ 0 h 4656219"/>
              <a:gd name="connsiteX1" fmla="*/ 4102460 w 4180773"/>
              <a:gd name="connsiteY1" fmla="*/ 449382 h 4656219"/>
              <a:gd name="connsiteX2" fmla="*/ 4180773 w 4180773"/>
              <a:gd name="connsiteY2" fmla="*/ 507944 h 4656219"/>
              <a:gd name="connsiteX3" fmla="*/ 4180773 w 4180773"/>
              <a:gd name="connsiteY3" fmla="*/ 4656219 h 4656219"/>
              <a:gd name="connsiteX4" fmla="*/ 951501 w 4180773"/>
              <a:gd name="connsiteY4" fmla="*/ 4656219 h 4656219"/>
              <a:gd name="connsiteX5" fmla="*/ 770685 w 4180773"/>
              <a:gd name="connsiteY5" fmla="*/ 4491883 h 4656219"/>
              <a:gd name="connsiteX6" fmla="*/ 0 w 4180773"/>
              <a:gd name="connsiteY6" fmla="*/ 2631284 h 4656219"/>
              <a:gd name="connsiteX7" fmla="*/ 2631284 w 4180773"/>
              <a:gd name="connsiteY7" fmla="*/ 0 h 46562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80773" h="4656219">
                <a:moveTo>
                  <a:pt x="2631284" y="0"/>
                </a:moveTo>
                <a:cubicBezTo>
                  <a:pt x="3176241" y="0"/>
                  <a:pt x="3682504" y="165666"/>
                  <a:pt x="4102460" y="449382"/>
                </a:cubicBezTo>
                <a:lnTo>
                  <a:pt x="4180773" y="507944"/>
                </a:lnTo>
                <a:lnTo>
                  <a:pt x="4180773" y="4656219"/>
                </a:lnTo>
                <a:lnTo>
                  <a:pt x="951501" y="4656219"/>
                </a:lnTo>
                <a:lnTo>
                  <a:pt x="770685" y="4491883"/>
                </a:lnTo>
                <a:cubicBezTo>
                  <a:pt x="294517" y="4015714"/>
                  <a:pt x="0" y="3357893"/>
                  <a:pt x="0" y="2631284"/>
                </a:cubicBezTo>
                <a:cubicBezTo>
                  <a:pt x="0" y="1178066"/>
                  <a:pt x="1178066" y="0"/>
                  <a:pt x="2631284" y="0"/>
                </a:cubicBezTo>
                <a:close/>
              </a:path>
            </a:pathLst>
          </a:custGeom>
          <a:solidFill>
            <a:srgbClr val="FFFFFF"/>
          </a:solidFill>
          <a:ln>
            <a:gradFill>
              <a:gsLst>
                <a:gs pos="0">
                  <a:schemeClr val="accent1">
                    <a:lumMod val="40000"/>
                    <a:lumOff val="60000"/>
                  </a:schemeClr>
                </a:gs>
                <a:gs pos="23000">
                  <a:schemeClr val="accent1">
                    <a:lumMod val="45000"/>
                    <a:lumOff val="55000"/>
                  </a:schemeClr>
                </a:gs>
                <a:gs pos="83000">
                  <a:schemeClr val="bg2">
                    <a:lumMod val="75000"/>
                  </a:schemeClr>
                </a:gs>
                <a:gs pos="100000">
                  <a:schemeClr val="bg2">
                    <a:lumMod val="7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Shape 26">
            <a:extLst>
              <a:ext uri="{FF2B5EF4-FFF2-40B4-BE49-F238E27FC236}">
                <a16:creationId xmlns:a16="http://schemas.microsoft.com/office/drawing/2014/main" id="{D6847D57-A381-442F-9F68-666220064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97624" y="0"/>
            <a:ext cx="3383280" cy="2942512"/>
          </a:xfrm>
          <a:custGeom>
            <a:avLst/>
            <a:gdLst>
              <a:gd name="connsiteX0" fmla="*/ 555657 w 3383280"/>
              <a:gd name="connsiteY0" fmla="*/ 0 h 2942512"/>
              <a:gd name="connsiteX1" fmla="*/ 2827623 w 3383280"/>
              <a:gd name="connsiteY1" fmla="*/ 0 h 2942512"/>
              <a:gd name="connsiteX2" fmla="*/ 2887810 w 3383280"/>
              <a:gd name="connsiteY2" fmla="*/ 54702 h 2942512"/>
              <a:gd name="connsiteX3" fmla="*/ 3383280 w 3383280"/>
              <a:gd name="connsiteY3" fmla="*/ 1250872 h 2942512"/>
              <a:gd name="connsiteX4" fmla="*/ 1691640 w 3383280"/>
              <a:gd name="connsiteY4" fmla="*/ 2942512 h 2942512"/>
              <a:gd name="connsiteX5" fmla="*/ 0 w 3383280"/>
              <a:gd name="connsiteY5" fmla="*/ 1250872 h 2942512"/>
              <a:gd name="connsiteX6" fmla="*/ 495470 w 3383280"/>
              <a:gd name="connsiteY6" fmla="*/ 54702 h 2942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83280" h="2942512">
                <a:moveTo>
                  <a:pt x="555657" y="0"/>
                </a:moveTo>
                <a:lnTo>
                  <a:pt x="2827623" y="0"/>
                </a:lnTo>
                <a:lnTo>
                  <a:pt x="2887810" y="54702"/>
                </a:lnTo>
                <a:cubicBezTo>
                  <a:pt x="3193937" y="360829"/>
                  <a:pt x="3383280" y="783739"/>
                  <a:pt x="3383280" y="1250872"/>
                </a:cubicBezTo>
                <a:cubicBezTo>
                  <a:pt x="3383280" y="2185139"/>
                  <a:pt x="2625907" y="2942512"/>
                  <a:pt x="1691640" y="2942512"/>
                </a:cubicBezTo>
                <a:cubicBezTo>
                  <a:pt x="757373" y="2942512"/>
                  <a:pt x="0" y="2185139"/>
                  <a:pt x="0" y="1250872"/>
                </a:cubicBezTo>
                <a:cubicBezTo>
                  <a:pt x="0" y="783739"/>
                  <a:pt x="189344" y="360829"/>
                  <a:pt x="495470" y="54702"/>
                </a:cubicBezTo>
                <a:close/>
              </a:path>
            </a:pathLst>
          </a:custGeom>
          <a:solidFill>
            <a:srgbClr val="FFFFFF"/>
          </a:solidFill>
          <a:ln>
            <a:gradFill>
              <a:gsLst>
                <a:gs pos="0">
                  <a:schemeClr val="accent1">
                    <a:lumMod val="40000"/>
                    <a:lumOff val="60000"/>
                  </a:schemeClr>
                </a:gs>
                <a:gs pos="23000">
                  <a:schemeClr val="accent1">
                    <a:lumMod val="45000"/>
                    <a:lumOff val="55000"/>
                  </a:schemeClr>
                </a:gs>
                <a:gs pos="83000">
                  <a:schemeClr val="bg2">
                    <a:lumMod val="75000"/>
                  </a:schemeClr>
                </a:gs>
                <a:gs pos="100000">
                  <a:schemeClr val="bg2">
                    <a:lumMod val="7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20" name="Bilde 19">
            <a:extLst>
              <a:ext uri="{FF2B5EF4-FFF2-40B4-BE49-F238E27FC236}">
                <a16:creationId xmlns:a16="http://schemas.microsoft.com/office/drawing/2014/main" id="{DD3F8649-B49F-4624-AC5D-627E647480A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71394" y="592780"/>
            <a:ext cx="2995808" cy="1464619"/>
          </a:xfrm>
          <a:prstGeom prst="rect">
            <a:avLst/>
          </a:prstGeom>
        </p:spPr>
      </p:pic>
      <p:pic>
        <p:nvPicPr>
          <p:cNvPr id="21" name="Bilde 20">
            <a:extLst>
              <a:ext uri="{FF2B5EF4-FFF2-40B4-BE49-F238E27FC236}">
                <a16:creationId xmlns:a16="http://schemas.microsoft.com/office/drawing/2014/main" id="{17DB6110-5CAE-4F51-A2F3-2B8496D3BCC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704899" y="3966980"/>
            <a:ext cx="3217333" cy="1713229"/>
          </a:xfrm>
          <a:prstGeom prst="rect">
            <a:avLst/>
          </a:prstGeom>
        </p:spPr>
      </p:pic>
      <p:sp>
        <p:nvSpPr>
          <p:cNvPr id="22" name="Plassholder for lysbildenummer 5">
            <a:extLst>
              <a:ext uri="{FF2B5EF4-FFF2-40B4-BE49-F238E27FC236}">
                <a16:creationId xmlns:a16="http://schemas.microsoft.com/office/drawing/2014/main" id="{61765338-D0B2-43C1-AC15-684FE2584359}"/>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EEBBCFE-599B-47F9-B84D-4259C5E2055D}" type="slidenum">
              <a:rPr lang="nb-NO" smtClean="0"/>
              <a:pPr/>
              <a:t>1</a:t>
            </a:fld>
            <a:endParaRPr lang="nb-NO"/>
          </a:p>
        </p:txBody>
      </p:sp>
      <p:sp>
        <p:nvSpPr>
          <p:cNvPr id="23" name="Parallellogram 22">
            <a:hlinkClick r:id="rId6" action="ppaction://hlinksldjump"/>
            <a:extLst>
              <a:ext uri="{FF2B5EF4-FFF2-40B4-BE49-F238E27FC236}">
                <a16:creationId xmlns:a16="http://schemas.microsoft.com/office/drawing/2014/main" id="{DBFA87C7-29A0-4ABE-A2C6-B7DC5DA93399}"/>
              </a:ext>
            </a:extLst>
          </p:cNvPr>
          <p:cNvSpPr/>
          <p:nvPr/>
        </p:nvSpPr>
        <p:spPr>
          <a:xfrm>
            <a:off x="5367340" y="6148372"/>
            <a:ext cx="1511308" cy="518400"/>
          </a:xfrm>
          <a:prstGeom prst="parallelogram">
            <a:avLst/>
          </a:prstGeom>
          <a:solidFill>
            <a:srgbClr val="3D4C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1</a:t>
            </a:r>
          </a:p>
        </p:txBody>
      </p:sp>
      <p:sp>
        <p:nvSpPr>
          <p:cNvPr id="24" name="Parallellogram 23">
            <a:hlinkClick r:id="rId7" action="ppaction://hlinksldjump"/>
            <a:extLst>
              <a:ext uri="{FF2B5EF4-FFF2-40B4-BE49-F238E27FC236}">
                <a16:creationId xmlns:a16="http://schemas.microsoft.com/office/drawing/2014/main" id="{D52E8394-F0C8-44FF-8493-DE209CA74789}"/>
              </a:ext>
            </a:extLst>
          </p:cNvPr>
          <p:cNvSpPr/>
          <p:nvPr/>
        </p:nvSpPr>
        <p:spPr>
          <a:xfrm>
            <a:off x="6877153"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2</a:t>
            </a:r>
          </a:p>
        </p:txBody>
      </p:sp>
      <p:sp>
        <p:nvSpPr>
          <p:cNvPr id="25" name="Parallellogram 24">
            <a:hlinkClick r:id="rId8" action="ppaction://hlinksldjump"/>
            <a:extLst>
              <a:ext uri="{FF2B5EF4-FFF2-40B4-BE49-F238E27FC236}">
                <a16:creationId xmlns:a16="http://schemas.microsoft.com/office/drawing/2014/main" id="{4F312647-B18C-400F-A7AB-A28CFC811C31}"/>
              </a:ext>
            </a:extLst>
          </p:cNvPr>
          <p:cNvSpPr/>
          <p:nvPr/>
        </p:nvSpPr>
        <p:spPr>
          <a:xfrm>
            <a:off x="989827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4</a:t>
            </a:r>
          </a:p>
        </p:txBody>
      </p:sp>
      <p:sp>
        <p:nvSpPr>
          <p:cNvPr id="26" name="Parallellogram 25">
            <a:hlinkClick r:id="rId9" action="ppaction://hlinksldjump"/>
            <a:extLst>
              <a:ext uri="{FF2B5EF4-FFF2-40B4-BE49-F238E27FC236}">
                <a16:creationId xmlns:a16="http://schemas.microsoft.com/office/drawing/2014/main" id="{7B6AC4E5-C75A-477F-A2A5-E175D2CE2843}"/>
              </a:ext>
            </a:extLst>
          </p:cNvPr>
          <p:cNvSpPr/>
          <p:nvPr/>
        </p:nvSpPr>
        <p:spPr>
          <a:xfrm>
            <a:off x="8387714" y="6148372"/>
            <a:ext cx="1511308" cy="518400"/>
          </a:xfrm>
          <a:prstGeom prst="parallelogram">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Trinn 3</a:t>
            </a:r>
          </a:p>
        </p:txBody>
      </p:sp>
      <p:sp>
        <p:nvSpPr>
          <p:cNvPr id="27" name="Handlingsknapp: gå til Hjem 26">
            <a:hlinkClick r:id="" action="ppaction://hlinkshowjump?jump=firstslide" highlightClick="1"/>
            <a:extLst>
              <a:ext uri="{FF2B5EF4-FFF2-40B4-BE49-F238E27FC236}">
                <a16:creationId xmlns:a16="http://schemas.microsoft.com/office/drawing/2014/main" id="{DC6CF041-3F18-4880-8DD6-2CD744D2AD8B}"/>
              </a:ext>
            </a:extLst>
          </p:cNvPr>
          <p:cNvSpPr/>
          <p:nvPr/>
        </p:nvSpPr>
        <p:spPr>
          <a:xfrm>
            <a:off x="2792571" y="6148372"/>
            <a:ext cx="504000" cy="517667"/>
          </a:xfrm>
          <a:prstGeom prst="actionButtonHome">
            <a:avLst/>
          </a:prstGeom>
          <a:solidFill>
            <a:srgbClr val="3D4C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28" name="Handlingsknapp: gå tilbake eller til forrige 27">
            <a:hlinkClick r:id="" action="ppaction://hlinkshowjump?jump=previousslide" highlightClick="1"/>
            <a:extLst>
              <a:ext uri="{FF2B5EF4-FFF2-40B4-BE49-F238E27FC236}">
                <a16:creationId xmlns:a16="http://schemas.microsoft.com/office/drawing/2014/main" id="{E5BDD406-BA3F-4FB1-801B-4A9738ACC935}"/>
              </a:ext>
            </a:extLst>
          </p:cNvPr>
          <p:cNvSpPr/>
          <p:nvPr/>
        </p:nvSpPr>
        <p:spPr>
          <a:xfrm>
            <a:off x="3366413" y="6148372"/>
            <a:ext cx="504000" cy="517667"/>
          </a:xfrm>
          <a:prstGeom prst="actionButtonBackPrevious">
            <a:avLst/>
          </a:prstGeom>
          <a:solidFill>
            <a:srgbClr val="3D4C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29" name="Handlingsknapp: gå framover eller til neste 28">
            <a:hlinkClick r:id="" action="ppaction://hlinkshowjump?jump=nextslide" highlightClick="1"/>
            <a:extLst>
              <a:ext uri="{FF2B5EF4-FFF2-40B4-BE49-F238E27FC236}">
                <a16:creationId xmlns:a16="http://schemas.microsoft.com/office/drawing/2014/main" id="{02467496-260D-441B-9DA8-AB077003A9F8}"/>
              </a:ext>
            </a:extLst>
          </p:cNvPr>
          <p:cNvSpPr/>
          <p:nvPr/>
        </p:nvSpPr>
        <p:spPr>
          <a:xfrm>
            <a:off x="3940255" y="6148372"/>
            <a:ext cx="504000" cy="517667"/>
          </a:xfrm>
          <a:prstGeom prst="actionButtonForwardNext">
            <a:avLst/>
          </a:prstGeom>
          <a:solidFill>
            <a:srgbClr val="3D4C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pic>
        <p:nvPicPr>
          <p:cNvPr id="30" name="Bilde 29" descr="Skjermutklipp">
            <a:hlinkClick r:id="rId10"/>
            <a:extLst>
              <a:ext uri="{FF2B5EF4-FFF2-40B4-BE49-F238E27FC236}">
                <a16:creationId xmlns:a16="http://schemas.microsoft.com/office/drawing/2014/main" id="{71B0554B-B935-40BA-A6EB-293A5C3DA425}"/>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4584245" y="6148372"/>
            <a:ext cx="398655" cy="504000"/>
          </a:xfrm>
          <a:prstGeom prst="rect">
            <a:avLst/>
          </a:prstGeom>
        </p:spPr>
      </p:pic>
      <p:pic>
        <p:nvPicPr>
          <p:cNvPr id="31" name="Bilde 30">
            <a:hlinkClick r:id="rId12"/>
            <a:extLst>
              <a:ext uri="{FF2B5EF4-FFF2-40B4-BE49-F238E27FC236}">
                <a16:creationId xmlns:a16="http://schemas.microsoft.com/office/drawing/2014/main" id="{67298024-8598-4FCF-8C59-168B0378CC0D}"/>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135560" y="6147796"/>
            <a:ext cx="528384" cy="528384"/>
          </a:xfrm>
          <a:prstGeom prst="rect">
            <a:avLst/>
          </a:prstGeom>
        </p:spPr>
      </p:pic>
    </p:spTree>
    <p:extLst>
      <p:ext uri="{BB962C8B-B14F-4D97-AF65-F5344CB8AC3E}">
        <p14:creationId xmlns:p14="http://schemas.microsoft.com/office/powerpoint/2010/main" val="3831929888"/>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Parallellogram 10">
            <a:extLst>
              <a:ext uri="{FF2B5EF4-FFF2-40B4-BE49-F238E27FC236}">
                <a16:creationId xmlns:a16="http://schemas.microsoft.com/office/drawing/2014/main" id="{523609E4-7C4A-40FD-A496-76D3611CD90D}"/>
              </a:ext>
            </a:extLst>
          </p:cNvPr>
          <p:cNvSpPr/>
          <p:nvPr/>
        </p:nvSpPr>
        <p:spPr>
          <a:xfrm>
            <a:off x="0" y="0"/>
            <a:ext cx="8650847" cy="5801452"/>
          </a:xfrm>
          <a:custGeom>
            <a:avLst/>
            <a:gdLst>
              <a:gd name="connsiteX0" fmla="*/ 0 w 7937501"/>
              <a:gd name="connsiteY0" fmla="*/ 2080247 h 2080247"/>
              <a:gd name="connsiteX1" fmla="*/ 520062 w 7937501"/>
              <a:gd name="connsiteY1" fmla="*/ 0 h 2080247"/>
              <a:gd name="connsiteX2" fmla="*/ 7937501 w 7937501"/>
              <a:gd name="connsiteY2" fmla="*/ 0 h 2080247"/>
              <a:gd name="connsiteX3" fmla="*/ 7417439 w 7937501"/>
              <a:gd name="connsiteY3" fmla="*/ 2080247 h 2080247"/>
              <a:gd name="connsiteX4" fmla="*/ 0 w 7937501"/>
              <a:gd name="connsiteY4" fmla="*/ 2080247 h 2080247"/>
              <a:gd name="connsiteX0" fmla="*/ 0 w 8671791"/>
              <a:gd name="connsiteY0" fmla="*/ 2094101 h 2094101"/>
              <a:gd name="connsiteX1" fmla="*/ 520062 w 8671791"/>
              <a:gd name="connsiteY1" fmla="*/ 13854 h 2094101"/>
              <a:gd name="connsiteX2" fmla="*/ 8671791 w 8671791"/>
              <a:gd name="connsiteY2" fmla="*/ 0 h 2094101"/>
              <a:gd name="connsiteX3" fmla="*/ 7417439 w 8671791"/>
              <a:gd name="connsiteY3" fmla="*/ 2094101 h 2094101"/>
              <a:gd name="connsiteX4" fmla="*/ 0 w 8671791"/>
              <a:gd name="connsiteY4" fmla="*/ 2094101 h 2094101"/>
              <a:gd name="connsiteX0" fmla="*/ 0 w 8671791"/>
              <a:gd name="connsiteY0" fmla="*/ 2094101 h 2094101"/>
              <a:gd name="connsiteX1" fmla="*/ 520062 w 8671791"/>
              <a:gd name="connsiteY1" fmla="*/ 13854 h 2094101"/>
              <a:gd name="connsiteX2" fmla="*/ 8671791 w 8671791"/>
              <a:gd name="connsiteY2" fmla="*/ 0 h 2094101"/>
              <a:gd name="connsiteX3" fmla="*/ 7680676 w 8671791"/>
              <a:gd name="connsiteY3" fmla="*/ 2094101 h 2094101"/>
              <a:gd name="connsiteX4" fmla="*/ 0 w 8671791"/>
              <a:gd name="connsiteY4" fmla="*/ 2094101 h 2094101"/>
              <a:gd name="connsiteX0" fmla="*/ 0 w 8671791"/>
              <a:gd name="connsiteY0" fmla="*/ 2094101 h 2094101"/>
              <a:gd name="connsiteX1" fmla="*/ 49008 w 8671791"/>
              <a:gd name="connsiteY1" fmla="*/ 27709 h 2094101"/>
              <a:gd name="connsiteX2" fmla="*/ 8671791 w 8671791"/>
              <a:gd name="connsiteY2" fmla="*/ 0 h 2094101"/>
              <a:gd name="connsiteX3" fmla="*/ 7680676 w 8671791"/>
              <a:gd name="connsiteY3" fmla="*/ 2094101 h 2094101"/>
              <a:gd name="connsiteX4" fmla="*/ 0 w 8671791"/>
              <a:gd name="connsiteY4" fmla="*/ 2094101 h 2094101"/>
              <a:gd name="connsiteX0" fmla="*/ 0 w 8671791"/>
              <a:gd name="connsiteY0" fmla="*/ 2094101 h 2094101"/>
              <a:gd name="connsiteX1" fmla="*/ 7444 w 8671791"/>
              <a:gd name="connsiteY1" fmla="*/ 27709 h 2094101"/>
              <a:gd name="connsiteX2" fmla="*/ 8671791 w 8671791"/>
              <a:gd name="connsiteY2" fmla="*/ 0 h 2094101"/>
              <a:gd name="connsiteX3" fmla="*/ 7680676 w 8671791"/>
              <a:gd name="connsiteY3" fmla="*/ 2094101 h 2094101"/>
              <a:gd name="connsiteX4" fmla="*/ 0 w 8671791"/>
              <a:gd name="connsiteY4" fmla="*/ 2094101 h 2094101"/>
              <a:gd name="connsiteX0" fmla="*/ 0 w 8657936"/>
              <a:gd name="connsiteY0" fmla="*/ 2066392 h 2066392"/>
              <a:gd name="connsiteX1" fmla="*/ 7444 w 8657936"/>
              <a:gd name="connsiteY1" fmla="*/ 0 h 2066392"/>
              <a:gd name="connsiteX2" fmla="*/ 8657936 w 8657936"/>
              <a:gd name="connsiteY2" fmla="*/ 13855 h 2066392"/>
              <a:gd name="connsiteX3" fmla="*/ 7680676 w 8657936"/>
              <a:gd name="connsiteY3" fmla="*/ 2066392 h 2066392"/>
              <a:gd name="connsiteX4" fmla="*/ 0 w 8657936"/>
              <a:gd name="connsiteY4" fmla="*/ 2066392 h 2066392"/>
              <a:gd name="connsiteX0" fmla="*/ 0 w 8657936"/>
              <a:gd name="connsiteY0" fmla="*/ 2080246 h 2080246"/>
              <a:gd name="connsiteX1" fmla="*/ 7444 w 8657936"/>
              <a:gd name="connsiteY1" fmla="*/ 0 h 2080246"/>
              <a:gd name="connsiteX2" fmla="*/ 8657936 w 8657936"/>
              <a:gd name="connsiteY2" fmla="*/ 13855 h 2080246"/>
              <a:gd name="connsiteX3" fmla="*/ 7680676 w 8657936"/>
              <a:gd name="connsiteY3" fmla="*/ 2066392 h 2080246"/>
              <a:gd name="connsiteX4" fmla="*/ 0 w 8657936"/>
              <a:gd name="connsiteY4" fmla="*/ 2080246 h 2080246"/>
              <a:gd name="connsiteX0" fmla="*/ 0 w 8657936"/>
              <a:gd name="connsiteY0" fmla="*/ 2052537 h 2066392"/>
              <a:gd name="connsiteX1" fmla="*/ 7444 w 8657936"/>
              <a:gd name="connsiteY1" fmla="*/ 0 h 2066392"/>
              <a:gd name="connsiteX2" fmla="*/ 8657936 w 8657936"/>
              <a:gd name="connsiteY2" fmla="*/ 13855 h 2066392"/>
              <a:gd name="connsiteX3" fmla="*/ 7680676 w 8657936"/>
              <a:gd name="connsiteY3" fmla="*/ 2066392 h 2066392"/>
              <a:gd name="connsiteX4" fmla="*/ 0 w 8657936"/>
              <a:gd name="connsiteY4" fmla="*/ 2052537 h 2066392"/>
              <a:gd name="connsiteX0" fmla="*/ 34233 w 8650606"/>
              <a:gd name="connsiteY0" fmla="*/ 1997119 h 2066392"/>
              <a:gd name="connsiteX1" fmla="*/ 114 w 8650606"/>
              <a:gd name="connsiteY1" fmla="*/ 0 h 2066392"/>
              <a:gd name="connsiteX2" fmla="*/ 8650606 w 8650606"/>
              <a:gd name="connsiteY2" fmla="*/ 13855 h 2066392"/>
              <a:gd name="connsiteX3" fmla="*/ 7673346 w 8650606"/>
              <a:gd name="connsiteY3" fmla="*/ 2066392 h 2066392"/>
              <a:gd name="connsiteX4" fmla="*/ 34233 w 8650606"/>
              <a:gd name="connsiteY4" fmla="*/ 1997119 h 2066392"/>
              <a:gd name="connsiteX0" fmla="*/ 34233 w 8650606"/>
              <a:gd name="connsiteY0" fmla="*/ 2094101 h 2094101"/>
              <a:gd name="connsiteX1" fmla="*/ 114 w 8650606"/>
              <a:gd name="connsiteY1" fmla="*/ 0 h 2094101"/>
              <a:gd name="connsiteX2" fmla="*/ 8650606 w 8650606"/>
              <a:gd name="connsiteY2" fmla="*/ 13855 h 2094101"/>
              <a:gd name="connsiteX3" fmla="*/ 7673346 w 8650606"/>
              <a:gd name="connsiteY3" fmla="*/ 2066392 h 2094101"/>
              <a:gd name="connsiteX4" fmla="*/ 34233 w 8650606"/>
              <a:gd name="connsiteY4" fmla="*/ 2094101 h 2094101"/>
              <a:gd name="connsiteX0" fmla="*/ 34233 w 8650606"/>
              <a:gd name="connsiteY0" fmla="*/ 2107956 h 2107956"/>
              <a:gd name="connsiteX1" fmla="*/ 114 w 8650606"/>
              <a:gd name="connsiteY1" fmla="*/ 0 h 2107956"/>
              <a:gd name="connsiteX2" fmla="*/ 8650606 w 8650606"/>
              <a:gd name="connsiteY2" fmla="*/ 13855 h 2107956"/>
              <a:gd name="connsiteX3" fmla="*/ 7673346 w 8650606"/>
              <a:gd name="connsiteY3" fmla="*/ 2066392 h 2107956"/>
              <a:gd name="connsiteX4" fmla="*/ 34233 w 8650606"/>
              <a:gd name="connsiteY4" fmla="*/ 2107956 h 2107956"/>
              <a:gd name="connsiteX0" fmla="*/ 34233 w 8650606"/>
              <a:gd name="connsiteY0" fmla="*/ 2107956 h 2121810"/>
              <a:gd name="connsiteX1" fmla="*/ 114 w 8650606"/>
              <a:gd name="connsiteY1" fmla="*/ 0 h 2121810"/>
              <a:gd name="connsiteX2" fmla="*/ 8650606 w 8650606"/>
              <a:gd name="connsiteY2" fmla="*/ 13855 h 2121810"/>
              <a:gd name="connsiteX3" fmla="*/ 7659492 w 8650606"/>
              <a:gd name="connsiteY3" fmla="*/ 2121810 h 2121810"/>
              <a:gd name="connsiteX4" fmla="*/ 34233 w 8650606"/>
              <a:gd name="connsiteY4" fmla="*/ 2107956 h 2121810"/>
              <a:gd name="connsiteX0" fmla="*/ 34233 w 8650606"/>
              <a:gd name="connsiteY0" fmla="*/ 2107956 h 2121810"/>
              <a:gd name="connsiteX1" fmla="*/ 114 w 8650606"/>
              <a:gd name="connsiteY1" fmla="*/ 0 h 2121810"/>
              <a:gd name="connsiteX2" fmla="*/ 8650606 w 8650606"/>
              <a:gd name="connsiteY2" fmla="*/ 83127 h 2121810"/>
              <a:gd name="connsiteX3" fmla="*/ 7659492 w 8650606"/>
              <a:gd name="connsiteY3" fmla="*/ 2121810 h 2121810"/>
              <a:gd name="connsiteX4" fmla="*/ 34233 w 8650606"/>
              <a:gd name="connsiteY4" fmla="*/ 2107956 h 2121810"/>
              <a:gd name="connsiteX0" fmla="*/ 6766 w 8650848"/>
              <a:gd name="connsiteY0" fmla="*/ 2107956 h 2121810"/>
              <a:gd name="connsiteX1" fmla="*/ 356 w 8650848"/>
              <a:gd name="connsiteY1" fmla="*/ 0 h 2121810"/>
              <a:gd name="connsiteX2" fmla="*/ 8650848 w 8650848"/>
              <a:gd name="connsiteY2" fmla="*/ 83127 h 2121810"/>
              <a:gd name="connsiteX3" fmla="*/ 7659734 w 8650848"/>
              <a:gd name="connsiteY3" fmla="*/ 2121810 h 2121810"/>
              <a:gd name="connsiteX4" fmla="*/ 6766 w 8650848"/>
              <a:gd name="connsiteY4" fmla="*/ 2107956 h 2121810"/>
              <a:gd name="connsiteX0" fmla="*/ 6766 w 8636993"/>
              <a:gd name="connsiteY0" fmla="*/ 2107956 h 2121810"/>
              <a:gd name="connsiteX1" fmla="*/ 356 w 8636993"/>
              <a:gd name="connsiteY1" fmla="*/ 0 h 2121810"/>
              <a:gd name="connsiteX2" fmla="*/ 8636993 w 8636993"/>
              <a:gd name="connsiteY2" fmla="*/ 13854 h 2121810"/>
              <a:gd name="connsiteX3" fmla="*/ 7659734 w 8636993"/>
              <a:gd name="connsiteY3" fmla="*/ 2121810 h 2121810"/>
              <a:gd name="connsiteX4" fmla="*/ 6766 w 8636993"/>
              <a:gd name="connsiteY4" fmla="*/ 2107956 h 2121810"/>
              <a:gd name="connsiteX0" fmla="*/ 6766 w 8650847"/>
              <a:gd name="connsiteY0" fmla="*/ 2107956 h 2121810"/>
              <a:gd name="connsiteX1" fmla="*/ 356 w 8650847"/>
              <a:gd name="connsiteY1" fmla="*/ 0 h 2121810"/>
              <a:gd name="connsiteX2" fmla="*/ 8650847 w 8650847"/>
              <a:gd name="connsiteY2" fmla="*/ 3768 h 2121810"/>
              <a:gd name="connsiteX3" fmla="*/ 7659734 w 8650847"/>
              <a:gd name="connsiteY3" fmla="*/ 2121810 h 2121810"/>
              <a:gd name="connsiteX4" fmla="*/ 6766 w 8650847"/>
              <a:gd name="connsiteY4" fmla="*/ 2107956 h 2121810"/>
              <a:gd name="connsiteX0" fmla="*/ 6766 w 8650847"/>
              <a:gd name="connsiteY0" fmla="*/ 2107956 h 2116767"/>
              <a:gd name="connsiteX1" fmla="*/ 356 w 8650847"/>
              <a:gd name="connsiteY1" fmla="*/ 0 h 2116767"/>
              <a:gd name="connsiteX2" fmla="*/ 8650847 w 8650847"/>
              <a:gd name="connsiteY2" fmla="*/ 3768 h 2116767"/>
              <a:gd name="connsiteX3" fmla="*/ 6108025 w 8650847"/>
              <a:gd name="connsiteY3" fmla="*/ 2116767 h 2116767"/>
              <a:gd name="connsiteX4" fmla="*/ 6766 w 8650847"/>
              <a:gd name="connsiteY4" fmla="*/ 2107956 h 2116767"/>
              <a:gd name="connsiteX0" fmla="*/ 6766 w 8650847"/>
              <a:gd name="connsiteY0" fmla="*/ 2107956 h 2111724"/>
              <a:gd name="connsiteX1" fmla="*/ 356 w 8650847"/>
              <a:gd name="connsiteY1" fmla="*/ 0 h 2111724"/>
              <a:gd name="connsiteX2" fmla="*/ 8650847 w 8650847"/>
              <a:gd name="connsiteY2" fmla="*/ 3768 h 2111724"/>
              <a:gd name="connsiteX3" fmla="*/ 6108025 w 8650847"/>
              <a:gd name="connsiteY3" fmla="*/ 2111724 h 2111724"/>
              <a:gd name="connsiteX4" fmla="*/ 6766 w 8650847"/>
              <a:gd name="connsiteY4" fmla="*/ 2107956 h 21117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50847" h="2111724">
                <a:moveTo>
                  <a:pt x="6766" y="2107956"/>
                </a:moveTo>
                <a:cubicBezTo>
                  <a:pt x="9247" y="1419159"/>
                  <a:pt x="-2125" y="688797"/>
                  <a:pt x="356" y="0"/>
                </a:cubicBezTo>
                <a:lnTo>
                  <a:pt x="8650847" y="3768"/>
                </a:lnTo>
                <a:lnTo>
                  <a:pt x="6108025" y="2111724"/>
                </a:lnTo>
                <a:lnTo>
                  <a:pt x="6766" y="2107956"/>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2" name="TekstSylinder 1">
            <a:extLst>
              <a:ext uri="{FF2B5EF4-FFF2-40B4-BE49-F238E27FC236}">
                <a16:creationId xmlns:a16="http://schemas.microsoft.com/office/drawing/2014/main" id="{0AC7D923-A255-4202-86A7-D630F343ADEE}"/>
              </a:ext>
            </a:extLst>
          </p:cNvPr>
          <p:cNvSpPr txBox="1"/>
          <p:nvPr/>
        </p:nvSpPr>
        <p:spPr>
          <a:xfrm>
            <a:off x="1076260" y="764704"/>
            <a:ext cx="5163756" cy="5078313"/>
          </a:xfrm>
          <a:prstGeom prst="rect">
            <a:avLst/>
          </a:prstGeom>
          <a:noFill/>
        </p:spPr>
        <p:txBody>
          <a:bodyPr wrap="square" rtlCol="0">
            <a:spAutoFit/>
          </a:bodyPr>
          <a:lstStyle/>
          <a:p>
            <a:r>
              <a:rPr lang="nb-NO" b="1" dirty="0"/>
              <a:t>Innholdsfortegnelse</a:t>
            </a:r>
          </a:p>
          <a:p>
            <a:pPr marL="285750" indent="-285750">
              <a:buFont typeface="Arial" panose="020B0604020202020204" pitchFamily="34" charset="0"/>
              <a:buChar char="•"/>
            </a:pPr>
            <a:r>
              <a:rPr lang="nb-NO" dirty="0">
                <a:hlinkClick r:id="rId2" action="ppaction://hlinksldjump"/>
              </a:rPr>
              <a:t>Formålet med undervisningsplanen</a:t>
            </a:r>
            <a:endParaRPr lang="nb-NO" dirty="0"/>
          </a:p>
          <a:p>
            <a:pPr marL="285750" indent="-285750">
              <a:buFont typeface="Arial" panose="020B0604020202020204" pitchFamily="34" charset="0"/>
              <a:buChar char="•"/>
            </a:pPr>
            <a:r>
              <a:rPr lang="nb-NO" dirty="0">
                <a:hlinkClick r:id="rId3" action="ppaction://hlinksldjump"/>
              </a:rPr>
              <a:t>Trafikkopplæringen før og nå</a:t>
            </a:r>
            <a:endParaRPr lang="nb-NO" dirty="0"/>
          </a:p>
          <a:p>
            <a:pPr marL="285750" indent="-285750">
              <a:buFont typeface="Arial" panose="020B0604020202020204" pitchFamily="34" charset="0"/>
              <a:buChar char="•"/>
            </a:pPr>
            <a:r>
              <a:rPr lang="nb-NO" dirty="0">
                <a:hlinkClick r:id="rId4" action="ppaction://hlinksldjump"/>
              </a:rPr>
              <a:t>Dagens trafikkopplæring</a:t>
            </a:r>
            <a:endParaRPr lang="nb-NO" dirty="0"/>
          </a:p>
          <a:p>
            <a:pPr marL="285750" indent="-285750">
              <a:buFont typeface="Arial" panose="020B0604020202020204" pitchFamily="34" charset="0"/>
              <a:buChar char="•"/>
            </a:pPr>
            <a:r>
              <a:rPr lang="nb-NO" dirty="0">
                <a:hlinkClick r:id="rId5" action="ppaction://hlinksldjump"/>
              </a:rPr>
              <a:t>Trinnvis opplæring</a:t>
            </a:r>
            <a:endParaRPr lang="nb-NO" dirty="0"/>
          </a:p>
          <a:p>
            <a:pPr marL="285750" indent="-285750">
              <a:buFont typeface="Arial" panose="020B0604020202020204" pitchFamily="34" charset="0"/>
              <a:buChar char="•"/>
            </a:pPr>
            <a:r>
              <a:rPr lang="nb-NO" dirty="0">
                <a:hlinkClick r:id="rId6" action="ppaction://hlinksldjump"/>
              </a:rPr>
              <a:t>Trinnvurdering</a:t>
            </a:r>
            <a:endParaRPr lang="nb-NO" dirty="0"/>
          </a:p>
          <a:p>
            <a:pPr marL="285750" indent="-285750">
              <a:buFont typeface="Arial" panose="020B0604020202020204" pitchFamily="34" charset="0"/>
              <a:buChar char="•"/>
            </a:pPr>
            <a:r>
              <a:rPr lang="nb-NO" dirty="0">
                <a:hlinkClick r:id="rId7" action="ppaction://hlinksldjump"/>
              </a:rPr>
              <a:t>Hovedmål for opplæringen</a:t>
            </a:r>
            <a:endParaRPr lang="nb-NO" dirty="0"/>
          </a:p>
          <a:p>
            <a:pPr marL="285750" indent="-285750">
              <a:buFont typeface="Arial" panose="020B0604020202020204" pitchFamily="34" charset="0"/>
              <a:buChar char="•"/>
            </a:pPr>
            <a:r>
              <a:rPr lang="nb-NO" dirty="0">
                <a:hlinkClick r:id="rId8" action="ppaction://hlinksldjump"/>
              </a:rPr>
              <a:t>Lærebøker</a:t>
            </a:r>
            <a:endParaRPr lang="nb-NO" dirty="0"/>
          </a:p>
          <a:p>
            <a:pPr marL="285750" indent="-285750">
              <a:buFont typeface="Arial" panose="020B0604020202020204" pitchFamily="34" charset="0"/>
              <a:buChar char="•"/>
            </a:pPr>
            <a:r>
              <a:rPr lang="nb-NO" dirty="0">
                <a:hlinkClick r:id="rId8" action="ppaction://hlinksldjump"/>
              </a:rPr>
              <a:t>Opplæringskort</a:t>
            </a:r>
            <a:endParaRPr lang="nb-NO" dirty="0"/>
          </a:p>
          <a:p>
            <a:pPr marL="285750" indent="-285750">
              <a:buFont typeface="Arial" panose="020B0604020202020204" pitchFamily="34" charset="0"/>
              <a:buChar char="•"/>
            </a:pPr>
            <a:r>
              <a:rPr lang="nb-NO" dirty="0">
                <a:hlinkClick r:id="rId9" action="ppaction://hlinksldjump"/>
              </a:rPr>
              <a:t>Undervisningstider</a:t>
            </a:r>
            <a:endParaRPr lang="nb-NO" dirty="0"/>
          </a:p>
          <a:p>
            <a:pPr marL="285750" indent="-285750">
              <a:buFont typeface="Arial" panose="020B0604020202020204" pitchFamily="34" charset="0"/>
              <a:buChar char="•"/>
            </a:pPr>
            <a:r>
              <a:rPr lang="nb-NO" dirty="0">
                <a:hlinkClick r:id="rId10" action="ppaction://hlinksldjump"/>
              </a:rPr>
              <a:t>Undervisningslære/ didaktikk</a:t>
            </a:r>
            <a:endParaRPr lang="nb-NO" dirty="0"/>
          </a:p>
          <a:p>
            <a:pPr marL="285750" indent="-285750">
              <a:buFont typeface="Arial" panose="020B0604020202020204" pitchFamily="34" charset="0"/>
              <a:buChar char="•"/>
            </a:pPr>
            <a:r>
              <a:rPr lang="nb-NO" dirty="0">
                <a:hlinkClick r:id="rId11" action="ppaction://hlinksldjump"/>
              </a:rPr>
              <a:t>Didaktisk relasjonsmodell</a:t>
            </a:r>
            <a:endParaRPr lang="nb-NO" dirty="0"/>
          </a:p>
          <a:p>
            <a:pPr marL="285750" indent="-285750">
              <a:buFont typeface="Arial" panose="020B0604020202020204" pitchFamily="34" charset="0"/>
              <a:buChar char="•"/>
            </a:pPr>
            <a:r>
              <a:rPr lang="nb-NO" dirty="0">
                <a:hlinkClick r:id="rId12" action="ppaction://hlinksldjump"/>
              </a:rPr>
              <a:t>Arbeidsmåter</a:t>
            </a:r>
            <a:endParaRPr lang="nb-NO" dirty="0"/>
          </a:p>
          <a:p>
            <a:pPr marL="285750" indent="-285750">
              <a:buFont typeface="Arial" panose="020B0604020202020204" pitchFamily="34" charset="0"/>
              <a:buChar char="•"/>
            </a:pPr>
            <a:r>
              <a:rPr lang="nb-NO" dirty="0">
                <a:hlinkClick r:id="rId12" action="ppaction://hlinksldjump"/>
              </a:rPr>
              <a:t>Individuell tilpasning</a:t>
            </a:r>
            <a:endParaRPr lang="nb-NO" dirty="0"/>
          </a:p>
          <a:p>
            <a:pPr marL="285750" indent="-285750">
              <a:buFont typeface="Arial" panose="020B0604020202020204" pitchFamily="34" charset="0"/>
              <a:buChar char="•"/>
            </a:pPr>
            <a:r>
              <a:rPr lang="nb-NO" dirty="0">
                <a:hlinkClick r:id="rId13" action="ppaction://hlinksldjump"/>
              </a:rPr>
              <a:t>Trinn 1</a:t>
            </a:r>
            <a:endParaRPr lang="nb-NO" dirty="0"/>
          </a:p>
          <a:p>
            <a:pPr marL="285750" indent="-285750">
              <a:buFont typeface="Arial" panose="020B0604020202020204" pitchFamily="34" charset="0"/>
              <a:buChar char="•"/>
            </a:pPr>
            <a:r>
              <a:rPr lang="nb-NO" dirty="0">
                <a:hlinkClick r:id="rId14" action="ppaction://hlinksldjump"/>
              </a:rPr>
              <a:t>Trinn 2</a:t>
            </a:r>
            <a:endParaRPr lang="nb-NO" dirty="0"/>
          </a:p>
          <a:p>
            <a:pPr marL="285750" indent="-285750">
              <a:buFont typeface="Arial" panose="020B0604020202020204" pitchFamily="34" charset="0"/>
              <a:buChar char="•"/>
            </a:pPr>
            <a:r>
              <a:rPr lang="nb-NO" dirty="0">
                <a:hlinkClick r:id="rId15" action="ppaction://hlinksldjump"/>
              </a:rPr>
              <a:t>Trinn 3</a:t>
            </a:r>
            <a:endParaRPr lang="nb-NO" dirty="0"/>
          </a:p>
          <a:p>
            <a:pPr marL="285750" indent="-285750">
              <a:buFont typeface="Arial" panose="020B0604020202020204" pitchFamily="34" charset="0"/>
              <a:buChar char="•"/>
            </a:pPr>
            <a:r>
              <a:rPr lang="nb-NO" dirty="0">
                <a:hlinkClick r:id="rId16" action="ppaction://hlinksldjump"/>
              </a:rPr>
              <a:t>Trinn 4</a:t>
            </a:r>
            <a:endParaRPr lang="nb-NO" dirty="0"/>
          </a:p>
        </p:txBody>
      </p:sp>
      <p:pic>
        <p:nvPicPr>
          <p:cNvPr id="13" name="Bilde 12" descr="Et bilde som inneholder bil, transport, blå, bilvei&#10;&#10;Beskrivelse som er generert med høy visshet">
            <a:extLst>
              <a:ext uri="{FF2B5EF4-FFF2-40B4-BE49-F238E27FC236}">
                <a16:creationId xmlns:a16="http://schemas.microsoft.com/office/drawing/2014/main" id="{A9B211AB-19E7-4ADB-8071-4DD41AC71D8B}"/>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133484" y="3717032"/>
            <a:ext cx="3517363" cy="1811442"/>
          </a:xfrm>
          <a:prstGeom prst="rect">
            <a:avLst/>
          </a:prstGeom>
        </p:spPr>
      </p:pic>
    </p:spTree>
    <p:extLst>
      <p:ext uri="{BB962C8B-B14F-4D97-AF65-F5344CB8AC3E}">
        <p14:creationId xmlns:p14="http://schemas.microsoft.com/office/powerpoint/2010/main" val="27755809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a:extLst>
              <a:ext uri="{FF2B5EF4-FFF2-40B4-BE49-F238E27FC236}">
                <a16:creationId xmlns:a16="http://schemas.microsoft.com/office/drawing/2014/main" id="{7101A35D-0DB0-4F21-BFCC-9E8B086289D6}"/>
              </a:ext>
            </a:extLst>
          </p:cNvPr>
          <p:cNvSpPr txBox="1"/>
          <p:nvPr/>
        </p:nvSpPr>
        <p:spPr>
          <a:xfrm>
            <a:off x="407864" y="631989"/>
            <a:ext cx="11376272" cy="1200329"/>
          </a:xfrm>
          <a:prstGeom prst="rect">
            <a:avLst/>
          </a:prstGeom>
          <a:noFill/>
        </p:spPr>
        <p:txBody>
          <a:bodyPr wrap="square" rtlCol="0">
            <a:spAutoFit/>
          </a:bodyPr>
          <a:lstStyle/>
          <a:p>
            <a:r>
              <a:rPr lang="nb-NO" b="1" dirty="0"/>
              <a:t>Denne undervisningsplanen uttrykker hvordan trafikkskolen skal realisere Trafikkopplæringsforskriften.</a:t>
            </a:r>
          </a:p>
          <a:p>
            <a:r>
              <a:rPr lang="nb-NO" dirty="0"/>
              <a:t>Hva skolen legger vekt på – skal styre lærernes planlegging og gjennomføring av sekvenser og enkelttimer. Den skal være lærerens egen detaljerte plan for en time eller sekvens som uttrykker hvordan læreren vil realisere læreplanen gjennom skolens undervisningsfilosofi og myndighetenes visjon om 0-drepte eller hardt skadde i trafikken.</a:t>
            </a:r>
          </a:p>
        </p:txBody>
      </p:sp>
      <p:sp>
        <p:nvSpPr>
          <p:cNvPr id="7" name="TekstSylinder 6">
            <a:extLst>
              <a:ext uri="{FF2B5EF4-FFF2-40B4-BE49-F238E27FC236}">
                <a16:creationId xmlns:a16="http://schemas.microsoft.com/office/drawing/2014/main" id="{2BFB3DCB-6ADB-4E62-B535-E399F6A96D4D}"/>
              </a:ext>
            </a:extLst>
          </p:cNvPr>
          <p:cNvSpPr txBox="1"/>
          <p:nvPr/>
        </p:nvSpPr>
        <p:spPr>
          <a:xfrm>
            <a:off x="407864" y="2109317"/>
            <a:ext cx="11376272" cy="1477328"/>
          </a:xfrm>
          <a:prstGeom prst="rect">
            <a:avLst/>
          </a:prstGeom>
          <a:noFill/>
        </p:spPr>
        <p:txBody>
          <a:bodyPr wrap="square" rtlCol="0">
            <a:spAutoFit/>
          </a:bodyPr>
          <a:lstStyle/>
          <a:p>
            <a:r>
              <a:rPr lang="nb-NO" b="1" i="1" dirty="0"/>
              <a:t>§ 7-2.Mål, undervisning og læreplaner</a:t>
            </a:r>
          </a:p>
          <a:p>
            <a:r>
              <a:rPr lang="nb-NO" i="1" dirty="0"/>
              <a:t>Undervisningen skal legges til rette for at eleven kan nå målene for opplæringen, slik de er fastsatt i denne forskriften.</a:t>
            </a:r>
          </a:p>
          <a:p>
            <a:r>
              <a:rPr lang="nb-NO" i="1" dirty="0"/>
              <a:t>Innenfor hvert trinn og innenfor deler av kurs kan det arbeides med å nå flere mål samtidig eller i en annen rekkefølge enn den som fremgår av forskriften, dersom ikke annet er fastsatt spesielt for vedkommende trinn eller kurs.</a:t>
            </a:r>
          </a:p>
          <a:p>
            <a:r>
              <a:rPr lang="nb-NO" i="1" dirty="0"/>
              <a:t>Vegdirektoratet fastsetter læreplaner. Læreplanene anses ikke som forskrifter etter forvaltningsloven</a:t>
            </a:r>
            <a:endParaRPr lang="nb-NO" dirty="0"/>
          </a:p>
        </p:txBody>
      </p:sp>
      <p:sp>
        <p:nvSpPr>
          <p:cNvPr id="4" name="TekstSylinder 3">
            <a:extLst>
              <a:ext uri="{FF2B5EF4-FFF2-40B4-BE49-F238E27FC236}">
                <a16:creationId xmlns:a16="http://schemas.microsoft.com/office/drawing/2014/main" id="{6A916411-A769-41DB-919C-460A8BB51ADB}"/>
              </a:ext>
            </a:extLst>
          </p:cNvPr>
          <p:cNvSpPr txBox="1"/>
          <p:nvPr/>
        </p:nvSpPr>
        <p:spPr>
          <a:xfrm>
            <a:off x="407864" y="3863391"/>
            <a:ext cx="11376272" cy="1754326"/>
          </a:xfrm>
          <a:prstGeom prst="rect">
            <a:avLst/>
          </a:prstGeom>
          <a:noFill/>
        </p:spPr>
        <p:txBody>
          <a:bodyPr wrap="square" rtlCol="0">
            <a:spAutoFit/>
          </a:bodyPr>
          <a:lstStyle/>
          <a:p>
            <a:r>
              <a:rPr lang="nb-NO" b="1" dirty="0"/>
              <a:t>§ 7-3.Avvisning av elever</a:t>
            </a:r>
          </a:p>
          <a:p>
            <a:r>
              <a:rPr lang="nb-NO" dirty="0"/>
              <a:t>Dersom en elev ikke har tilstrekkelige kjøreferdigheter til å gjennomføre den praktiske obligatoriske opplæringen på en meningsfull måte, skal undervisningspersonellet avvise eleven. Regionvegkontoret skal varsles om avvisningen.</a:t>
            </a:r>
          </a:p>
          <a:p>
            <a:r>
              <a:rPr lang="nb-NO" dirty="0"/>
              <a:t>Dersom eleven ikke aksepterer avvisningen, kan spørsmål om avvisning forelegges regionvegkontoret som fatter vedtak. Regionvegkontorets vedtak kan påklages til Vegdirektoratet.</a:t>
            </a:r>
          </a:p>
          <a:p>
            <a:r>
              <a:rPr lang="nb-NO" dirty="0"/>
              <a:t>Ved avvisning skal opplæringsinstitusjonen informere eleven om disse rutinene.</a:t>
            </a:r>
          </a:p>
        </p:txBody>
      </p:sp>
    </p:spTree>
    <p:extLst>
      <p:ext uri="{BB962C8B-B14F-4D97-AF65-F5344CB8AC3E}">
        <p14:creationId xmlns:p14="http://schemas.microsoft.com/office/powerpoint/2010/main" val="22376347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a:extLst>
              <a:ext uri="{FF2B5EF4-FFF2-40B4-BE49-F238E27FC236}">
                <a16:creationId xmlns:a16="http://schemas.microsoft.com/office/drawing/2014/main" id="{3A7AA66C-3B69-418B-AE13-44D68088B538}"/>
              </a:ext>
            </a:extLst>
          </p:cNvPr>
          <p:cNvSpPr txBox="1"/>
          <p:nvPr/>
        </p:nvSpPr>
        <p:spPr>
          <a:xfrm>
            <a:off x="1055688" y="764704"/>
            <a:ext cx="10512920" cy="4524315"/>
          </a:xfrm>
          <a:prstGeom prst="rect">
            <a:avLst/>
          </a:prstGeom>
          <a:noFill/>
        </p:spPr>
        <p:txBody>
          <a:bodyPr wrap="square" rtlCol="0">
            <a:spAutoFit/>
          </a:bodyPr>
          <a:lstStyle/>
          <a:p>
            <a:r>
              <a:rPr lang="nb-NO" b="1" dirty="0"/>
              <a:t>Trafikkopplæringen før og nå.</a:t>
            </a:r>
          </a:p>
          <a:p>
            <a:r>
              <a:rPr lang="nb-NO" dirty="0"/>
              <a:t>På starten av </a:t>
            </a:r>
            <a:r>
              <a:rPr lang="nb-NO" b="1" dirty="0"/>
              <a:t>70-tallet</a:t>
            </a:r>
            <a:r>
              <a:rPr lang="nb-NO" dirty="0"/>
              <a:t> ble det krav om pedagogiske kunnskaper av Trafikklærerbransjen. Opplæringen i starten var mer orientert om teknisk bil-behandling enn holdninger og kunnskaper om menneske i trafikken.</a:t>
            </a:r>
          </a:p>
          <a:p>
            <a:endParaRPr lang="nb-NO" dirty="0"/>
          </a:p>
          <a:p>
            <a:r>
              <a:rPr lang="nb-NO" dirty="0"/>
              <a:t>Fra midten av </a:t>
            </a:r>
            <a:r>
              <a:rPr lang="nb-NO" b="1" dirty="0"/>
              <a:t>80-tallet</a:t>
            </a:r>
            <a:r>
              <a:rPr lang="nb-NO" dirty="0"/>
              <a:t> ble trafikkopplæringen vinklet mer mot risikovurdering, ungdomsulykker, og om årsaker til trafikkulykker som holdninger, samfunnets utvikling og kunnskaper om menneske i trafikken.</a:t>
            </a:r>
          </a:p>
          <a:p>
            <a:endParaRPr lang="nb-NO" dirty="0"/>
          </a:p>
          <a:p>
            <a:r>
              <a:rPr lang="nb-NO" dirty="0"/>
              <a:t>Videre inn mot slutten av </a:t>
            </a:r>
            <a:r>
              <a:rPr lang="nb-NO" b="1" dirty="0"/>
              <a:t>90-tallet</a:t>
            </a:r>
            <a:r>
              <a:rPr lang="nb-NO" dirty="0"/>
              <a:t>, fortsatte denne utviklingen av trafikkopplæringen, hvor selvinnsikt, risikobevissthet og ansvarsfølelse var hovedtema. Trafikken økte stadig og førernes krav endres underveis grunnet utviklingen som skjer i samfunnet. Det moderniseres og diskuteres om trafikk og trafikkopplæring i alle samfunnslag, som resulterer i at førere blir mer ansvarsbevisst enn før, noe statistikken viser i positiv retning i årene som har vært.</a:t>
            </a:r>
          </a:p>
          <a:p>
            <a:endParaRPr lang="nb-NO" dirty="0"/>
          </a:p>
          <a:p>
            <a:r>
              <a:rPr lang="nb-NO" dirty="0"/>
              <a:t>Myndighetene innførte på </a:t>
            </a:r>
            <a:r>
              <a:rPr lang="nb-NO" b="1" dirty="0"/>
              <a:t>2000-tallet</a:t>
            </a:r>
            <a:r>
              <a:rPr lang="nb-NO" dirty="0"/>
              <a:t> begrepet nullvisjonen. Denne visjonen kan virke noe urealistisk sett i forhold til de utfordringer samfunnet har, men dersom vi ikke jobber med den som et overordnede mål, kommer vi til å tape kampen mot ulykkesstatistikken.  </a:t>
            </a:r>
          </a:p>
        </p:txBody>
      </p:sp>
    </p:spTree>
    <p:extLst>
      <p:ext uri="{BB962C8B-B14F-4D97-AF65-F5344CB8AC3E}">
        <p14:creationId xmlns:p14="http://schemas.microsoft.com/office/powerpoint/2010/main" val="1474280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a:extLst>
              <a:ext uri="{FF2B5EF4-FFF2-40B4-BE49-F238E27FC236}">
                <a16:creationId xmlns:a16="http://schemas.microsoft.com/office/drawing/2014/main" id="{42C9B7A6-1B06-4D17-BF8B-A7B8A7538192}"/>
              </a:ext>
            </a:extLst>
          </p:cNvPr>
          <p:cNvSpPr txBox="1"/>
          <p:nvPr/>
        </p:nvSpPr>
        <p:spPr>
          <a:xfrm>
            <a:off x="1023756" y="764704"/>
            <a:ext cx="10369152" cy="4801314"/>
          </a:xfrm>
          <a:prstGeom prst="rect">
            <a:avLst/>
          </a:prstGeom>
          <a:solidFill>
            <a:schemeClr val="bg1"/>
          </a:solidFill>
        </p:spPr>
        <p:txBody>
          <a:bodyPr wrap="square" rtlCol="0">
            <a:spAutoFit/>
          </a:bodyPr>
          <a:lstStyle/>
          <a:p>
            <a:r>
              <a:rPr lang="nb-NO" b="1" dirty="0"/>
              <a:t>Dagens trafikkopplæring</a:t>
            </a:r>
          </a:p>
          <a:p>
            <a:r>
              <a:rPr lang="nb-NO" dirty="0"/>
              <a:t>Mål for trafikkopplæringen og krav til undervisningen er fastsatt av Vegdirektoratet gjennom forskrift av 1. oktober 2004 om trafikkopplæring og førerprøve m.m. Føreropplæringen bygger i stor grad på GDE- rammeverket. Dette er en teoretisk modell som framstiller oppgavene en fører står overfor, og hva som må læres, i ulike nivåer. Nivåene representerer et hierarkisk perspektiv på føreropplæringen og gir en oversikt over hva opplæringen bør omfatte. Fra lavt til høyt var nivåene i denne modellen til å begynne med: </a:t>
            </a:r>
          </a:p>
          <a:p>
            <a:r>
              <a:rPr lang="nb-NO" b="1" dirty="0"/>
              <a:t>1) Manøvreringsnivå (manøvrering av kjøretøyet) </a:t>
            </a:r>
          </a:p>
          <a:p>
            <a:r>
              <a:rPr lang="nb-NO" b="1" dirty="0"/>
              <a:t>2) Taktisk nivå (handlingsvalg i trafikale situasjoner) </a:t>
            </a:r>
          </a:p>
          <a:p>
            <a:r>
              <a:rPr lang="nb-NO" b="1" dirty="0"/>
              <a:t>3) Strategisk nivå (valg ved reiser/ turer og forhold knyttet til reiser/ turer)</a:t>
            </a:r>
          </a:p>
          <a:p>
            <a:r>
              <a:rPr lang="nb-NO" b="1" dirty="0"/>
              <a:t>4) Overordnet nivå (generelle handlings- og vurderingstendenser og måter å se verden på)</a:t>
            </a:r>
            <a:br>
              <a:rPr lang="nb-NO" dirty="0"/>
            </a:br>
            <a:endParaRPr lang="nb-NO" dirty="0"/>
          </a:p>
          <a:p>
            <a:r>
              <a:rPr lang="nb-NO" dirty="0"/>
              <a:t>Av forskrifta går det blant annet fram at undervisningen skal legge til rette for at eleven kan nå målene for opplæringen. </a:t>
            </a:r>
          </a:p>
          <a:p>
            <a:endParaRPr lang="nb-NO" dirty="0"/>
          </a:p>
          <a:p>
            <a:pPr marL="342900" indent="-342900">
              <a:buAutoNum type="arabicPeriod"/>
            </a:pPr>
            <a:r>
              <a:rPr lang="nb-NO" b="1" dirty="0"/>
              <a:t>Januar 2017 </a:t>
            </a:r>
            <a:r>
              <a:rPr lang="nb-NO" dirty="0"/>
              <a:t>ble denne forskriften revidert og utvidet med et </a:t>
            </a:r>
            <a:r>
              <a:rPr lang="nb-NO" b="1" dirty="0"/>
              <a:t>5. nivå </a:t>
            </a:r>
            <a:r>
              <a:rPr lang="nb-NO" dirty="0"/>
              <a:t>, kulturelle utfordringer.</a:t>
            </a:r>
          </a:p>
          <a:p>
            <a:r>
              <a:rPr lang="nb-NO" b="1" dirty="0"/>
              <a:t>Målverbene</a:t>
            </a:r>
            <a:r>
              <a:rPr lang="nb-NO" dirty="0"/>
              <a:t> ble endret og skillet mellom forskrift og læreplan ble tydeligere samtidig som </a:t>
            </a:r>
            <a:r>
              <a:rPr lang="nb-NO" b="1" dirty="0"/>
              <a:t>motivasjon</a:t>
            </a:r>
            <a:r>
              <a:rPr lang="nb-NO" dirty="0"/>
              <a:t> ble et hovedtema innen trinnene 2 og 3.</a:t>
            </a:r>
          </a:p>
        </p:txBody>
      </p:sp>
    </p:spTree>
    <p:extLst>
      <p:ext uri="{BB962C8B-B14F-4D97-AF65-F5344CB8AC3E}">
        <p14:creationId xmlns:p14="http://schemas.microsoft.com/office/powerpoint/2010/main" val="28975360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Bilde 4" descr="Et bilde som inneholder brevhode&#10;&#10;Beskrivelse som er generert med høy visshet">
            <a:extLst>
              <a:ext uri="{FF2B5EF4-FFF2-40B4-BE49-F238E27FC236}">
                <a16:creationId xmlns:a16="http://schemas.microsoft.com/office/drawing/2014/main" id="{48F8DFFF-FE54-4B81-806A-F9C8219A4B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84432" y="4725144"/>
            <a:ext cx="1800200" cy="1725422"/>
          </a:xfrm>
          <a:prstGeom prst="rect">
            <a:avLst/>
          </a:prstGeom>
        </p:spPr>
      </p:pic>
      <p:sp>
        <p:nvSpPr>
          <p:cNvPr id="3" name="TekstSylinder 2">
            <a:extLst>
              <a:ext uri="{FF2B5EF4-FFF2-40B4-BE49-F238E27FC236}">
                <a16:creationId xmlns:a16="http://schemas.microsoft.com/office/drawing/2014/main" id="{DE4A6108-C8A5-4753-912B-469636D7574A}"/>
              </a:ext>
            </a:extLst>
          </p:cNvPr>
          <p:cNvSpPr txBox="1"/>
          <p:nvPr/>
        </p:nvSpPr>
        <p:spPr>
          <a:xfrm>
            <a:off x="1055688" y="764704"/>
            <a:ext cx="10296698" cy="4524315"/>
          </a:xfrm>
          <a:prstGeom prst="rect">
            <a:avLst/>
          </a:prstGeom>
          <a:noFill/>
        </p:spPr>
        <p:txBody>
          <a:bodyPr wrap="square" rtlCol="0">
            <a:spAutoFit/>
          </a:bodyPr>
          <a:lstStyle/>
          <a:p>
            <a:r>
              <a:rPr lang="nb-NO" b="1" dirty="0"/>
              <a:t>Trinnvis opplæring.</a:t>
            </a:r>
          </a:p>
          <a:p>
            <a:r>
              <a:rPr lang="nb-NO" b="1" dirty="0"/>
              <a:t>Trinn 1</a:t>
            </a:r>
            <a:r>
              <a:rPr lang="nb-NO" dirty="0"/>
              <a:t>. Mål for trafikalt grunnkurs jf. § 8-3</a:t>
            </a:r>
          </a:p>
          <a:p>
            <a:r>
              <a:rPr lang="nb-NO" dirty="0"/>
              <a:t>Eleven skal gjennom opplevelser, aktiviteter og oppsummeringer bli bevisst på hva som menes  med at enhver skal ferdes hensynsfullt, og være aktpågivende og varsom så det ikke kan  oppstå fare eller voldes skade, og slik at annen trafikk ikke unødig blir hindret eller forstyrret,  jf. vegtrafikkloven § 3.</a:t>
            </a:r>
          </a:p>
          <a:p>
            <a:endParaRPr lang="nb-NO" dirty="0"/>
          </a:p>
          <a:p>
            <a:r>
              <a:rPr lang="nb-NO" dirty="0"/>
              <a:t>Vegtrafikkloven § 3 er i utgangspunktet en lovpålagt kjøreprosess:</a:t>
            </a:r>
          </a:p>
          <a:p>
            <a:r>
              <a:rPr lang="nb-NO" dirty="0"/>
              <a:t>Aktpågivende = sanse-oppfatte </a:t>
            </a:r>
          </a:p>
          <a:p>
            <a:r>
              <a:rPr lang="nb-NO" dirty="0"/>
              <a:t>Varsom = selve handlingen</a:t>
            </a:r>
          </a:p>
          <a:p>
            <a:r>
              <a:rPr lang="nb-NO" dirty="0"/>
              <a:t>Hensynsfull = bygger på de beslutninger som tas. Her vil sjåførens måte å se omverdenen på reflektere de valgene som tas. Med andre ord det 4. nivået i GDE matrisen.</a:t>
            </a:r>
          </a:p>
          <a:p>
            <a:endParaRPr lang="nb-NO" dirty="0"/>
          </a:p>
          <a:p>
            <a:r>
              <a:rPr lang="nb-NO" b="1" dirty="0"/>
              <a:t>Trinn 2 </a:t>
            </a:r>
            <a:r>
              <a:rPr lang="nb-NO" dirty="0"/>
              <a:t>gir forutsetningene for å lykkes med å utføre selve handlingene, mens </a:t>
            </a:r>
            <a:r>
              <a:rPr lang="nb-NO" b="1" dirty="0"/>
              <a:t>trinn 3 </a:t>
            </a:r>
            <a:r>
              <a:rPr lang="nb-NO" dirty="0"/>
              <a:t>skal gi elevene forutsetninger for å gjøre de riktige valgene. </a:t>
            </a:r>
            <a:r>
              <a:rPr lang="nb-NO" b="1" dirty="0"/>
              <a:t>Trinn 2 og 3 </a:t>
            </a:r>
            <a:r>
              <a:rPr lang="nb-NO" dirty="0"/>
              <a:t>er i stor grad styrt av </a:t>
            </a:r>
            <a:r>
              <a:rPr lang="nb-NO" b="1" dirty="0"/>
              <a:t>produktmål</a:t>
            </a:r>
            <a:r>
              <a:rPr lang="nb-NO" dirty="0"/>
              <a:t>, mens </a:t>
            </a:r>
            <a:r>
              <a:rPr lang="nb-NO" b="1" dirty="0"/>
              <a:t>trinn 4</a:t>
            </a:r>
            <a:r>
              <a:rPr lang="nb-NO" dirty="0"/>
              <a:t>, som er det andre sikkerhetskurset, i stor grad er </a:t>
            </a:r>
            <a:r>
              <a:rPr lang="nb-NO" b="1" dirty="0"/>
              <a:t>prosessmål</a:t>
            </a:r>
            <a:r>
              <a:rPr lang="nb-NO" dirty="0"/>
              <a:t>, i likhet med </a:t>
            </a:r>
            <a:r>
              <a:rPr lang="nb-NO" b="1" dirty="0"/>
              <a:t>trinn 1.</a:t>
            </a:r>
          </a:p>
          <a:p>
            <a:r>
              <a:rPr lang="nb-NO" b="1" u="sng" dirty="0"/>
              <a:t>Summen av dette skal føre til at elevene ved vår skole når hovedmålet for opplæringen. </a:t>
            </a:r>
          </a:p>
        </p:txBody>
      </p:sp>
    </p:spTree>
    <p:extLst>
      <p:ext uri="{BB962C8B-B14F-4D97-AF65-F5344CB8AC3E}">
        <p14:creationId xmlns:p14="http://schemas.microsoft.com/office/powerpoint/2010/main" val="22951800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a:extLst>
              <a:ext uri="{FF2B5EF4-FFF2-40B4-BE49-F238E27FC236}">
                <a16:creationId xmlns:a16="http://schemas.microsoft.com/office/drawing/2014/main" id="{D7307BF4-95A3-465A-A5C9-C12227769C16}"/>
              </a:ext>
            </a:extLst>
          </p:cNvPr>
          <p:cNvSpPr txBox="1"/>
          <p:nvPr/>
        </p:nvSpPr>
        <p:spPr>
          <a:xfrm>
            <a:off x="515380" y="2492896"/>
            <a:ext cx="11161239" cy="3416320"/>
          </a:xfrm>
          <a:prstGeom prst="rect">
            <a:avLst/>
          </a:prstGeom>
          <a:noFill/>
        </p:spPr>
        <p:txBody>
          <a:bodyPr wrap="square" rtlCol="0">
            <a:spAutoFit/>
          </a:bodyPr>
          <a:lstStyle/>
          <a:p>
            <a:r>
              <a:rPr lang="nb-NO" b="1" dirty="0"/>
              <a:t>Trinnvurdering</a:t>
            </a:r>
          </a:p>
          <a:p>
            <a:r>
              <a:rPr lang="nb-NO" dirty="0"/>
              <a:t>Den obligatoriske trinnvurderingen gjennomføres mot slutten av trinnet. Hensikten med trinnvurderingen er å gi eleven anledning til selv å ta stilling til om målene for trinnet er nådd tilstrekkelig godt til at det er grunnlag for å ha utbytte av opplæringen i neste trinn. Læreren skal dessuten gi sin tilråding i spørsmålet om eleven har den kompetansen som er nødvendig for å ha godt utbytte av videre opplæring. Det er viktig at eleven før gjennomføringen er forberedt og godt kjent med hensikten med trinnvurderingen og hvordan denne bli gjennomført. Eventuelle oppgaver og klargjøringer i forhold til gjennomføringen kan med fordel gis allerede ved innledningen til trinnet.</a:t>
            </a:r>
          </a:p>
          <a:p>
            <a:endParaRPr lang="nb-NO" dirty="0"/>
          </a:p>
          <a:p>
            <a:r>
              <a:rPr lang="nb-NO" b="1" i="1" dirty="0"/>
              <a:t>Om å veilede</a:t>
            </a:r>
          </a:p>
          <a:p>
            <a:r>
              <a:rPr lang="nb-NO" i="1" dirty="0"/>
              <a:t> ”….at man, når det i sannhet skal lykkes en å føre et menneske et bestemt sted hen, først og fremst må passe på å finne ham der hvor hen er, og begynne der.»</a:t>
            </a:r>
          </a:p>
          <a:p>
            <a:r>
              <a:rPr lang="nb-NO" i="1" dirty="0"/>
              <a:t>Søren Kierkegaard</a:t>
            </a:r>
          </a:p>
        </p:txBody>
      </p:sp>
      <p:sp>
        <p:nvSpPr>
          <p:cNvPr id="3" name="TekstSylinder 2">
            <a:extLst>
              <a:ext uri="{FF2B5EF4-FFF2-40B4-BE49-F238E27FC236}">
                <a16:creationId xmlns:a16="http://schemas.microsoft.com/office/drawing/2014/main" id="{2C43337B-6431-4EDB-B7A1-F9066D039AFC}"/>
              </a:ext>
            </a:extLst>
          </p:cNvPr>
          <p:cNvSpPr txBox="1"/>
          <p:nvPr/>
        </p:nvSpPr>
        <p:spPr>
          <a:xfrm>
            <a:off x="515380" y="548680"/>
            <a:ext cx="11180217" cy="1754326"/>
          </a:xfrm>
          <a:prstGeom prst="rect">
            <a:avLst/>
          </a:prstGeom>
          <a:noFill/>
        </p:spPr>
        <p:txBody>
          <a:bodyPr wrap="square" rtlCol="0">
            <a:spAutoFit/>
          </a:bodyPr>
          <a:lstStyle/>
          <a:p>
            <a:r>
              <a:rPr lang="nb-NO" b="1" dirty="0"/>
              <a:t>§ 7-6.Innmelding av gjennomført obligatorisk opplæring</a:t>
            </a:r>
          </a:p>
          <a:p>
            <a:r>
              <a:rPr lang="nb-NO" dirty="0"/>
              <a:t>Obligatorisk opplæring i et trinn, </a:t>
            </a:r>
            <a:r>
              <a:rPr lang="nb-NO" b="1" dirty="0"/>
              <a:t>og trinnvurdering i trinn 2 og 3, skal være innmeldt til regionvegkontoret før obligatorisk opplæring i nytt trinn påbegynnes.</a:t>
            </a:r>
            <a:r>
              <a:rPr lang="nb-NO" dirty="0"/>
              <a:t> Når obligatorisk opplæring i klasse S gis over et kort tidsrom, kan opplæringen meldes inn samlet. Opplæringen må være innmeldt </a:t>
            </a:r>
            <a:r>
              <a:rPr lang="nb-NO" b="1" dirty="0"/>
              <a:t>senest 2 uker</a:t>
            </a:r>
            <a:r>
              <a:rPr lang="nb-NO" dirty="0"/>
              <a:t> etter at den er gjennomført og all obligatorisk opplæring må være innmeldt </a:t>
            </a:r>
            <a:r>
              <a:rPr lang="nb-NO" b="1" dirty="0"/>
              <a:t>senest 3 virkedager før praktisk prøve kan avlegges</a:t>
            </a:r>
            <a:r>
              <a:rPr lang="nb-NO" dirty="0"/>
              <a:t>. Innmeldingen skal skje elektronisk til Trafikkskole-, sensor- og kursarrangørregisteret (TSK-registeret)</a:t>
            </a:r>
          </a:p>
        </p:txBody>
      </p:sp>
    </p:spTree>
    <p:extLst>
      <p:ext uri="{BB962C8B-B14F-4D97-AF65-F5344CB8AC3E}">
        <p14:creationId xmlns:p14="http://schemas.microsoft.com/office/powerpoint/2010/main" val="33271040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065140" y="764704"/>
            <a:ext cx="10143427" cy="3970318"/>
          </a:xfrm>
          <a:prstGeom prst="rect">
            <a:avLst/>
          </a:prstGeom>
          <a:noFill/>
        </p:spPr>
        <p:txBody>
          <a:bodyPr wrap="square" rtlCol="0">
            <a:spAutoFit/>
          </a:bodyPr>
          <a:lstStyle/>
          <a:p>
            <a:r>
              <a:rPr lang="nb-NO" b="1" dirty="0"/>
              <a:t>Hovedmål for opplæringen  jf. § 11-1 </a:t>
            </a:r>
          </a:p>
          <a:p>
            <a:r>
              <a:rPr lang="nb-NO" dirty="0"/>
              <a:t>Etter å ha gjennomført trafikkopplæringen i klasse B skal eleven ha den kompetansen som er nødvendig for å kjøre bil på en ansvarlig måte. </a:t>
            </a:r>
            <a:r>
              <a:rPr lang="nb-NO" b="1" dirty="0"/>
              <a:t>Eleven skal ha de kunnskaper og ferdigheter, den selvinnsikt og risikoforståelse, som er nødvendig for å kjøre på en måte som</a:t>
            </a:r>
          </a:p>
          <a:p>
            <a:endParaRPr lang="nb-NO" dirty="0"/>
          </a:p>
          <a:p>
            <a:pPr marL="285750" indent="-285750">
              <a:buFont typeface="Arial" panose="020B0604020202020204" pitchFamily="34" charset="0"/>
              <a:buChar char="•"/>
            </a:pPr>
            <a:r>
              <a:rPr lang="nb-NO" b="1" dirty="0"/>
              <a:t>er trafikksikker</a:t>
            </a:r>
          </a:p>
          <a:p>
            <a:pPr marL="285750" indent="-285750">
              <a:buFont typeface="Arial" panose="020B0604020202020204" pitchFamily="34" charset="0"/>
              <a:buChar char="•"/>
            </a:pPr>
            <a:endParaRPr lang="nb-NO" b="1" dirty="0"/>
          </a:p>
          <a:p>
            <a:pPr marL="285750" indent="-285750">
              <a:buFont typeface="Arial" panose="020B0604020202020204" pitchFamily="34" charset="0"/>
              <a:buChar char="•"/>
            </a:pPr>
            <a:r>
              <a:rPr lang="nb-NO" b="1" dirty="0"/>
              <a:t>gir god samhandling</a:t>
            </a:r>
          </a:p>
          <a:p>
            <a:pPr marL="285750" indent="-285750">
              <a:buFont typeface="Arial" panose="020B0604020202020204" pitchFamily="34" charset="0"/>
              <a:buChar char="•"/>
            </a:pPr>
            <a:endParaRPr lang="nb-NO" b="1" dirty="0"/>
          </a:p>
          <a:p>
            <a:pPr marL="285750" indent="-285750">
              <a:buFont typeface="Arial" panose="020B0604020202020204" pitchFamily="34" charset="0"/>
              <a:buChar char="•"/>
            </a:pPr>
            <a:r>
              <a:rPr lang="nb-NO" b="1" dirty="0"/>
              <a:t>fører til god trafikkavvikling</a:t>
            </a:r>
          </a:p>
          <a:p>
            <a:pPr marL="285750" indent="-285750">
              <a:buFont typeface="Arial" panose="020B0604020202020204" pitchFamily="34" charset="0"/>
              <a:buChar char="•"/>
            </a:pPr>
            <a:endParaRPr lang="nb-NO" b="1" dirty="0"/>
          </a:p>
          <a:p>
            <a:pPr marL="285750" indent="-285750">
              <a:buFont typeface="Arial" panose="020B0604020202020204" pitchFamily="34" charset="0"/>
              <a:buChar char="•"/>
            </a:pPr>
            <a:r>
              <a:rPr lang="nb-NO" b="1" dirty="0"/>
              <a:t>tar hensyn til helse, miljø og andres behov</a:t>
            </a:r>
          </a:p>
          <a:p>
            <a:pPr marL="285750" indent="-285750">
              <a:buFont typeface="Arial" panose="020B0604020202020204" pitchFamily="34" charset="0"/>
              <a:buChar char="•"/>
            </a:pPr>
            <a:endParaRPr lang="nb-NO" b="1" dirty="0"/>
          </a:p>
          <a:p>
            <a:pPr marL="285750" indent="-285750">
              <a:buFont typeface="Arial" panose="020B0604020202020204" pitchFamily="34" charset="0"/>
              <a:buChar char="•"/>
            </a:pPr>
            <a:r>
              <a:rPr lang="nb-NO" b="1" dirty="0"/>
              <a:t>er i samsvar med gjeldende regelverk</a:t>
            </a:r>
          </a:p>
        </p:txBody>
      </p:sp>
      <p:pic>
        <p:nvPicPr>
          <p:cNvPr id="14" name="Bilde 13">
            <a:extLst>
              <a:ext uri="{FF2B5EF4-FFF2-40B4-BE49-F238E27FC236}">
                <a16:creationId xmlns:a16="http://schemas.microsoft.com/office/drawing/2014/main" id="{C635749C-734F-4838-B7A7-46FE1F0079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12024" y="2280989"/>
            <a:ext cx="4608512" cy="2454033"/>
          </a:xfrm>
          <a:prstGeom prst="rect">
            <a:avLst/>
          </a:prstGeom>
        </p:spPr>
      </p:pic>
    </p:spTree>
    <p:extLst>
      <p:ext uri="{BB962C8B-B14F-4D97-AF65-F5344CB8AC3E}">
        <p14:creationId xmlns:p14="http://schemas.microsoft.com/office/powerpoint/2010/main" val="40331778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a:extLst>
              <a:ext uri="{FF2B5EF4-FFF2-40B4-BE49-F238E27FC236}">
                <a16:creationId xmlns:a16="http://schemas.microsoft.com/office/drawing/2014/main" id="{A9E21CAA-1E87-4DC5-9132-C76301A1BD54}"/>
              </a:ext>
            </a:extLst>
          </p:cNvPr>
          <p:cNvSpPr txBox="1"/>
          <p:nvPr/>
        </p:nvSpPr>
        <p:spPr>
          <a:xfrm>
            <a:off x="1055688" y="1055217"/>
            <a:ext cx="10152682" cy="1477328"/>
          </a:xfrm>
          <a:prstGeom prst="rect">
            <a:avLst/>
          </a:prstGeom>
          <a:noFill/>
        </p:spPr>
        <p:txBody>
          <a:bodyPr wrap="square" rtlCol="0">
            <a:spAutoFit/>
          </a:bodyPr>
          <a:lstStyle/>
          <a:p>
            <a:r>
              <a:rPr lang="nb-NO" b="1" dirty="0"/>
              <a:t>Opplæringskort</a:t>
            </a:r>
          </a:p>
          <a:p>
            <a:r>
              <a:rPr lang="nb-NO" dirty="0"/>
              <a:t>Trafikkskolen fører opplæringskort for hver elev </a:t>
            </a:r>
            <a:r>
              <a:rPr lang="nb-NO" b="1" dirty="0"/>
              <a:t>elektronisk</a:t>
            </a:r>
            <a:r>
              <a:rPr lang="nb-NO" dirty="0"/>
              <a:t> med programmet TABS.  </a:t>
            </a:r>
          </a:p>
          <a:p>
            <a:r>
              <a:rPr lang="nb-NO" b="1" dirty="0"/>
              <a:t>Opplæringskort skal utfylles for hver time, eller avsluttende opplæring hvis den har gått over en hel dag. </a:t>
            </a:r>
            <a:r>
              <a:rPr lang="nb-NO" dirty="0"/>
              <a:t>Den kan sendes elektronisk fra I-Pad som læreren benytter direkte til elevens e post, som eleven kan bruke som underlag for skolen eller arbeidsplassen sin. Obligatorisk opplæring blir sendt inn til </a:t>
            </a:r>
            <a:r>
              <a:rPr lang="nb-NO" dirty="0" err="1"/>
              <a:t>SVVs</a:t>
            </a:r>
            <a:r>
              <a:rPr lang="nb-NO" dirty="0"/>
              <a:t> TEA register. </a:t>
            </a:r>
          </a:p>
        </p:txBody>
      </p:sp>
    </p:spTree>
    <p:extLst>
      <p:ext uri="{BB962C8B-B14F-4D97-AF65-F5344CB8AC3E}">
        <p14:creationId xmlns:p14="http://schemas.microsoft.com/office/powerpoint/2010/main" val="25718710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a:extLst>
              <a:ext uri="{FF2B5EF4-FFF2-40B4-BE49-F238E27FC236}">
                <a16:creationId xmlns:a16="http://schemas.microsoft.com/office/drawing/2014/main" id="{9719935F-2623-4EFB-A858-2052C795AA90}"/>
              </a:ext>
            </a:extLst>
          </p:cNvPr>
          <p:cNvSpPr txBox="1"/>
          <p:nvPr/>
        </p:nvSpPr>
        <p:spPr>
          <a:xfrm>
            <a:off x="1048551" y="764704"/>
            <a:ext cx="9720634" cy="2585323"/>
          </a:xfrm>
          <a:prstGeom prst="rect">
            <a:avLst/>
          </a:prstGeom>
          <a:noFill/>
        </p:spPr>
        <p:txBody>
          <a:bodyPr wrap="square" rtlCol="0">
            <a:spAutoFit/>
          </a:bodyPr>
          <a:lstStyle/>
          <a:p>
            <a:r>
              <a:rPr lang="nb-NO" b="1" dirty="0"/>
              <a:t>Undervisningstider</a:t>
            </a:r>
            <a:r>
              <a:rPr lang="nb-NO" dirty="0"/>
              <a:t>	</a:t>
            </a:r>
          </a:p>
          <a:p>
            <a:r>
              <a:rPr lang="nb-NO" dirty="0"/>
              <a:t>Det er utarbeidet skriftlig informasjon som gir elevene de opplysningene som har betydning for opplæringen, herunder opplysning om skolens navn, regler for bestilling og avbestilling av undervisningstimer samt varighet og pris på en kjøretime og på eventuelle kurs. Informasjonen skal gis elevene før opplæringen starter.</a:t>
            </a:r>
          </a:p>
          <a:p>
            <a:endParaRPr lang="nb-NO" dirty="0"/>
          </a:p>
          <a:p>
            <a:r>
              <a:rPr lang="nb-NO" dirty="0"/>
              <a:t>En undervisningstime er 45 minutter. Start av undervisningssted er i hovedsak fra trafikkskolen, eventuelt fratrekk på tilkjøring dersom eleven ønsker å starte undervisningen andre steder enn ved Trafikkskolen.</a:t>
            </a:r>
          </a:p>
        </p:txBody>
      </p:sp>
    </p:spTree>
    <p:extLst>
      <p:ext uri="{BB962C8B-B14F-4D97-AF65-F5344CB8AC3E}">
        <p14:creationId xmlns:p14="http://schemas.microsoft.com/office/powerpoint/2010/main" val="30067064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055688" y="764704"/>
            <a:ext cx="10585176" cy="4278094"/>
          </a:xfrm>
          <a:prstGeom prst="rect">
            <a:avLst/>
          </a:prstGeom>
          <a:noFill/>
        </p:spPr>
        <p:txBody>
          <a:bodyPr wrap="square" rtlCol="0">
            <a:spAutoFit/>
          </a:bodyPr>
          <a:lstStyle/>
          <a:p>
            <a:r>
              <a:rPr lang="nb-NO" sz="1600" b="1" dirty="0"/>
              <a:t>Undervisningslære/ didaktikk</a:t>
            </a:r>
          </a:p>
          <a:p>
            <a:r>
              <a:rPr lang="nb-NO" sz="1600" dirty="0"/>
              <a:t>Planleggingen av undervisningen bygger på den didaktiske relasjonstenkningen hvor elevene/ deltagerne settes i fokus opp mot mål, innhold, vurdering, arbeidsmåter og forskjellige rammefaktorer.</a:t>
            </a:r>
          </a:p>
          <a:p>
            <a:r>
              <a:rPr lang="nb-NO" sz="1600" dirty="0"/>
              <a:t>Opplæringen på alle trinn tar utgangspunkt i hovedmålene. Dette gjelder også sikkerhetskursene på bane og veg.</a:t>
            </a:r>
          </a:p>
          <a:p>
            <a:r>
              <a:rPr lang="nb-NO" sz="1600" dirty="0"/>
              <a:t>Trinnvurderingene skal kartlegge ståstedet i opplæringsprosessen og preges derfor av målene for de ulike trinnene.</a:t>
            </a:r>
          </a:p>
          <a:p>
            <a:r>
              <a:rPr lang="nb-NO" sz="1600" dirty="0"/>
              <a:t>Denne undervisningsplan skal være et verktøy for ansatte for å nå de mål som er fastsatt i Trafikkopplæringsforskriften FOR-2004-10-01-1339 og gir føringer for hvordan trafikkskolen ved hjelp av den didaktiske relasjonsmodellen, planlegger, gjennomfører og evaluerer undervisningen.</a:t>
            </a:r>
          </a:p>
          <a:p>
            <a:endParaRPr lang="nb-NO" sz="1600" dirty="0"/>
          </a:p>
          <a:p>
            <a:r>
              <a:rPr lang="nb-NO" sz="1600" b="1" dirty="0"/>
              <a:t>Den didaktiske relasjonsmodellen består av:</a:t>
            </a:r>
          </a:p>
          <a:p>
            <a:pPr marL="285750" indent="-285750">
              <a:buFont typeface="Arial" panose="020B0604020202020204" pitchFamily="34" charset="0"/>
              <a:buChar char="•"/>
            </a:pPr>
            <a:r>
              <a:rPr lang="nb-NO" sz="1600" b="1" dirty="0"/>
              <a:t>Mål</a:t>
            </a:r>
          </a:p>
          <a:p>
            <a:pPr marL="285750" indent="-285750">
              <a:buFont typeface="Arial" panose="020B0604020202020204" pitchFamily="34" charset="0"/>
              <a:buChar char="•"/>
            </a:pPr>
            <a:r>
              <a:rPr lang="nb-NO" sz="1600" b="1" dirty="0"/>
              <a:t>Innhold</a:t>
            </a:r>
          </a:p>
          <a:p>
            <a:pPr marL="285750" indent="-285750">
              <a:buFont typeface="Arial" panose="020B0604020202020204" pitchFamily="34" charset="0"/>
              <a:buChar char="•"/>
            </a:pPr>
            <a:r>
              <a:rPr lang="nb-NO" sz="1600" b="1" dirty="0"/>
              <a:t>Elevforutsetninger</a:t>
            </a:r>
          </a:p>
          <a:p>
            <a:pPr marL="285750" indent="-285750">
              <a:buFont typeface="Arial" panose="020B0604020202020204" pitchFamily="34" charset="0"/>
              <a:buChar char="•"/>
            </a:pPr>
            <a:r>
              <a:rPr lang="nb-NO" sz="1600" b="1" dirty="0"/>
              <a:t>Lærerforutsetninger</a:t>
            </a:r>
          </a:p>
          <a:p>
            <a:pPr marL="285750" indent="-285750">
              <a:buFont typeface="Arial" panose="020B0604020202020204" pitchFamily="34" charset="0"/>
              <a:buChar char="•"/>
            </a:pPr>
            <a:r>
              <a:rPr lang="nb-NO" sz="1600" b="1" dirty="0"/>
              <a:t>Arbeidsmåter</a:t>
            </a:r>
          </a:p>
          <a:p>
            <a:pPr marL="285750" indent="-285750">
              <a:buFont typeface="Arial" panose="020B0604020202020204" pitchFamily="34" charset="0"/>
              <a:buChar char="•"/>
            </a:pPr>
            <a:r>
              <a:rPr lang="nb-NO" sz="1600" b="1" dirty="0"/>
              <a:t>Rammefaktorer som rutevalg</a:t>
            </a:r>
          </a:p>
          <a:p>
            <a:pPr marL="285750" indent="-285750">
              <a:buFont typeface="Arial" panose="020B0604020202020204" pitchFamily="34" charset="0"/>
              <a:buChar char="•"/>
            </a:pPr>
            <a:r>
              <a:rPr lang="nb-NO" sz="1600" b="1" dirty="0"/>
              <a:t>Vurdering</a:t>
            </a:r>
          </a:p>
        </p:txBody>
      </p:sp>
      <p:pic>
        <p:nvPicPr>
          <p:cNvPr id="4" name="Bild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37989" y="3933056"/>
            <a:ext cx="3735283" cy="2492896"/>
          </a:xfrm>
          <a:prstGeom prst="rect">
            <a:avLst/>
          </a:prstGeom>
          <a:effectLst>
            <a:softEdge rad="635000"/>
          </a:effectLst>
        </p:spPr>
      </p:pic>
    </p:spTree>
    <p:extLst>
      <p:ext uri="{BB962C8B-B14F-4D97-AF65-F5344CB8AC3E}">
        <p14:creationId xmlns:p14="http://schemas.microsoft.com/office/powerpoint/2010/main" val="18569833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bg>
      <p:bgPr>
        <a:solidFill>
          <a:schemeClr val="bg1"/>
        </a:solidFill>
        <a:effectLst/>
      </p:bgPr>
    </p:bg>
    <p:spTree>
      <p:nvGrpSpPr>
        <p:cNvPr id="1" name=""/>
        <p:cNvGrpSpPr/>
        <p:nvPr/>
      </p:nvGrpSpPr>
      <p:grpSpPr>
        <a:xfrm>
          <a:off x="0" y="0"/>
          <a:ext cx="0" cy="0"/>
          <a:chOff x="0" y="0"/>
          <a:chExt cx="0" cy="0"/>
        </a:xfrm>
      </p:grpSpPr>
      <p:sp>
        <p:nvSpPr>
          <p:cNvPr id="16386" name="Rectangle 5"/>
          <p:cNvSpPr>
            <a:spLocks noChangeArrowheads="1"/>
          </p:cNvSpPr>
          <p:nvPr/>
        </p:nvSpPr>
        <p:spPr bwMode="auto">
          <a:xfrm>
            <a:off x="1524001"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ts val="1800"/>
              </a:lnSpc>
              <a:spcBef>
                <a:spcPts val="400"/>
              </a:spcBef>
              <a:buSzPct val="120000"/>
              <a:buFont typeface="Arial" panose="020B0604020202020204" pitchFamily="34" charset="0"/>
              <a:defRPr sz="1600" b="1">
                <a:solidFill>
                  <a:srgbClr val="494949"/>
                </a:solidFill>
                <a:latin typeface="Arial" panose="020B0604020202020204" pitchFamily="34" charset="0"/>
                <a:ea typeface="ＭＳ Ｐゴシック" panose="020B0600070205080204" pitchFamily="34" charset="-128"/>
                <a:cs typeface="Arial" panose="020B0604020202020204" pitchFamily="34" charset="0"/>
              </a:defRPr>
            </a:lvl1pPr>
            <a:lvl2pPr marL="742950" indent="-285750">
              <a:lnSpc>
                <a:spcPts val="1800"/>
              </a:lnSpc>
              <a:spcBef>
                <a:spcPts val="400"/>
              </a:spcBef>
              <a:buSzPct val="120000"/>
              <a:buFont typeface="Arial" panose="020B0604020202020204" pitchFamily="34" charset="0"/>
              <a:buChar char="•"/>
              <a:defRPr sz="1600">
                <a:solidFill>
                  <a:srgbClr val="494949"/>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lnSpc>
                <a:spcPts val="1800"/>
              </a:lnSpc>
              <a:spcBef>
                <a:spcPts val="400"/>
              </a:spcBef>
              <a:buSzPct val="100000"/>
              <a:buFont typeface="Lucida Grande"/>
              <a:buChar char="–"/>
              <a:defRPr sz="1600">
                <a:solidFill>
                  <a:srgbClr val="494949"/>
                </a:solidFill>
                <a:latin typeface="Arial" panose="020B0604020202020204" pitchFamily="34" charset="0"/>
                <a:ea typeface="ＭＳ Ｐゴシック" panose="020B0600070205080204" pitchFamily="34" charset="-128"/>
                <a:cs typeface="Arial" panose="020B0604020202020204" pitchFamily="34" charset="0"/>
              </a:defRPr>
            </a:lvl3pPr>
            <a:lvl4pPr marL="1600200" indent="-228600">
              <a:lnSpc>
                <a:spcPts val="1800"/>
              </a:lnSpc>
              <a:spcBef>
                <a:spcPts val="400"/>
              </a:spcBef>
              <a:buFont typeface="Courier New" panose="02070309020205020404" pitchFamily="49" charset="0"/>
              <a:buChar char="o"/>
              <a:defRPr sz="1600">
                <a:solidFill>
                  <a:srgbClr val="494949"/>
                </a:solidFill>
                <a:latin typeface="Arial" panose="020B0604020202020204" pitchFamily="34" charset="0"/>
                <a:ea typeface="ＭＳ Ｐゴシック" panose="020B0600070205080204" pitchFamily="34" charset="-128"/>
                <a:cs typeface="Arial" panose="020B0604020202020204" pitchFamily="34" charset="0"/>
              </a:defRPr>
            </a:lvl4pPr>
            <a:lvl5pPr marL="2057400" indent="-228600">
              <a:lnSpc>
                <a:spcPts val="1800"/>
              </a:lnSpc>
              <a:spcBef>
                <a:spcPts val="400"/>
              </a:spcBef>
              <a:buSzPct val="100000"/>
              <a:buFont typeface="Arial" panose="020B0604020202020204" pitchFamily="34" charset="0"/>
              <a:buChar char="•"/>
              <a:defRPr sz="1600">
                <a:solidFill>
                  <a:srgbClr val="494949"/>
                </a:solidFill>
                <a:latin typeface="Arial" panose="020B0604020202020204" pitchFamily="34" charset="0"/>
                <a:ea typeface="ＭＳ Ｐゴシック" panose="020B0600070205080204" pitchFamily="34" charset="-128"/>
                <a:cs typeface="Arial" panose="020B0604020202020204" pitchFamily="34" charset="0"/>
              </a:defRPr>
            </a:lvl5pPr>
            <a:lvl6pPr marL="2514600" indent="-228600" eaLnBrk="0" fontAlgn="base" hangingPunct="0">
              <a:lnSpc>
                <a:spcPts val="1800"/>
              </a:lnSpc>
              <a:spcBef>
                <a:spcPts val="400"/>
              </a:spcBef>
              <a:spcAft>
                <a:spcPct val="0"/>
              </a:spcAft>
              <a:buSzPct val="100000"/>
              <a:buFont typeface="Arial" panose="020B0604020202020204" pitchFamily="34" charset="0"/>
              <a:buChar char="•"/>
              <a:defRPr sz="1600">
                <a:solidFill>
                  <a:srgbClr val="494949"/>
                </a:solidFill>
                <a:latin typeface="Arial" panose="020B0604020202020204" pitchFamily="34" charset="0"/>
                <a:ea typeface="ＭＳ Ｐゴシック" panose="020B0600070205080204" pitchFamily="34" charset="-128"/>
                <a:cs typeface="Arial" panose="020B0604020202020204" pitchFamily="34" charset="0"/>
              </a:defRPr>
            </a:lvl6pPr>
            <a:lvl7pPr marL="2971800" indent="-228600" eaLnBrk="0" fontAlgn="base" hangingPunct="0">
              <a:lnSpc>
                <a:spcPts val="1800"/>
              </a:lnSpc>
              <a:spcBef>
                <a:spcPts val="400"/>
              </a:spcBef>
              <a:spcAft>
                <a:spcPct val="0"/>
              </a:spcAft>
              <a:buSzPct val="100000"/>
              <a:buFont typeface="Arial" panose="020B0604020202020204" pitchFamily="34" charset="0"/>
              <a:buChar char="•"/>
              <a:defRPr sz="1600">
                <a:solidFill>
                  <a:srgbClr val="494949"/>
                </a:solidFill>
                <a:latin typeface="Arial" panose="020B0604020202020204" pitchFamily="34" charset="0"/>
                <a:ea typeface="ＭＳ Ｐゴシック" panose="020B0600070205080204" pitchFamily="34" charset="-128"/>
                <a:cs typeface="Arial" panose="020B0604020202020204" pitchFamily="34" charset="0"/>
              </a:defRPr>
            </a:lvl7pPr>
            <a:lvl8pPr marL="3429000" indent="-228600" eaLnBrk="0" fontAlgn="base" hangingPunct="0">
              <a:lnSpc>
                <a:spcPts val="1800"/>
              </a:lnSpc>
              <a:spcBef>
                <a:spcPts val="400"/>
              </a:spcBef>
              <a:spcAft>
                <a:spcPct val="0"/>
              </a:spcAft>
              <a:buSzPct val="100000"/>
              <a:buFont typeface="Arial" panose="020B0604020202020204" pitchFamily="34" charset="0"/>
              <a:buChar char="•"/>
              <a:defRPr sz="1600">
                <a:solidFill>
                  <a:srgbClr val="494949"/>
                </a:solidFill>
                <a:latin typeface="Arial" panose="020B0604020202020204" pitchFamily="34" charset="0"/>
                <a:ea typeface="ＭＳ Ｐゴシック" panose="020B0600070205080204" pitchFamily="34" charset="-128"/>
                <a:cs typeface="Arial" panose="020B0604020202020204" pitchFamily="34" charset="0"/>
              </a:defRPr>
            </a:lvl8pPr>
            <a:lvl9pPr marL="3886200" indent="-228600" eaLnBrk="0" fontAlgn="base" hangingPunct="0">
              <a:lnSpc>
                <a:spcPts val="1800"/>
              </a:lnSpc>
              <a:spcBef>
                <a:spcPts val="400"/>
              </a:spcBef>
              <a:spcAft>
                <a:spcPct val="0"/>
              </a:spcAft>
              <a:buSzPct val="100000"/>
              <a:buFont typeface="Arial" panose="020B0604020202020204" pitchFamily="34" charset="0"/>
              <a:buChar char="•"/>
              <a:defRPr sz="1600">
                <a:solidFill>
                  <a:srgbClr val="494949"/>
                </a:solidFill>
                <a:latin typeface="Arial" panose="020B0604020202020204" pitchFamily="34" charset="0"/>
                <a:ea typeface="ＭＳ Ｐゴシック" panose="020B0600070205080204" pitchFamily="34" charset="-128"/>
                <a:cs typeface="Arial" panose="020B0604020202020204" pitchFamily="34" charset="0"/>
              </a:defRPr>
            </a:lvl9pPr>
          </a:lstStyle>
          <a:p>
            <a:pPr eaLnBrk="1" hangingPunct="1">
              <a:lnSpc>
                <a:spcPct val="100000"/>
              </a:lnSpc>
              <a:spcBef>
                <a:spcPct val="0"/>
              </a:spcBef>
              <a:buSzTx/>
              <a:buFontTx/>
              <a:buNone/>
            </a:pPr>
            <a:endParaRPr lang="nb-NO" altLang="nb-NO" sz="1800" b="0" dirty="0">
              <a:solidFill>
                <a:schemeClr val="tx1"/>
              </a:solidFill>
            </a:endParaRPr>
          </a:p>
        </p:txBody>
      </p:sp>
      <p:pic>
        <p:nvPicPr>
          <p:cNvPr id="2" name="Bilde 1" descr="Skjermutklipp"/>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83632" y="908720"/>
            <a:ext cx="6984776" cy="4630483"/>
          </a:xfrm>
          <a:prstGeom prst="rect">
            <a:avLst/>
          </a:prstGeom>
        </p:spPr>
      </p:pic>
      <p:sp>
        <p:nvSpPr>
          <p:cNvPr id="3" name="TekstSylinder 2"/>
          <p:cNvSpPr txBox="1"/>
          <p:nvPr/>
        </p:nvSpPr>
        <p:spPr>
          <a:xfrm>
            <a:off x="681714" y="620688"/>
            <a:ext cx="1468672" cy="830997"/>
          </a:xfrm>
          <a:prstGeom prst="rect">
            <a:avLst/>
          </a:prstGeom>
          <a:noFill/>
        </p:spPr>
        <p:txBody>
          <a:bodyPr wrap="none" rtlCol="0">
            <a:spAutoFit/>
          </a:bodyPr>
          <a:lstStyle/>
          <a:p>
            <a:r>
              <a:rPr lang="nb-NO" sz="4800" dirty="0">
                <a:solidFill>
                  <a:schemeClr val="bg1">
                    <a:lumMod val="85000"/>
                  </a:schemeClr>
                </a:solidFill>
              </a:rPr>
              <a:t>DRM</a:t>
            </a:r>
          </a:p>
        </p:txBody>
      </p:sp>
    </p:spTree>
    <p:extLst>
      <p:ext uri="{BB962C8B-B14F-4D97-AF65-F5344CB8AC3E}">
        <p14:creationId xmlns:p14="http://schemas.microsoft.com/office/powerpoint/2010/main" val="2778077275"/>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038970" y="764704"/>
            <a:ext cx="10224690" cy="4801314"/>
          </a:xfrm>
          <a:prstGeom prst="rect">
            <a:avLst/>
          </a:prstGeom>
          <a:noFill/>
        </p:spPr>
        <p:txBody>
          <a:bodyPr wrap="square" rtlCol="0">
            <a:spAutoFit/>
          </a:bodyPr>
          <a:lstStyle/>
          <a:p>
            <a:r>
              <a:rPr lang="nb-NO" b="1" dirty="0"/>
              <a:t>Arbeidsmåter </a:t>
            </a:r>
            <a:r>
              <a:rPr lang="nb-NO" dirty="0"/>
              <a:t> </a:t>
            </a:r>
          </a:p>
          <a:p>
            <a:r>
              <a:rPr lang="nb-NO" dirty="0"/>
              <a:t>Undervisningen skal legges opp på en slik måte at elevene utvikler evne til refleksjon, til å ta andres perspektiv og til å samarbeide i trafikken. Den skal påvirke elevenes bevissthet, oppfatning og holdning til risiko, vilje til å ta ansvar og forholdsregler og til å velge kjøremåter som reduserer risikoen for uhell og ulykker. Det skal legges vekt på å benytte arbeidsmåter som gjør elevene til aktive deltakere.  </a:t>
            </a:r>
          </a:p>
          <a:p>
            <a:r>
              <a:rPr lang="nb-NO" dirty="0"/>
              <a:t>Ofte vil det være hensiktsmessig at læreren legger opp til en problemorientert undervisning. Dette innebærer at læreren forbereder konkrete problemstillinger som elevene skal drøfte og ta stilling til. Oppgavene skal utformes fra hovedmålene for det enkelte tema, og læreren må ha lagt en plan for tema, aktiviteter og oppsummering. Aktivitetene må være relativt tydelig lærerstyrt, ved at læreren hele tiden vurderer elevenes evne til å nå målet med dem. </a:t>
            </a:r>
          </a:p>
          <a:p>
            <a:endParaRPr lang="nb-NO" dirty="0"/>
          </a:p>
          <a:p>
            <a:r>
              <a:rPr lang="nb-NO" b="1" dirty="0"/>
              <a:t>Individuell tilpasning av undervisningen  </a:t>
            </a:r>
          </a:p>
          <a:p>
            <a:r>
              <a:rPr lang="nb-NO" dirty="0"/>
              <a:t>Behovet for opplæring vil variere. Noen elever har allerede førerkort og kjøreerfaring i en annen førerkortklasse. Muligheten for privat øvingskjøring vil også variere. Ved planlegging av opplæringsforløpet må læreren ta hensyn til den enkelte elevs erfaringsbakgrunn og måte å tilegne seg lærestoffet på. Organisering, valg av aktiviteter og spørsmålsstilling skal i alle delene av opplæringen tilpasses elevenes ulike behov og forutsetninger slik at de får et godt læringsutbytte.</a:t>
            </a:r>
          </a:p>
        </p:txBody>
      </p:sp>
    </p:spTree>
    <p:extLst>
      <p:ext uri="{BB962C8B-B14F-4D97-AF65-F5344CB8AC3E}">
        <p14:creationId xmlns:p14="http://schemas.microsoft.com/office/powerpoint/2010/main" val="25790311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641403" y="1340768"/>
            <a:ext cx="10369152" cy="1200329"/>
          </a:xfrm>
          <a:prstGeom prst="rect">
            <a:avLst/>
          </a:prstGeom>
          <a:solidFill>
            <a:schemeClr val="bg1"/>
          </a:solidFill>
        </p:spPr>
        <p:txBody>
          <a:bodyPr wrap="square" rtlCol="0">
            <a:spAutoFit/>
          </a:bodyPr>
          <a:lstStyle/>
          <a:p>
            <a:r>
              <a:rPr lang="nb-NO" b="1" dirty="0"/>
              <a:t>Mål for trafikalt grunnkurs jf. § 8-3</a:t>
            </a:r>
          </a:p>
          <a:p>
            <a:r>
              <a:rPr lang="nb-NO" dirty="0"/>
              <a:t>Eleven skal gjennom opplevelser, aktiviteter og oppsummeringer bli bevisst på hva som menes  med at enhver skal ferdes hensynsfullt, og være aktpågivende og varsom så det ikke kan  oppstå fare eller voldes skade, og slik at annen trafikk ikke unødig blir hindret eller forstyrret,  jf. vegtrafikkloven § 3.</a:t>
            </a:r>
          </a:p>
        </p:txBody>
      </p:sp>
    </p:spTree>
    <p:extLst>
      <p:ext uri="{BB962C8B-B14F-4D97-AF65-F5344CB8AC3E}">
        <p14:creationId xmlns:p14="http://schemas.microsoft.com/office/powerpoint/2010/main" val="28779736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1477328"/>
          </a:xfrm>
          <a:prstGeom prst="rect">
            <a:avLst/>
          </a:prstGeom>
          <a:solidFill>
            <a:schemeClr val="bg1"/>
          </a:solidFill>
        </p:spPr>
        <p:txBody>
          <a:bodyPr wrap="square" rtlCol="0">
            <a:spAutoFit/>
          </a:bodyPr>
          <a:lstStyle/>
          <a:p>
            <a:r>
              <a:rPr lang="nb-NO" dirty="0"/>
              <a:t> </a:t>
            </a:r>
          </a:p>
          <a:p>
            <a:r>
              <a:rPr lang="nb-NO" dirty="0"/>
              <a:t>Eleven skal </a:t>
            </a:r>
          </a:p>
          <a:p>
            <a:r>
              <a:rPr lang="nb-NO" dirty="0"/>
              <a:t>1. kjenne til formelle begrunnelser for at  vi har trafikkopplæring, vilkår for å få førerkort og at det finnes læreplaner for trafikkopplæring </a:t>
            </a:r>
          </a:p>
          <a:p>
            <a:endParaRPr lang="nb-NO" dirty="0"/>
          </a:p>
        </p:txBody>
      </p:sp>
    </p:spTree>
    <p:extLst>
      <p:ext uri="{BB962C8B-B14F-4D97-AF65-F5344CB8AC3E}">
        <p14:creationId xmlns:p14="http://schemas.microsoft.com/office/powerpoint/2010/main" val="21313455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Parallellogram 18">
            <a:hlinkClick r:id="rId2" action="ppaction://hlinksldjump"/>
          </p:cNvPr>
          <p:cNvSpPr/>
          <p:nvPr/>
        </p:nvSpPr>
        <p:spPr>
          <a:xfrm>
            <a:off x="1428744" y="991186"/>
            <a:ext cx="1511308" cy="518400"/>
          </a:xfrm>
          <a:prstGeom prst="parallelogram">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i="1" dirty="0">
                <a:solidFill>
                  <a:schemeClr val="tx1"/>
                </a:solidFill>
              </a:rPr>
              <a:t>Mål</a:t>
            </a:r>
          </a:p>
        </p:txBody>
      </p:sp>
      <p:sp>
        <p:nvSpPr>
          <p:cNvPr id="3" name="TekstSylinder 2"/>
          <p:cNvSpPr txBox="1"/>
          <p:nvPr/>
        </p:nvSpPr>
        <p:spPr>
          <a:xfrm>
            <a:off x="1444450" y="1700783"/>
            <a:ext cx="10369152" cy="2031325"/>
          </a:xfrm>
          <a:prstGeom prst="rect">
            <a:avLst/>
          </a:prstGeom>
          <a:solidFill>
            <a:schemeClr val="bg1"/>
          </a:solidFill>
        </p:spPr>
        <p:txBody>
          <a:bodyPr wrap="square" rtlCol="0">
            <a:spAutoFit/>
          </a:bodyPr>
          <a:lstStyle/>
          <a:p>
            <a:r>
              <a:rPr lang="nb-NO" dirty="0"/>
              <a:t>1.1 Trafikkopplæringen </a:t>
            </a:r>
          </a:p>
          <a:p>
            <a:r>
              <a:rPr lang="nb-NO" dirty="0"/>
              <a:t>Aktuelt innhold</a:t>
            </a:r>
          </a:p>
          <a:p>
            <a:pPr marL="285750" indent="-285750">
              <a:buFont typeface="Arial" panose="020B0604020202020204" pitchFamily="34" charset="0"/>
              <a:buChar char="•"/>
            </a:pPr>
            <a:r>
              <a:rPr lang="nb-NO" dirty="0"/>
              <a:t>Presentasjon og introduksjon til kurset</a:t>
            </a:r>
          </a:p>
          <a:p>
            <a:pPr marL="285750" indent="-285750">
              <a:buFont typeface="Arial" panose="020B0604020202020204" pitchFamily="34" charset="0"/>
              <a:buChar char="•"/>
            </a:pPr>
            <a:r>
              <a:rPr lang="nb-NO" dirty="0"/>
              <a:t>Begrunnelser for trafikkopplæring </a:t>
            </a:r>
          </a:p>
          <a:p>
            <a:pPr marL="285750" indent="-285750">
              <a:buFont typeface="Arial" panose="020B0604020202020204" pitchFamily="34" charset="0"/>
              <a:buChar char="•"/>
            </a:pPr>
            <a:r>
              <a:rPr lang="nb-NO" dirty="0"/>
              <a:t>Vilkår for å få førerkort</a:t>
            </a:r>
          </a:p>
          <a:p>
            <a:pPr marL="285750" indent="-285750">
              <a:buFont typeface="Arial" panose="020B0604020202020204" pitchFamily="34" charset="0"/>
              <a:buChar char="•"/>
            </a:pPr>
            <a:r>
              <a:rPr lang="nb-NO" dirty="0"/>
              <a:t>Hovedmål for trafikkopplæringen i lette klasser</a:t>
            </a:r>
          </a:p>
          <a:p>
            <a:pPr marL="285750" indent="-285750">
              <a:buFont typeface="Arial" panose="020B0604020202020204" pitchFamily="34" charset="0"/>
              <a:buChar char="•"/>
            </a:pPr>
            <a:r>
              <a:rPr lang="nb-NO" dirty="0"/>
              <a:t>Læreplaner </a:t>
            </a:r>
          </a:p>
        </p:txBody>
      </p:sp>
    </p:spTree>
    <p:extLst>
      <p:ext uri="{BB962C8B-B14F-4D97-AF65-F5344CB8AC3E}">
        <p14:creationId xmlns:p14="http://schemas.microsoft.com/office/powerpoint/2010/main" val="8880447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p:cNvSpPr txBox="1"/>
          <p:nvPr/>
        </p:nvSpPr>
        <p:spPr>
          <a:xfrm>
            <a:off x="1055688" y="1628775"/>
            <a:ext cx="10757914" cy="2585323"/>
          </a:xfrm>
          <a:prstGeom prst="rect">
            <a:avLst/>
          </a:prstGeom>
          <a:noFill/>
        </p:spPr>
        <p:txBody>
          <a:bodyPr wrap="square" rtlCol="0">
            <a:spAutoFit/>
          </a:bodyPr>
          <a:lstStyle/>
          <a:p>
            <a:pPr marL="285750" indent="-285750">
              <a:buFont typeface="Arial" panose="020B0604020202020204" pitchFamily="34" charset="0"/>
              <a:buChar char="•"/>
            </a:pPr>
            <a:r>
              <a:rPr lang="nb-NO" dirty="0"/>
              <a:t>Maks 16 personer på kurs. Aldersgruppe 15-16 år med noen få unntak.</a:t>
            </a:r>
          </a:p>
          <a:p>
            <a:pPr marL="285750" indent="-285750">
              <a:buFont typeface="Arial" panose="020B0604020202020204" pitchFamily="34" charset="0"/>
              <a:buChar char="•"/>
            </a:pPr>
            <a:r>
              <a:rPr lang="nb-NO" dirty="0"/>
              <a:t>Stedsavhengig om de har kjøreerfaring, mere erfaring ute på landsbygda og spesielt på moped, traktor men også bil.</a:t>
            </a:r>
          </a:p>
          <a:p>
            <a:pPr marL="285750" indent="-285750">
              <a:buFont typeface="Arial" panose="020B0604020202020204" pitchFamily="34" charset="0"/>
              <a:buChar char="•"/>
            </a:pPr>
            <a:r>
              <a:rPr lang="nb-NO" dirty="0"/>
              <a:t>Er umodne men med mye erfaring fra trafikken som passasjer eller aktiv trafikant, f.eks. på sykkel.</a:t>
            </a:r>
          </a:p>
          <a:p>
            <a:pPr marL="285750" indent="-285750">
              <a:buFont typeface="Arial" panose="020B0604020202020204" pitchFamily="34" charset="0"/>
              <a:buChar char="•"/>
            </a:pPr>
            <a:r>
              <a:rPr lang="nb-NO" dirty="0" err="1"/>
              <a:t>Ihht</a:t>
            </a:r>
            <a:r>
              <a:rPr lang="nb-NO" dirty="0"/>
              <a:t> nivå 5 i GDE matrisen om kulturelle forskjeller, setter vi krav til norsk-kunnskaper hos elevene. Dette for at alle skal kunne delta i drøftinger. </a:t>
            </a:r>
          </a:p>
          <a:p>
            <a:pPr marL="285750" indent="-285750">
              <a:buFont typeface="Arial" panose="020B0604020202020204" pitchFamily="34" charset="0"/>
              <a:buChar char="•"/>
            </a:pPr>
            <a:r>
              <a:rPr lang="nb-NO" dirty="0"/>
              <a:t>Åpning av det trafikale grunnkurset: Se metode.</a:t>
            </a:r>
          </a:p>
          <a:p>
            <a:pPr marL="285750" indent="-285750">
              <a:buFont typeface="Arial" panose="020B0604020202020204" pitchFamily="34" charset="0"/>
              <a:buChar char="•"/>
            </a:pPr>
            <a:r>
              <a:rPr lang="nb-NO" dirty="0"/>
              <a:t>Det er viktig å skape motivasjon og vilje til å innhente kunnskaper og ferdigheter som er nødvendig for å nå hovedmålet for opplæringen, dette er igjen presisert i målet for trinn 3.</a:t>
            </a:r>
          </a:p>
        </p:txBody>
      </p:sp>
    </p:spTree>
    <p:extLst>
      <p:ext uri="{BB962C8B-B14F-4D97-AF65-F5344CB8AC3E}">
        <p14:creationId xmlns:p14="http://schemas.microsoft.com/office/powerpoint/2010/main" val="18745685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4" name="TekstSylinder 3"/>
          <p:cNvSpPr txBox="1"/>
          <p:nvPr/>
        </p:nvSpPr>
        <p:spPr>
          <a:xfrm>
            <a:off x="1055688" y="1628775"/>
            <a:ext cx="10757914" cy="3970318"/>
          </a:xfrm>
          <a:prstGeom prst="rect">
            <a:avLst/>
          </a:prstGeom>
          <a:noFill/>
        </p:spPr>
        <p:txBody>
          <a:bodyPr wrap="square" rtlCol="0">
            <a:spAutoFit/>
          </a:bodyPr>
          <a:lstStyle/>
          <a:p>
            <a:pPr marL="285750" indent="-285750">
              <a:buFont typeface="Arial" panose="020B0604020202020204" pitchFamily="34" charset="0"/>
              <a:buChar char="•"/>
            </a:pPr>
            <a:r>
              <a:rPr lang="nb-NO" dirty="0"/>
              <a:t>Det forutsettes at trafikklærer kjenner målsettingene og at han mestrer å benytte ulike  undervisningsmetoder i forhold til målverbene som et bidrag til økt måloppnåelse.</a:t>
            </a:r>
          </a:p>
          <a:p>
            <a:pPr marL="285750" indent="-285750">
              <a:buFont typeface="Arial" panose="020B0604020202020204" pitchFamily="34" charset="0"/>
              <a:buChar char="•"/>
            </a:pPr>
            <a:r>
              <a:rPr lang="nb-NO" dirty="0"/>
              <a:t>Kjenner LP oppbygging, er god på kommunikasjon med elever og har evner til å motivere for opplæring og nytteverdien av å anvende dette for å nå 0-visjonen om ingen drepte eller varig skadde i trafikken.</a:t>
            </a:r>
          </a:p>
          <a:p>
            <a:pPr marL="285750" indent="-285750">
              <a:buFont typeface="Arial" panose="020B0604020202020204" pitchFamily="34" charset="0"/>
              <a:buChar char="•"/>
            </a:pPr>
            <a:r>
              <a:rPr lang="nb-NO" dirty="0"/>
              <a:t>Det er viktig å skape motivasjon og vilje til å innhente kunnskaper og ferdigheter som er nødvendig for å nå hovedmålet for opplæringen, dette er igjen presisert i målet for trinn 3.</a:t>
            </a:r>
          </a:p>
          <a:p>
            <a:pPr marL="285750" indent="-285750">
              <a:buFont typeface="Arial" panose="020B0604020202020204" pitchFamily="34" charset="0"/>
              <a:buChar char="•"/>
            </a:pPr>
            <a:r>
              <a:rPr lang="nb-NO" dirty="0"/>
              <a:t>Det forutsettes at lærer har gode kunnskaper, ferdigheter og holdninger som lærer formidler gjennom sin adferd gjennom hele kurset.</a:t>
            </a:r>
          </a:p>
          <a:p>
            <a:pPr marL="285750" indent="-285750">
              <a:buFont typeface="Arial" panose="020B0604020202020204" pitchFamily="34" charset="0"/>
              <a:buChar char="•"/>
            </a:pPr>
            <a:r>
              <a:rPr lang="nb-NO" dirty="0"/>
              <a:t>Behersker programmet 4t og </a:t>
            </a:r>
            <a:r>
              <a:rPr lang="nb-NO" dirty="0" err="1"/>
              <a:t>Goggle</a:t>
            </a:r>
            <a:r>
              <a:rPr lang="nb-NO" dirty="0"/>
              <a:t> </a:t>
            </a:r>
            <a:r>
              <a:rPr lang="nb-NO" dirty="0" err="1"/>
              <a:t>Maps</a:t>
            </a:r>
            <a:r>
              <a:rPr lang="nb-NO" dirty="0"/>
              <a:t>.</a:t>
            </a:r>
          </a:p>
          <a:p>
            <a:pPr marL="285750" indent="-285750">
              <a:buFont typeface="Arial" panose="020B0604020202020204" pitchFamily="34" charset="0"/>
              <a:buChar char="•"/>
            </a:pPr>
            <a:r>
              <a:rPr lang="nb-NO" dirty="0"/>
              <a:t>Behersker lytteteknikker.</a:t>
            </a:r>
          </a:p>
          <a:p>
            <a:pPr marL="285750" indent="-285750">
              <a:buFont typeface="Arial" panose="020B0604020202020204" pitchFamily="34" charset="0"/>
              <a:buChar char="•"/>
            </a:pPr>
            <a:r>
              <a:rPr lang="nb-NO" dirty="0"/>
              <a:t>Stiller kvalitative spørsmål og følger opp med åpne spørsmål om dette er mulig.</a:t>
            </a:r>
          </a:p>
          <a:p>
            <a:pPr marL="285750" indent="-285750">
              <a:buFont typeface="Arial" panose="020B0604020202020204" pitchFamily="34" charset="0"/>
              <a:buChar char="•"/>
            </a:pPr>
            <a:r>
              <a:rPr lang="nb-NO" dirty="0"/>
              <a:t>Møter i god tid og er forberedt</a:t>
            </a:r>
          </a:p>
          <a:p>
            <a:pPr marL="285750" indent="-285750">
              <a:buFont typeface="Arial" panose="020B0604020202020204" pitchFamily="34" charset="0"/>
              <a:buChar char="•"/>
            </a:pPr>
            <a:r>
              <a:rPr lang="nb-NO" dirty="0"/>
              <a:t>Er deltakende under arbeidsoppgaver</a:t>
            </a:r>
          </a:p>
          <a:p>
            <a:pPr marL="285750" indent="-285750">
              <a:buFont typeface="Arial" panose="020B0604020202020204" pitchFamily="34" charset="0"/>
              <a:buChar char="•"/>
            </a:pPr>
            <a:endParaRPr lang="nb-NO" dirty="0"/>
          </a:p>
        </p:txBody>
      </p:sp>
    </p:spTree>
    <p:extLst>
      <p:ext uri="{BB962C8B-B14F-4D97-AF65-F5344CB8AC3E}">
        <p14:creationId xmlns:p14="http://schemas.microsoft.com/office/powerpoint/2010/main" val="33715176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p:cNvSpPr txBox="1"/>
          <p:nvPr/>
        </p:nvSpPr>
        <p:spPr>
          <a:xfrm>
            <a:off x="1055688" y="1628775"/>
            <a:ext cx="10757914" cy="4247317"/>
          </a:xfrm>
          <a:prstGeom prst="rect">
            <a:avLst/>
          </a:prstGeom>
          <a:noFill/>
        </p:spPr>
        <p:txBody>
          <a:bodyPr wrap="square" rtlCol="0">
            <a:spAutoFit/>
          </a:bodyPr>
          <a:lstStyle/>
          <a:p>
            <a:r>
              <a:rPr lang="nb-NO" b="1" dirty="0"/>
              <a:t>Målverb «Eleven skal kjenne til»</a:t>
            </a:r>
          </a:p>
          <a:p>
            <a:r>
              <a:rPr lang="nb-NO" dirty="0"/>
              <a:t>Forslag til åpning av det trafikale grunnkurset:</a:t>
            </a:r>
          </a:p>
          <a:p>
            <a:r>
              <a:rPr lang="nb-NO" dirty="0"/>
              <a:t>Start presis, unngå støy i klasserom. Mat/telefon/pauser/disiplin  </a:t>
            </a:r>
          </a:p>
          <a:p>
            <a:r>
              <a:rPr lang="nb-NO" dirty="0"/>
              <a:t>Bli kjentrunde som har til hensikt å skape trygghet, bevissthet for orden og disiplin samt krav til tilstedeværelse ved kurset.</a:t>
            </a:r>
          </a:p>
          <a:p>
            <a:pPr marL="285750" indent="-285750">
              <a:buFont typeface="Arial" panose="020B0604020202020204" pitchFamily="34" charset="0"/>
              <a:buChar char="•"/>
            </a:pPr>
            <a:r>
              <a:rPr lang="nb-NO" dirty="0"/>
              <a:t>Lærer presenterer seg selv og spør en av deltagerne om si navnet sitt, for deretter å følge opp med «og hva heter jeg»? Dette gjøres med alle deltagerne som også må huske hverandres navn.</a:t>
            </a:r>
          </a:p>
          <a:p>
            <a:pPr marL="285750" indent="-285750">
              <a:buFont typeface="Arial" panose="020B0604020202020204" pitchFamily="34" charset="0"/>
              <a:buChar char="•"/>
            </a:pPr>
            <a:r>
              <a:rPr lang="nb-NO" dirty="0"/>
              <a:t>Elevene må notere ned hvorfor de har valgt TGK. Individuell oppgave ca. 1 min.</a:t>
            </a:r>
          </a:p>
          <a:p>
            <a:pPr marL="285750" indent="-285750">
              <a:buFont typeface="Arial" panose="020B0604020202020204" pitchFamily="34" charset="0"/>
              <a:buChar char="•"/>
            </a:pPr>
            <a:r>
              <a:rPr lang="nb-NO" dirty="0"/>
              <a:t>En elev starter med sitt svar og får deretter anledning til å utfordre en annen deltager, helt til alle har svart.</a:t>
            </a:r>
          </a:p>
          <a:p>
            <a:pPr marL="285750" indent="-285750">
              <a:buFont typeface="Arial" panose="020B0604020202020204" pitchFamily="34" charset="0"/>
              <a:buChar char="•"/>
            </a:pPr>
            <a:r>
              <a:rPr lang="nb-NO" dirty="0"/>
              <a:t>Besvarelsene føres opp på flippover, tavle eller lignende.</a:t>
            </a:r>
          </a:p>
          <a:p>
            <a:pPr marL="285750" indent="-285750">
              <a:buFont typeface="Arial" panose="020B0604020202020204" pitchFamily="34" charset="0"/>
              <a:buChar char="•"/>
            </a:pPr>
            <a:r>
              <a:rPr lang="nb-NO" dirty="0"/>
              <a:t>Lærer bør forsøke og knytte dette til målene for opplæringen.</a:t>
            </a:r>
          </a:p>
          <a:p>
            <a:pPr marL="285750" indent="-285750">
              <a:buFont typeface="Arial" panose="020B0604020202020204" pitchFamily="34" charset="0"/>
              <a:buChar char="•"/>
            </a:pPr>
            <a:r>
              <a:rPr lang="nb-NO" dirty="0"/>
              <a:t>Ved hjelp av programmet 4t kan nå lærer ut i fra elevenes respons velge problemstillinger fra 4t programmet eller Google </a:t>
            </a:r>
            <a:r>
              <a:rPr lang="nb-NO" dirty="0" err="1"/>
              <a:t>Maps</a:t>
            </a:r>
            <a:r>
              <a:rPr lang="nb-NO" dirty="0"/>
              <a:t> ved hjelp av POU så langt dette lar seg gjøre.</a:t>
            </a:r>
          </a:p>
          <a:p>
            <a:pPr marL="285750" indent="-285750">
              <a:buFont typeface="Arial" panose="020B0604020202020204" pitchFamily="34" charset="0"/>
              <a:buChar char="•"/>
            </a:pPr>
            <a:endParaRPr lang="nb-NO" dirty="0"/>
          </a:p>
          <a:p>
            <a:pPr marL="285750" indent="-285750">
              <a:buFont typeface="Arial" panose="020B0604020202020204" pitchFamily="34" charset="0"/>
              <a:buChar char="•"/>
            </a:pPr>
            <a:r>
              <a:rPr lang="nb-NO" b="1" dirty="0"/>
              <a:t>NB! Det er gjennom opplevelser, aktiviteter og oppsummeringer at elevene skal komme frem til løsninger.</a:t>
            </a:r>
          </a:p>
        </p:txBody>
      </p:sp>
    </p:spTree>
    <p:extLst>
      <p:ext uri="{BB962C8B-B14F-4D97-AF65-F5344CB8AC3E}">
        <p14:creationId xmlns:p14="http://schemas.microsoft.com/office/powerpoint/2010/main" val="39786615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a:extLst>
              <a:ext uri="{FF2B5EF4-FFF2-40B4-BE49-F238E27FC236}">
                <a16:creationId xmlns:a16="http://schemas.microsoft.com/office/drawing/2014/main" id="{9C03B5B2-4AFA-4668-B088-4D09518F3A0D}"/>
              </a:ext>
            </a:extLst>
          </p:cNvPr>
          <p:cNvSpPr txBox="1"/>
          <p:nvPr/>
        </p:nvSpPr>
        <p:spPr>
          <a:xfrm>
            <a:off x="1055688" y="2070115"/>
            <a:ext cx="10512920" cy="3139321"/>
          </a:xfrm>
          <a:prstGeom prst="rect">
            <a:avLst/>
          </a:prstGeom>
          <a:noFill/>
        </p:spPr>
        <p:txBody>
          <a:bodyPr wrap="square" rtlCol="0">
            <a:spAutoFit/>
          </a:bodyPr>
          <a:lstStyle/>
          <a:p>
            <a:r>
              <a:rPr lang="nb-NO" dirty="0"/>
              <a:t>Ryddig og rengjort klasserom med U-bord for god kommunikasjon og øyekontakt med og mellom alle i rommet</a:t>
            </a:r>
          </a:p>
          <a:p>
            <a:r>
              <a:rPr lang="nb-NO" dirty="0"/>
              <a:t>Rengjort tavle og tilgjengelige tusjer</a:t>
            </a:r>
          </a:p>
          <a:p>
            <a:r>
              <a:rPr lang="nb-NO" dirty="0"/>
              <a:t>Svamp for rengjøring av tavle</a:t>
            </a:r>
          </a:p>
          <a:p>
            <a:r>
              <a:rPr lang="nb-NO" dirty="0"/>
              <a:t>Projektor</a:t>
            </a:r>
          </a:p>
          <a:p>
            <a:r>
              <a:rPr lang="nb-NO" dirty="0"/>
              <a:t>PC</a:t>
            </a:r>
          </a:p>
          <a:p>
            <a:r>
              <a:rPr lang="nb-NO" dirty="0"/>
              <a:t>Disposisjon for kvelden</a:t>
            </a:r>
          </a:p>
          <a:p>
            <a:r>
              <a:rPr lang="nb-NO" dirty="0"/>
              <a:t>Klare målverb</a:t>
            </a:r>
          </a:p>
          <a:p>
            <a:r>
              <a:rPr lang="nb-NO" dirty="0"/>
              <a:t>Oppgaver til elevene</a:t>
            </a:r>
          </a:p>
          <a:p>
            <a:r>
              <a:rPr lang="nb-NO" dirty="0"/>
              <a:t>Skrive-ark</a:t>
            </a:r>
          </a:p>
          <a:p>
            <a:r>
              <a:rPr lang="nb-NO" dirty="0"/>
              <a:t>penner</a:t>
            </a:r>
          </a:p>
          <a:p>
            <a:endParaRPr lang="nb-NO" dirty="0"/>
          </a:p>
        </p:txBody>
      </p:sp>
    </p:spTree>
    <p:extLst>
      <p:ext uri="{BB962C8B-B14F-4D97-AF65-F5344CB8AC3E}">
        <p14:creationId xmlns:p14="http://schemas.microsoft.com/office/powerpoint/2010/main" val="37771775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p:cNvSpPr txBox="1"/>
          <p:nvPr/>
        </p:nvSpPr>
        <p:spPr>
          <a:xfrm>
            <a:off x="1055688" y="1700783"/>
            <a:ext cx="10757914" cy="1200329"/>
          </a:xfrm>
          <a:prstGeom prst="rect">
            <a:avLst/>
          </a:prstGeom>
          <a:noFill/>
        </p:spPr>
        <p:txBody>
          <a:bodyPr wrap="square" rtlCol="0">
            <a:spAutoFit/>
          </a:bodyPr>
          <a:lstStyle/>
          <a:p>
            <a:r>
              <a:rPr lang="nb-NO" dirty="0"/>
              <a:t>Det legges opp til at elevene under dette emnet tar stilling til sin hvilken modell som passer best for hver enkelt av dem. At de tar stilling til å innhente </a:t>
            </a:r>
            <a:r>
              <a:rPr lang="nb-NO" b="1" dirty="0"/>
              <a:t>kunnskaper og ferdigheter som tilegnes gjennom trinnet</a:t>
            </a:r>
            <a:r>
              <a:rPr lang="nb-NO" dirty="0"/>
              <a:t>. Selvinnsikt er et viktig moment hvor elevene på et tidlig stadige er i stand til å vurdere seg selv, noe som bør videreføres i trinnene 2-3 og 4.</a:t>
            </a:r>
          </a:p>
        </p:txBody>
      </p:sp>
    </p:spTree>
    <p:extLst>
      <p:ext uri="{BB962C8B-B14F-4D97-AF65-F5344CB8AC3E}">
        <p14:creationId xmlns:p14="http://schemas.microsoft.com/office/powerpoint/2010/main" val="15952570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kstSylinder 9"/>
          <p:cNvSpPr txBox="1"/>
          <p:nvPr/>
        </p:nvSpPr>
        <p:spPr>
          <a:xfrm>
            <a:off x="1444450" y="1700783"/>
            <a:ext cx="10369152" cy="2031325"/>
          </a:xfrm>
          <a:prstGeom prst="rect">
            <a:avLst/>
          </a:prstGeom>
          <a:solidFill>
            <a:schemeClr val="bg1"/>
          </a:solidFill>
        </p:spPr>
        <p:txBody>
          <a:bodyPr wrap="square" rtlCol="0">
            <a:spAutoFit/>
          </a:bodyPr>
          <a:lstStyle/>
          <a:p>
            <a:r>
              <a:rPr lang="nb-NO" dirty="0"/>
              <a:t>Eleven skal </a:t>
            </a:r>
          </a:p>
          <a:p>
            <a:r>
              <a:rPr lang="nb-NO" dirty="0"/>
              <a:t>2. ha grunnleggende forståelse for trafikk og førerrollen ved å </a:t>
            </a:r>
          </a:p>
          <a:p>
            <a:pPr marL="342900" indent="-342900">
              <a:buAutoNum type="alphaLcPeriod"/>
            </a:pPr>
            <a:r>
              <a:rPr lang="nb-NO" dirty="0"/>
              <a:t>bli bevisst hvordan regler om plassering, fart, vikeplikt, skilt og vegoppmerking bidrar til sikrere og mer effektiv trafikkavvikling,</a:t>
            </a:r>
          </a:p>
          <a:p>
            <a:pPr marL="342900" indent="-342900">
              <a:buAutoNum type="alphaLcPeriod"/>
            </a:pPr>
            <a:r>
              <a:rPr lang="nb-NO" dirty="0"/>
              <a:t>drøfte samfunnets behov og miljømessige konsekvenser av vegtrafikken</a:t>
            </a:r>
          </a:p>
          <a:p>
            <a:pPr marL="342900" indent="-342900">
              <a:buAutoNum type="alphaLcPeriod"/>
            </a:pPr>
            <a:r>
              <a:rPr lang="nb-NO" dirty="0"/>
              <a:t>bli bevisst ansvaret føreren har for å velge andre måter å reise på enn ved eget kjøretøy, eller å la være å reise, om dette er det beste for en selv, eventuelle passasjerer, miljø m.m. </a:t>
            </a:r>
          </a:p>
        </p:txBody>
      </p:sp>
    </p:spTree>
    <p:extLst>
      <p:ext uri="{BB962C8B-B14F-4D97-AF65-F5344CB8AC3E}">
        <p14:creationId xmlns:p14="http://schemas.microsoft.com/office/powerpoint/2010/main" val="34036421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139321"/>
          </a:xfrm>
          <a:prstGeom prst="rect">
            <a:avLst/>
          </a:prstGeom>
          <a:solidFill>
            <a:schemeClr val="bg1"/>
          </a:solidFill>
        </p:spPr>
        <p:txBody>
          <a:bodyPr wrap="square" rtlCol="0">
            <a:spAutoFit/>
          </a:bodyPr>
          <a:lstStyle/>
          <a:p>
            <a:r>
              <a:rPr lang="nb-NO" dirty="0"/>
              <a:t>1.2 Grunnleggende forståelse for trafikk og førerrollen </a:t>
            </a:r>
          </a:p>
          <a:p>
            <a:r>
              <a:rPr lang="nb-NO" dirty="0"/>
              <a:t>Aktuelt innhold</a:t>
            </a:r>
          </a:p>
          <a:p>
            <a:pPr marL="285750" indent="-285750">
              <a:buFont typeface="Arial" panose="020B0604020202020204" pitchFamily="34" charset="0"/>
              <a:buChar char="•"/>
            </a:pPr>
            <a:r>
              <a:rPr lang="nb-NO" dirty="0"/>
              <a:t>Sentrale regler og reguleringer</a:t>
            </a:r>
          </a:p>
          <a:p>
            <a:pPr marL="285750" indent="-285750">
              <a:buFont typeface="Arial" panose="020B0604020202020204" pitchFamily="34" charset="0"/>
              <a:buChar char="•"/>
            </a:pPr>
            <a:r>
              <a:rPr lang="nb-NO" dirty="0"/>
              <a:t>Samfunnets behov</a:t>
            </a:r>
          </a:p>
          <a:p>
            <a:pPr marL="285750" indent="-285750">
              <a:buFont typeface="Arial" panose="020B0604020202020204" pitchFamily="34" charset="0"/>
              <a:buChar char="•"/>
            </a:pPr>
            <a:r>
              <a:rPr lang="nb-NO" dirty="0"/>
              <a:t>Konsekvenser for miljøet</a:t>
            </a:r>
          </a:p>
          <a:p>
            <a:pPr marL="285750" indent="-285750">
              <a:buFont typeface="Arial" panose="020B0604020202020204" pitchFamily="34" charset="0"/>
              <a:buChar char="•"/>
            </a:pPr>
            <a:r>
              <a:rPr lang="nb-NO" dirty="0"/>
              <a:t>Ansvaret føreren har for å vurdere om det er forsvarlig å kjøre</a:t>
            </a:r>
          </a:p>
          <a:p>
            <a:pPr marL="285750" indent="-285750">
              <a:buFont typeface="Arial" panose="020B0604020202020204" pitchFamily="34" charset="0"/>
              <a:buChar char="•"/>
            </a:pPr>
            <a:r>
              <a:rPr lang="nb-NO" dirty="0"/>
              <a:t>La være å kjøre eller velge andre reisemåter</a:t>
            </a:r>
          </a:p>
          <a:p>
            <a:pPr marL="285750" indent="-285750">
              <a:buFont typeface="Arial" panose="020B0604020202020204" pitchFamily="34" charset="0"/>
              <a:buChar char="•"/>
            </a:pPr>
            <a:r>
              <a:rPr lang="nb-NO" dirty="0"/>
              <a:t>Hensynet til en selv, passasjerer, miljø m.m.</a:t>
            </a:r>
          </a:p>
          <a:p>
            <a:pPr marL="285750" indent="-285750">
              <a:buFont typeface="Arial" panose="020B0604020202020204" pitchFamily="34" charset="0"/>
              <a:buChar char="•"/>
            </a:pPr>
            <a:r>
              <a:rPr lang="nb-NO" dirty="0"/>
              <a:t>Fysisk og emosjonell tilstand </a:t>
            </a:r>
          </a:p>
          <a:p>
            <a:pPr marL="285750" indent="-285750">
              <a:buFont typeface="Arial" panose="020B0604020202020204" pitchFamily="34" charset="0"/>
              <a:buChar char="•"/>
            </a:pPr>
            <a:r>
              <a:rPr lang="nb-NO" dirty="0"/>
              <a:t>Vær-, føre- trafikk- og andre forhold </a:t>
            </a:r>
          </a:p>
          <a:p>
            <a:pPr marL="285750" indent="-285750">
              <a:buFont typeface="Arial" panose="020B0604020202020204" pitchFamily="34" charset="0"/>
              <a:buChar char="•"/>
            </a:pPr>
            <a:r>
              <a:rPr lang="nb-NO" dirty="0"/>
              <a:t>Alternative reisemåter </a:t>
            </a:r>
          </a:p>
        </p:txBody>
      </p:sp>
    </p:spTree>
    <p:extLst>
      <p:ext uri="{BB962C8B-B14F-4D97-AF65-F5344CB8AC3E}">
        <p14:creationId xmlns:p14="http://schemas.microsoft.com/office/powerpoint/2010/main" val="15185168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p:cNvSpPr txBox="1"/>
          <p:nvPr/>
        </p:nvSpPr>
        <p:spPr>
          <a:xfrm>
            <a:off x="1055688" y="1628775"/>
            <a:ext cx="10757914" cy="2031325"/>
          </a:xfrm>
          <a:prstGeom prst="rect">
            <a:avLst/>
          </a:prstGeom>
          <a:noFill/>
        </p:spPr>
        <p:txBody>
          <a:bodyPr wrap="square" rtlCol="0">
            <a:spAutoFit/>
          </a:bodyPr>
          <a:lstStyle/>
          <a:p>
            <a:pPr marL="285750" indent="-285750">
              <a:buFont typeface="Arial" panose="020B0604020202020204" pitchFamily="34" charset="0"/>
              <a:buChar char="•"/>
            </a:pPr>
            <a:r>
              <a:rPr lang="nb-NO" dirty="0"/>
              <a:t>Maks 16 personer på kurs. Aldersgruppe 15-16 år med noen få unntak.</a:t>
            </a:r>
          </a:p>
          <a:p>
            <a:pPr marL="285750" indent="-285750">
              <a:buFont typeface="Arial" panose="020B0604020202020204" pitchFamily="34" charset="0"/>
              <a:buChar char="•"/>
            </a:pPr>
            <a:r>
              <a:rPr lang="nb-NO" dirty="0"/>
              <a:t>Stedsavhengig om de har kjøreerfaring, mere erfaring ute på landsbygda og spesielt på moped, traktor men også bil.</a:t>
            </a:r>
          </a:p>
          <a:p>
            <a:pPr marL="285750" indent="-285750">
              <a:buFont typeface="Arial" panose="020B0604020202020204" pitchFamily="34" charset="0"/>
              <a:buChar char="•"/>
            </a:pPr>
            <a:r>
              <a:rPr lang="nb-NO" dirty="0"/>
              <a:t>Er umodne men med mye erfaring fra trafikken som passasjer eller aktiv trafikant, f.eks. på sykkel.</a:t>
            </a:r>
          </a:p>
          <a:p>
            <a:pPr marL="285750" indent="-285750">
              <a:buFont typeface="Arial" panose="020B0604020202020204" pitchFamily="34" charset="0"/>
              <a:buChar char="•"/>
            </a:pPr>
            <a:r>
              <a:rPr lang="nb-NO" dirty="0"/>
              <a:t>Åpning av det trafikale grunnkurset: Se metode.</a:t>
            </a:r>
          </a:p>
          <a:p>
            <a:pPr marL="285750" indent="-285750">
              <a:buFont typeface="Arial" panose="020B0604020202020204" pitchFamily="34" charset="0"/>
              <a:buChar char="•"/>
            </a:pPr>
            <a:r>
              <a:rPr lang="nb-NO" dirty="0"/>
              <a:t>Det er viktig å skape motivasjon og vilje til å innhente kunnskaper og ferdigheter som er nødvendig for å nå hovedmålet for opplæringen, dette er igjen presisert i mælet for trinn 3.</a:t>
            </a:r>
          </a:p>
        </p:txBody>
      </p:sp>
    </p:spTree>
    <p:extLst>
      <p:ext uri="{BB962C8B-B14F-4D97-AF65-F5344CB8AC3E}">
        <p14:creationId xmlns:p14="http://schemas.microsoft.com/office/powerpoint/2010/main" val="7592989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p:cNvSpPr txBox="1"/>
          <p:nvPr/>
        </p:nvSpPr>
        <p:spPr>
          <a:xfrm>
            <a:off x="1055688" y="1628775"/>
            <a:ext cx="10757914" cy="3139321"/>
          </a:xfrm>
          <a:prstGeom prst="rect">
            <a:avLst/>
          </a:prstGeom>
          <a:noFill/>
        </p:spPr>
        <p:txBody>
          <a:bodyPr wrap="square" rtlCol="0">
            <a:spAutoFit/>
          </a:bodyPr>
          <a:lstStyle/>
          <a:p>
            <a:pPr marL="285750" indent="-285750">
              <a:buFont typeface="Arial" panose="020B0604020202020204" pitchFamily="34" charset="0"/>
              <a:buChar char="•"/>
            </a:pPr>
            <a:r>
              <a:rPr lang="nb-NO" dirty="0"/>
              <a:t>Kjenner kursmålene og sammenhengen mellom alle trinnene og har evner til å motivere for opplæring og nytteverdien av å anvende dette for å nå 0-visjonen om ingen drepte eller varig skadde i trafikken.</a:t>
            </a:r>
          </a:p>
          <a:p>
            <a:pPr marL="285750" indent="-285750">
              <a:buFont typeface="Arial" panose="020B0604020202020204" pitchFamily="34" charset="0"/>
              <a:buChar char="•"/>
            </a:pPr>
            <a:r>
              <a:rPr lang="nb-NO" dirty="0"/>
              <a:t>Det er viktig å skape motivasjon og vilje til å innhente kunnskaper og ferdigheter som er nødvendig for å nå hovedmålet for opplæringen, dette er igjen presisert i målet for trinn 3.</a:t>
            </a:r>
          </a:p>
          <a:p>
            <a:pPr marL="285750" indent="-285750">
              <a:buFont typeface="Arial" panose="020B0604020202020204" pitchFamily="34" charset="0"/>
              <a:buChar char="•"/>
            </a:pPr>
            <a:r>
              <a:rPr lang="nb-NO" dirty="0"/>
              <a:t>Det forutsettes at lærer har gode kunnskaper, ferdigheter og holdninger som lærer formidler gjennom sin adferd gjennom hele kurset.</a:t>
            </a:r>
          </a:p>
          <a:p>
            <a:pPr marL="285750" indent="-285750">
              <a:buFont typeface="Arial" panose="020B0604020202020204" pitchFamily="34" charset="0"/>
              <a:buChar char="•"/>
            </a:pPr>
            <a:r>
              <a:rPr lang="nb-NO" dirty="0"/>
              <a:t>Behersker programmet 4t og </a:t>
            </a:r>
            <a:r>
              <a:rPr lang="nb-NO" dirty="0" err="1"/>
              <a:t>Goggle</a:t>
            </a:r>
            <a:r>
              <a:rPr lang="nb-NO" dirty="0"/>
              <a:t> </a:t>
            </a:r>
            <a:r>
              <a:rPr lang="nb-NO" dirty="0" err="1"/>
              <a:t>Maps</a:t>
            </a:r>
            <a:r>
              <a:rPr lang="nb-NO" dirty="0"/>
              <a:t>.</a:t>
            </a:r>
          </a:p>
          <a:p>
            <a:pPr marL="285750" indent="-285750">
              <a:buFont typeface="Arial" panose="020B0604020202020204" pitchFamily="34" charset="0"/>
              <a:buChar char="•"/>
            </a:pPr>
            <a:r>
              <a:rPr lang="nb-NO" dirty="0"/>
              <a:t>Behersker lytteteknikker.</a:t>
            </a:r>
          </a:p>
          <a:p>
            <a:pPr marL="285750" indent="-285750">
              <a:buFont typeface="Arial" panose="020B0604020202020204" pitchFamily="34" charset="0"/>
              <a:buChar char="•"/>
            </a:pPr>
            <a:r>
              <a:rPr lang="nb-NO" dirty="0"/>
              <a:t>Stiller kvalitative spørsmål og følger opp med åpne spørsmål om dette er mulig.</a:t>
            </a:r>
          </a:p>
          <a:p>
            <a:pPr marL="285750" indent="-285750">
              <a:buFont typeface="Arial" panose="020B0604020202020204" pitchFamily="34" charset="0"/>
              <a:buChar char="•"/>
            </a:pPr>
            <a:r>
              <a:rPr lang="nb-NO" dirty="0"/>
              <a:t>Møter i god tid og er forberedt</a:t>
            </a:r>
          </a:p>
          <a:p>
            <a:pPr marL="285750" indent="-285750">
              <a:buFont typeface="Arial" panose="020B0604020202020204" pitchFamily="34" charset="0"/>
              <a:buChar char="•"/>
            </a:pPr>
            <a:endParaRPr lang="nb-NO" dirty="0"/>
          </a:p>
        </p:txBody>
      </p:sp>
    </p:spTree>
    <p:extLst>
      <p:ext uri="{BB962C8B-B14F-4D97-AF65-F5344CB8AC3E}">
        <p14:creationId xmlns:p14="http://schemas.microsoft.com/office/powerpoint/2010/main" val="21187798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4" name="TekstSylinder 3"/>
          <p:cNvSpPr txBox="1"/>
          <p:nvPr/>
        </p:nvSpPr>
        <p:spPr>
          <a:xfrm>
            <a:off x="1055688" y="1628775"/>
            <a:ext cx="10757914" cy="369332"/>
          </a:xfrm>
          <a:prstGeom prst="rect">
            <a:avLst/>
          </a:prstGeom>
          <a:noFill/>
        </p:spPr>
        <p:txBody>
          <a:bodyPr wrap="square" rtlCol="0">
            <a:spAutoFit/>
          </a:bodyPr>
          <a:lstStyle/>
          <a:p>
            <a:r>
              <a:rPr lang="nb-NO" dirty="0"/>
              <a:t>POU for å sette fokus på målet: </a:t>
            </a:r>
          </a:p>
        </p:txBody>
      </p:sp>
      <p:sp>
        <p:nvSpPr>
          <p:cNvPr id="5" name="TekstSylinder 4">
            <a:extLst>
              <a:ext uri="{FF2B5EF4-FFF2-40B4-BE49-F238E27FC236}">
                <a16:creationId xmlns:a16="http://schemas.microsoft.com/office/drawing/2014/main" id="{EBBA3A2D-B223-42E9-8F8E-C1C5B2472808}"/>
              </a:ext>
            </a:extLst>
          </p:cNvPr>
          <p:cNvSpPr txBox="1"/>
          <p:nvPr/>
        </p:nvSpPr>
        <p:spPr>
          <a:xfrm>
            <a:off x="1187416" y="1977539"/>
            <a:ext cx="9937104" cy="1754326"/>
          </a:xfrm>
          <a:prstGeom prst="rect">
            <a:avLst/>
          </a:prstGeom>
          <a:noFill/>
        </p:spPr>
        <p:txBody>
          <a:bodyPr wrap="square" rtlCol="0">
            <a:spAutoFit/>
          </a:bodyPr>
          <a:lstStyle/>
          <a:p>
            <a:r>
              <a:rPr lang="nb-NO" dirty="0"/>
              <a:t>Forslag til arbeidsoppgaver:</a:t>
            </a:r>
          </a:p>
          <a:p>
            <a:r>
              <a:rPr lang="nb-NO" dirty="0"/>
              <a:t>1. Du søker jobb som budbilsjåfør. Hva må du mestre for å få jobben?</a:t>
            </a:r>
          </a:p>
          <a:p>
            <a:r>
              <a:rPr lang="nb-NO" dirty="0"/>
              <a:t>Tid: 10-20 min, grupper på 3-4</a:t>
            </a:r>
          </a:p>
          <a:p>
            <a:r>
              <a:rPr lang="nb-NO" dirty="0"/>
              <a:t>I henhold til 4T programmet side 3</a:t>
            </a:r>
          </a:p>
          <a:p>
            <a:r>
              <a:rPr lang="nb-NO" dirty="0"/>
              <a:t>Dette blir tatt opp igjen under 4.1.1 hvor elevene skal starte planleggingen av 4.1.3.</a:t>
            </a:r>
          </a:p>
          <a:p>
            <a:r>
              <a:rPr lang="nb-NO" dirty="0"/>
              <a:t>Det er ønskelig å ta opp dette under alle trinnene, og spesielt på trinn 4.</a:t>
            </a:r>
          </a:p>
        </p:txBody>
      </p:sp>
      <p:sp>
        <p:nvSpPr>
          <p:cNvPr id="6" name="TekstSylinder 5">
            <a:extLst>
              <a:ext uri="{FF2B5EF4-FFF2-40B4-BE49-F238E27FC236}">
                <a16:creationId xmlns:a16="http://schemas.microsoft.com/office/drawing/2014/main" id="{F4B48B43-3439-47D7-9540-E20EE4F4B5F7}"/>
              </a:ext>
            </a:extLst>
          </p:cNvPr>
          <p:cNvSpPr txBox="1"/>
          <p:nvPr/>
        </p:nvSpPr>
        <p:spPr>
          <a:xfrm>
            <a:off x="1187416" y="3705732"/>
            <a:ext cx="10612380" cy="2031325"/>
          </a:xfrm>
          <a:prstGeom prst="rect">
            <a:avLst/>
          </a:prstGeom>
          <a:noFill/>
        </p:spPr>
        <p:txBody>
          <a:bodyPr wrap="square" rtlCol="0">
            <a:spAutoFit/>
          </a:bodyPr>
          <a:lstStyle/>
          <a:p>
            <a:r>
              <a:rPr lang="nb-NO" dirty="0"/>
              <a:t>2. Arbeidsoppgave: Du har fått en prøveperiode som budbilsjåfør. Hva må du mestre for å kunne </a:t>
            </a:r>
          </a:p>
          <a:p>
            <a:r>
              <a:rPr lang="nb-NO" dirty="0"/>
              <a:t>beholde jobben og hvilke forberedelser må du gjøre før du kan starte kjøringen</a:t>
            </a:r>
          </a:p>
          <a:p>
            <a:endParaRPr lang="nb-NO" dirty="0"/>
          </a:p>
          <a:p>
            <a:r>
              <a:rPr lang="nb-NO" dirty="0"/>
              <a:t>Oppsummering av gruppeoppgavene i plenum med oppfølgingsspørsmål fra lærer og elever med vekt på</a:t>
            </a:r>
          </a:p>
          <a:p>
            <a:r>
              <a:rPr lang="nb-NO" dirty="0"/>
              <a:t>kunnskaper, ferdigheter, holdninger, miljøbevissthet og vilje til å etterleve firmaets motto, Dette blir tatt opp igjen under 4.1.1 hvor elevene skal starte planleggingen av 4.1.3.</a:t>
            </a:r>
          </a:p>
          <a:p>
            <a:r>
              <a:rPr lang="nb-NO" dirty="0"/>
              <a:t>Det er ønskelig å ta opp dette under alle trinnene, og spesielt på trinn 4.</a:t>
            </a:r>
          </a:p>
        </p:txBody>
      </p:sp>
    </p:spTree>
    <p:extLst>
      <p:ext uri="{BB962C8B-B14F-4D97-AF65-F5344CB8AC3E}">
        <p14:creationId xmlns:p14="http://schemas.microsoft.com/office/powerpoint/2010/main" val="10569003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a:extLst>
              <a:ext uri="{FF2B5EF4-FFF2-40B4-BE49-F238E27FC236}">
                <a16:creationId xmlns:a16="http://schemas.microsoft.com/office/drawing/2014/main" id="{E3D5D913-5D9F-49F5-A6A4-D1CAEA13B3D2}"/>
              </a:ext>
            </a:extLst>
          </p:cNvPr>
          <p:cNvSpPr txBox="1"/>
          <p:nvPr/>
        </p:nvSpPr>
        <p:spPr>
          <a:xfrm>
            <a:off x="1055688" y="2070115"/>
            <a:ext cx="10512920" cy="3139321"/>
          </a:xfrm>
          <a:prstGeom prst="rect">
            <a:avLst/>
          </a:prstGeom>
          <a:noFill/>
        </p:spPr>
        <p:txBody>
          <a:bodyPr wrap="square" rtlCol="0">
            <a:spAutoFit/>
          </a:bodyPr>
          <a:lstStyle/>
          <a:p>
            <a:r>
              <a:rPr lang="nb-NO" dirty="0"/>
              <a:t>Ryddig og rengjort klasserom med U-bord for god kommunikasjon og øyekontakt med og mellom alle i rommet</a:t>
            </a:r>
          </a:p>
          <a:p>
            <a:r>
              <a:rPr lang="nb-NO" dirty="0"/>
              <a:t>Rengjort tavle og tilgjengelige tusjer</a:t>
            </a:r>
          </a:p>
          <a:p>
            <a:r>
              <a:rPr lang="nb-NO" dirty="0"/>
              <a:t>Svamp for rengjøring av tavle</a:t>
            </a:r>
          </a:p>
          <a:p>
            <a:r>
              <a:rPr lang="nb-NO" dirty="0"/>
              <a:t>Projektor</a:t>
            </a:r>
          </a:p>
          <a:p>
            <a:r>
              <a:rPr lang="nb-NO" dirty="0"/>
              <a:t>PC</a:t>
            </a:r>
          </a:p>
          <a:p>
            <a:r>
              <a:rPr lang="nb-NO" dirty="0"/>
              <a:t>Disposisjon for kvelden</a:t>
            </a:r>
          </a:p>
          <a:p>
            <a:r>
              <a:rPr lang="nb-NO" dirty="0"/>
              <a:t>Klare målverb</a:t>
            </a:r>
          </a:p>
          <a:p>
            <a:r>
              <a:rPr lang="nb-NO" dirty="0"/>
              <a:t>Oppgaver til elevene</a:t>
            </a:r>
          </a:p>
          <a:p>
            <a:r>
              <a:rPr lang="nb-NO" dirty="0"/>
              <a:t>Skrive-ark</a:t>
            </a:r>
          </a:p>
          <a:p>
            <a:r>
              <a:rPr lang="nb-NO" dirty="0"/>
              <a:t>penner</a:t>
            </a:r>
          </a:p>
          <a:p>
            <a:endParaRPr lang="nb-NO" dirty="0"/>
          </a:p>
        </p:txBody>
      </p:sp>
    </p:spTree>
    <p:extLst>
      <p:ext uri="{BB962C8B-B14F-4D97-AF65-F5344CB8AC3E}">
        <p14:creationId xmlns:p14="http://schemas.microsoft.com/office/powerpoint/2010/main" val="10067740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p:cNvSpPr txBox="1"/>
          <p:nvPr/>
        </p:nvSpPr>
        <p:spPr>
          <a:xfrm>
            <a:off x="1055688" y="1628775"/>
            <a:ext cx="10757914" cy="369332"/>
          </a:xfrm>
          <a:prstGeom prst="rect">
            <a:avLst/>
          </a:prstGeom>
          <a:noFill/>
        </p:spPr>
        <p:txBody>
          <a:bodyPr wrap="square" rtlCol="0">
            <a:spAutoFit/>
          </a:bodyPr>
          <a:lstStyle/>
          <a:p>
            <a:endParaRPr lang="nb-NO" dirty="0"/>
          </a:p>
        </p:txBody>
      </p:sp>
      <p:sp>
        <p:nvSpPr>
          <p:cNvPr id="4" name="TekstSylinder 3"/>
          <p:cNvSpPr txBox="1"/>
          <p:nvPr/>
        </p:nvSpPr>
        <p:spPr>
          <a:xfrm>
            <a:off x="1055688" y="1875264"/>
            <a:ext cx="10757914" cy="1200329"/>
          </a:xfrm>
          <a:prstGeom prst="rect">
            <a:avLst/>
          </a:prstGeom>
          <a:noFill/>
        </p:spPr>
        <p:txBody>
          <a:bodyPr wrap="square" rtlCol="0">
            <a:spAutoFit/>
          </a:bodyPr>
          <a:lstStyle/>
          <a:p>
            <a:r>
              <a:rPr lang="nb-NO" dirty="0"/>
              <a:t>Det legges opp til at elevene under dette emnet tar stilling til og vurderer sine rolle som trafikant. Dette i </a:t>
            </a:r>
            <a:r>
              <a:rPr lang="nb-NO" dirty="0" err="1"/>
              <a:t>hht</a:t>
            </a:r>
            <a:r>
              <a:rPr lang="nb-NO" dirty="0"/>
              <a:t> nivå 4 i GDE matrisen og elevens</a:t>
            </a:r>
            <a:r>
              <a:rPr lang="nb-NO" b="1" dirty="0"/>
              <a:t> egen motivasjon og vilje til å anvende kunnskaper og ferdigheter som tilegnes gjennom trinnet</a:t>
            </a:r>
            <a:r>
              <a:rPr lang="nb-NO" dirty="0"/>
              <a:t>. Selvinnsikt er et viktig moment hvor elevene på et tidlig stadige er i stand til å vurdere seg selv, noe som bør videreføres i trinnene 2-3 og 4.</a:t>
            </a:r>
          </a:p>
        </p:txBody>
      </p:sp>
    </p:spTree>
    <p:extLst>
      <p:ext uri="{BB962C8B-B14F-4D97-AF65-F5344CB8AC3E}">
        <p14:creationId xmlns:p14="http://schemas.microsoft.com/office/powerpoint/2010/main" val="10053981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kstSylinder 9"/>
          <p:cNvSpPr txBox="1"/>
          <p:nvPr/>
        </p:nvSpPr>
        <p:spPr>
          <a:xfrm>
            <a:off x="1444450" y="1700783"/>
            <a:ext cx="10369152" cy="1754326"/>
          </a:xfrm>
          <a:prstGeom prst="rect">
            <a:avLst/>
          </a:prstGeom>
          <a:solidFill>
            <a:schemeClr val="bg1"/>
          </a:solidFill>
        </p:spPr>
        <p:txBody>
          <a:bodyPr wrap="square" rtlCol="0">
            <a:spAutoFit/>
          </a:bodyPr>
          <a:lstStyle/>
          <a:p>
            <a:r>
              <a:rPr lang="nb-NO" dirty="0"/>
              <a:t>Eleven skal </a:t>
            </a:r>
          </a:p>
          <a:p>
            <a:r>
              <a:rPr lang="nb-NO" dirty="0"/>
              <a:t>3. videreutvikle sin kunnskap om mennesket i trafikken ved å </a:t>
            </a:r>
          </a:p>
          <a:p>
            <a:pPr marL="342900" indent="-342900">
              <a:buAutoNum type="alphaLcPeriod"/>
            </a:pPr>
            <a:r>
              <a:rPr lang="nb-NO" dirty="0"/>
              <a:t>drøfte ulike trafikantgruppers forutsetninger, behov og perspektiv</a:t>
            </a:r>
          </a:p>
          <a:p>
            <a:pPr marL="342900" indent="-342900">
              <a:buAutoNum type="alphaLcPeriod"/>
            </a:pPr>
            <a:r>
              <a:rPr lang="nb-NO" dirty="0"/>
              <a:t>beskrive vesentlige elementer i kjøreprosessen og bli bevisst betydningen av motivasjon og følelser </a:t>
            </a:r>
          </a:p>
          <a:p>
            <a:pPr marL="342900" indent="-342900">
              <a:buAutoNum type="alphaLcPeriod"/>
            </a:pPr>
            <a:r>
              <a:rPr lang="nb-NO" dirty="0"/>
              <a:t>forstå betydningen av kommunikasjon og samhandling </a:t>
            </a:r>
          </a:p>
          <a:p>
            <a:pPr marL="342900" indent="-342900">
              <a:buAutoNum type="alphaLcPeriod"/>
            </a:pPr>
            <a:r>
              <a:rPr lang="nb-NO" dirty="0"/>
              <a:t>bli bevisst hvilken betydning ansvarsforståelse, selvinnsikt og vilje har for hvordan vi handler i trafikken. </a:t>
            </a:r>
          </a:p>
        </p:txBody>
      </p:sp>
    </p:spTree>
    <p:extLst>
      <p:ext uri="{BB962C8B-B14F-4D97-AF65-F5344CB8AC3E}">
        <p14:creationId xmlns:p14="http://schemas.microsoft.com/office/powerpoint/2010/main" val="30693608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19"/>
          </a:xfrm>
          <a:prstGeom prst="rect">
            <a:avLst/>
          </a:prstGeom>
          <a:solidFill>
            <a:schemeClr val="bg1"/>
          </a:solidFill>
        </p:spPr>
        <p:txBody>
          <a:bodyPr wrap="square" rtlCol="0">
            <a:spAutoFit/>
          </a:bodyPr>
          <a:lstStyle/>
          <a:p>
            <a:r>
              <a:rPr lang="nb-NO" dirty="0"/>
              <a:t>1.3 Mennesket i trafikken </a:t>
            </a:r>
          </a:p>
          <a:p>
            <a:r>
              <a:rPr lang="nb-NO" dirty="0"/>
              <a:t>Aktuelt innhold </a:t>
            </a:r>
          </a:p>
          <a:p>
            <a:pPr marL="285750" indent="-285750">
              <a:buFont typeface="Arial" panose="020B0604020202020204" pitchFamily="34" charset="0"/>
              <a:buChar char="•"/>
            </a:pPr>
            <a:r>
              <a:rPr lang="nb-NO" dirty="0"/>
              <a:t>Forutsetninger, behov og perspektiv barn og eldre har </a:t>
            </a:r>
          </a:p>
          <a:p>
            <a:pPr marL="285750" indent="-285750">
              <a:buFont typeface="Arial" panose="020B0604020202020204" pitchFamily="34" charset="0"/>
              <a:buChar char="•"/>
            </a:pPr>
            <a:r>
              <a:rPr lang="nb-NO" dirty="0"/>
              <a:t>Forutsetninger, behov og perspektiv mopedister og motorsyklister har </a:t>
            </a:r>
          </a:p>
          <a:p>
            <a:pPr marL="285750" indent="-285750">
              <a:buFont typeface="Arial" panose="020B0604020202020204" pitchFamily="34" charset="0"/>
              <a:buChar char="•"/>
            </a:pPr>
            <a:r>
              <a:rPr lang="nb-NO" dirty="0"/>
              <a:t>Forutsetninger, behov og perspektiv førere av store og tunge kjøretøyer har </a:t>
            </a:r>
          </a:p>
          <a:p>
            <a:pPr marL="285750" indent="-285750">
              <a:buFont typeface="Arial" panose="020B0604020202020204" pitchFamily="34" charset="0"/>
              <a:buChar char="•"/>
            </a:pPr>
            <a:r>
              <a:rPr lang="nb-NO" dirty="0"/>
              <a:t>Kjøreprosessen</a:t>
            </a:r>
          </a:p>
          <a:p>
            <a:pPr marL="285750" indent="-285750">
              <a:buFont typeface="Arial" panose="020B0604020202020204" pitchFamily="34" charset="0"/>
              <a:buChar char="•"/>
            </a:pPr>
            <a:r>
              <a:rPr lang="nb-NO" dirty="0"/>
              <a:t>Betydningen av motivasjon og følelser for atferd og læring </a:t>
            </a:r>
          </a:p>
          <a:p>
            <a:pPr marL="285750" indent="-285750">
              <a:buFont typeface="Arial" panose="020B0604020202020204" pitchFamily="34" charset="0"/>
              <a:buChar char="•"/>
            </a:pPr>
            <a:r>
              <a:rPr lang="nb-NO" dirty="0"/>
              <a:t>Kommunikasjon og samhandling mellom trafikanter </a:t>
            </a:r>
          </a:p>
          <a:p>
            <a:pPr marL="285750" indent="-285750">
              <a:buFont typeface="Arial" panose="020B0604020202020204" pitchFamily="34" charset="0"/>
              <a:buChar char="•"/>
            </a:pPr>
            <a:r>
              <a:rPr lang="nb-NO" dirty="0"/>
              <a:t>Tolking av trafikksituasjoner </a:t>
            </a:r>
          </a:p>
          <a:p>
            <a:pPr marL="285750" indent="-285750">
              <a:buFont typeface="Arial" panose="020B0604020202020204" pitchFamily="34" charset="0"/>
              <a:buChar char="•"/>
            </a:pPr>
            <a:r>
              <a:rPr lang="nb-NO" dirty="0"/>
              <a:t>Ansvarsforståelse og vilje til å overholde regler</a:t>
            </a:r>
          </a:p>
          <a:p>
            <a:pPr marL="285750" indent="-285750">
              <a:buFont typeface="Arial" panose="020B0604020202020204" pitchFamily="34" charset="0"/>
              <a:buChar char="•"/>
            </a:pPr>
            <a:r>
              <a:rPr lang="nb-NO" dirty="0"/>
              <a:t>Ulykker, menneskelig svikt og føreres feilvurdering </a:t>
            </a:r>
          </a:p>
          <a:p>
            <a:pPr marL="285750" indent="-285750">
              <a:buFont typeface="Arial" panose="020B0604020202020204" pitchFamily="34" charset="0"/>
              <a:buChar char="•"/>
            </a:pPr>
            <a:r>
              <a:rPr lang="nb-NO" dirty="0"/>
              <a:t>Eget forhold til risiko </a:t>
            </a:r>
          </a:p>
          <a:p>
            <a:pPr marL="285750" indent="-285750">
              <a:buFont typeface="Arial" panose="020B0604020202020204" pitchFamily="34" charset="0"/>
              <a:buChar char="•"/>
            </a:pPr>
            <a:r>
              <a:rPr lang="nb-NO" dirty="0"/>
              <a:t>Selvinnsikt </a:t>
            </a:r>
          </a:p>
        </p:txBody>
      </p:sp>
    </p:spTree>
    <p:extLst>
      <p:ext uri="{BB962C8B-B14F-4D97-AF65-F5344CB8AC3E}">
        <p14:creationId xmlns:p14="http://schemas.microsoft.com/office/powerpoint/2010/main" val="38295799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p:cNvSpPr txBox="1"/>
          <p:nvPr/>
        </p:nvSpPr>
        <p:spPr>
          <a:xfrm>
            <a:off x="1055688" y="1628775"/>
            <a:ext cx="10757914" cy="2031325"/>
          </a:xfrm>
          <a:prstGeom prst="rect">
            <a:avLst/>
          </a:prstGeom>
          <a:noFill/>
        </p:spPr>
        <p:txBody>
          <a:bodyPr wrap="square" rtlCol="0">
            <a:spAutoFit/>
          </a:bodyPr>
          <a:lstStyle/>
          <a:p>
            <a:pPr marL="285750" indent="-285750">
              <a:buFont typeface="Arial" panose="020B0604020202020204" pitchFamily="34" charset="0"/>
              <a:buChar char="•"/>
            </a:pPr>
            <a:r>
              <a:rPr lang="nb-NO" dirty="0"/>
              <a:t>Maks 16 personer på kurs. Aldersgruppe 15-16 år med noen få unntak.</a:t>
            </a:r>
          </a:p>
          <a:p>
            <a:pPr marL="285750" indent="-285750">
              <a:buFont typeface="Arial" panose="020B0604020202020204" pitchFamily="34" charset="0"/>
              <a:buChar char="•"/>
            </a:pPr>
            <a:r>
              <a:rPr lang="nb-NO" dirty="0"/>
              <a:t>Stedsavhengig om de har kjøreerfaring, mere erfaring ute på landsbygda og spesielt på moped, traktor men også bil.</a:t>
            </a:r>
          </a:p>
          <a:p>
            <a:pPr marL="285750" indent="-285750">
              <a:buFont typeface="Arial" panose="020B0604020202020204" pitchFamily="34" charset="0"/>
              <a:buChar char="•"/>
            </a:pPr>
            <a:r>
              <a:rPr lang="nb-NO" dirty="0"/>
              <a:t>Er umodne men med mye erfaring fra trafikken som passasjer eller aktiv trafikant, f.eks. på sykkel.</a:t>
            </a:r>
          </a:p>
          <a:p>
            <a:pPr marL="285750" indent="-285750">
              <a:buFont typeface="Arial" panose="020B0604020202020204" pitchFamily="34" charset="0"/>
              <a:buChar char="•"/>
            </a:pPr>
            <a:r>
              <a:rPr lang="nb-NO" dirty="0"/>
              <a:t>Åpning av det trafikale grunnkurset: Se metode.</a:t>
            </a:r>
          </a:p>
          <a:p>
            <a:pPr marL="285750" indent="-285750">
              <a:buFont typeface="Arial" panose="020B0604020202020204" pitchFamily="34" charset="0"/>
              <a:buChar char="•"/>
            </a:pPr>
            <a:r>
              <a:rPr lang="nb-NO" dirty="0"/>
              <a:t>Det er viktig å skape motivasjon og vilje til å innhente kunnskaper og ferdigheter som er nødvendig for å nå hovedmålet for opplæringen, dette er igjen presisert i målet for trinn 3.</a:t>
            </a:r>
          </a:p>
        </p:txBody>
      </p:sp>
    </p:spTree>
    <p:extLst>
      <p:ext uri="{BB962C8B-B14F-4D97-AF65-F5344CB8AC3E}">
        <p14:creationId xmlns:p14="http://schemas.microsoft.com/office/powerpoint/2010/main" val="36307722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p:cNvSpPr txBox="1"/>
          <p:nvPr/>
        </p:nvSpPr>
        <p:spPr>
          <a:xfrm>
            <a:off x="1055688" y="1628775"/>
            <a:ext cx="10757914" cy="3416320"/>
          </a:xfrm>
          <a:prstGeom prst="rect">
            <a:avLst/>
          </a:prstGeom>
          <a:noFill/>
        </p:spPr>
        <p:txBody>
          <a:bodyPr wrap="square" rtlCol="0">
            <a:spAutoFit/>
          </a:bodyPr>
          <a:lstStyle/>
          <a:p>
            <a:pPr marL="285750" indent="-285750">
              <a:buFont typeface="Arial" panose="020B0604020202020204" pitchFamily="34" charset="0"/>
              <a:buChar char="•"/>
            </a:pPr>
            <a:r>
              <a:rPr lang="nb-NO" dirty="0"/>
              <a:t>Kjenner LP oppbygging, er god på kommunikasjon med elever og har evner til å motivere for opplæring og nytteverdien av å anvende dette for å nå 0-visjonen om ingen drepte eller varig skadde i trafikken.</a:t>
            </a:r>
          </a:p>
          <a:p>
            <a:pPr marL="285750" indent="-285750">
              <a:buFont typeface="Arial" panose="020B0604020202020204" pitchFamily="34" charset="0"/>
              <a:buChar char="•"/>
            </a:pPr>
            <a:r>
              <a:rPr lang="nb-NO" dirty="0"/>
              <a:t>Det er viktig å skape motivasjon og vilje til å innhente kunnskaper og ferdigheter som er nødvendig for å nå hovedmålet for opplæringen, dette er igjen presisert i målet for trinn 3.</a:t>
            </a:r>
          </a:p>
          <a:p>
            <a:pPr marL="285750" indent="-285750">
              <a:buFont typeface="Arial" panose="020B0604020202020204" pitchFamily="34" charset="0"/>
              <a:buChar char="•"/>
            </a:pPr>
            <a:r>
              <a:rPr lang="nb-NO" dirty="0"/>
              <a:t>Det forutsettes at lærer har gode kunnskaper, ferdigheter og holdninger som lærer formidler gjennom sin adferd gjennom hele kurset.</a:t>
            </a:r>
          </a:p>
          <a:p>
            <a:pPr marL="285750" indent="-285750">
              <a:buFont typeface="Arial" panose="020B0604020202020204" pitchFamily="34" charset="0"/>
              <a:buChar char="•"/>
            </a:pPr>
            <a:r>
              <a:rPr lang="nb-NO" dirty="0"/>
              <a:t>Behersker programmet 4t og </a:t>
            </a:r>
            <a:r>
              <a:rPr lang="nb-NO" dirty="0" err="1"/>
              <a:t>Goggle</a:t>
            </a:r>
            <a:r>
              <a:rPr lang="nb-NO" dirty="0"/>
              <a:t> </a:t>
            </a:r>
            <a:r>
              <a:rPr lang="nb-NO" dirty="0" err="1"/>
              <a:t>Maps</a:t>
            </a:r>
            <a:r>
              <a:rPr lang="nb-NO" dirty="0"/>
              <a:t>.</a:t>
            </a:r>
          </a:p>
          <a:p>
            <a:pPr marL="285750" indent="-285750">
              <a:buFont typeface="Arial" panose="020B0604020202020204" pitchFamily="34" charset="0"/>
              <a:buChar char="•"/>
            </a:pPr>
            <a:r>
              <a:rPr lang="nb-NO" dirty="0"/>
              <a:t>Behersker lytteteknikker.</a:t>
            </a:r>
          </a:p>
          <a:p>
            <a:pPr marL="285750" indent="-285750">
              <a:buFont typeface="Arial" panose="020B0604020202020204" pitchFamily="34" charset="0"/>
              <a:buChar char="•"/>
            </a:pPr>
            <a:r>
              <a:rPr lang="nb-NO" dirty="0"/>
              <a:t>Stiller kvalitative spørsmål og følger opp med åpne spørsmål om dette er mulig.</a:t>
            </a:r>
          </a:p>
          <a:p>
            <a:pPr marL="285750" indent="-285750">
              <a:buFont typeface="Arial" panose="020B0604020202020204" pitchFamily="34" charset="0"/>
              <a:buChar char="•"/>
            </a:pPr>
            <a:r>
              <a:rPr lang="nb-NO" dirty="0"/>
              <a:t>Møter i god tid og er forberedt</a:t>
            </a:r>
          </a:p>
          <a:p>
            <a:pPr marL="285750" indent="-285750">
              <a:buFont typeface="Arial" panose="020B0604020202020204" pitchFamily="34" charset="0"/>
              <a:buChar char="•"/>
            </a:pPr>
            <a:r>
              <a:rPr lang="nb-NO" dirty="0"/>
              <a:t>Er deltakende under arbeidsoppgaver</a:t>
            </a:r>
          </a:p>
          <a:p>
            <a:pPr marL="285750" indent="-285750">
              <a:buFont typeface="Arial" panose="020B0604020202020204" pitchFamily="34" charset="0"/>
              <a:buChar char="•"/>
            </a:pPr>
            <a:endParaRPr lang="nb-NO" dirty="0"/>
          </a:p>
        </p:txBody>
      </p:sp>
    </p:spTree>
    <p:extLst>
      <p:ext uri="{BB962C8B-B14F-4D97-AF65-F5344CB8AC3E}">
        <p14:creationId xmlns:p14="http://schemas.microsoft.com/office/powerpoint/2010/main" val="40139542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p:cNvSpPr txBox="1"/>
          <p:nvPr/>
        </p:nvSpPr>
        <p:spPr>
          <a:xfrm>
            <a:off x="1444450" y="1916832"/>
            <a:ext cx="10196166" cy="1200329"/>
          </a:xfrm>
          <a:prstGeom prst="rect">
            <a:avLst/>
          </a:prstGeom>
          <a:noFill/>
        </p:spPr>
        <p:txBody>
          <a:bodyPr wrap="square" rtlCol="0">
            <a:spAutoFit/>
          </a:bodyPr>
          <a:lstStyle/>
          <a:p>
            <a:r>
              <a:rPr lang="nb-NO" dirty="0"/>
              <a:t>POU for å kunne videreutvikle, drøfte, forstå og bli bevisst </a:t>
            </a:r>
            <a:r>
              <a:rPr lang="nb-NO" dirty="0" err="1"/>
              <a:t>ihht</a:t>
            </a:r>
            <a:r>
              <a:rPr lang="nb-NO" dirty="0"/>
              <a:t> målet. (4t side 45)</a:t>
            </a:r>
          </a:p>
          <a:p>
            <a:r>
              <a:rPr lang="nb-NO" dirty="0"/>
              <a:t>Hva kjennetegner sjåføren av disse kjøretøyene?</a:t>
            </a:r>
          </a:p>
          <a:p>
            <a:r>
              <a:rPr lang="nb-NO" dirty="0"/>
              <a:t>Hvordan kan disse trafikantene samarbeide?</a:t>
            </a:r>
          </a:p>
          <a:p>
            <a:endParaRPr lang="nb-NO" dirty="0"/>
          </a:p>
        </p:txBody>
      </p:sp>
    </p:spTree>
    <p:extLst>
      <p:ext uri="{BB962C8B-B14F-4D97-AF65-F5344CB8AC3E}">
        <p14:creationId xmlns:p14="http://schemas.microsoft.com/office/powerpoint/2010/main" val="1407485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a:extLst>
              <a:ext uri="{FF2B5EF4-FFF2-40B4-BE49-F238E27FC236}">
                <a16:creationId xmlns:a16="http://schemas.microsoft.com/office/drawing/2014/main" id="{9174B504-63CE-4E17-938C-599F846419CF}"/>
              </a:ext>
            </a:extLst>
          </p:cNvPr>
          <p:cNvSpPr txBox="1"/>
          <p:nvPr/>
        </p:nvSpPr>
        <p:spPr>
          <a:xfrm>
            <a:off x="1055688" y="2070115"/>
            <a:ext cx="10512920" cy="3139321"/>
          </a:xfrm>
          <a:prstGeom prst="rect">
            <a:avLst/>
          </a:prstGeom>
          <a:noFill/>
        </p:spPr>
        <p:txBody>
          <a:bodyPr wrap="square" rtlCol="0">
            <a:spAutoFit/>
          </a:bodyPr>
          <a:lstStyle/>
          <a:p>
            <a:r>
              <a:rPr lang="nb-NO" dirty="0"/>
              <a:t>Ryddig og rengjort klasserom med U-bord for god kommunikasjon og øyekontakt med og mellom alle i rommet</a:t>
            </a:r>
          </a:p>
          <a:p>
            <a:r>
              <a:rPr lang="nb-NO" dirty="0"/>
              <a:t>Rengjort tavle og tilgjengelige tusjer</a:t>
            </a:r>
          </a:p>
          <a:p>
            <a:r>
              <a:rPr lang="nb-NO" dirty="0"/>
              <a:t>Svamp for rengjøring av tavle</a:t>
            </a:r>
          </a:p>
          <a:p>
            <a:r>
              <a:rPr lang="nb-NO" dirty="0"/>
              <a:t>Projektor</a:t>
            </a:r>
          </a:p>
          <a:p>
            <a:r>
              <a:rPr lang="nb-NO" dirty="0"/>
              <a:t>PC</a:t>
            </a:r>
          </a:p>
          <a:p>
            <a:r>
              <a:rPr lang="nb-NO" dirty="0"/>
              <a:t>Disposisjon for kvelden</a:t>
            </a:r>
          </a:p>
          <a:p>
            <a:r>
              <a:rPr lang="nb-NO" dirty="0"/>
              <a:t>Klare målverb</a:t>
            </a:r>
          </a:p>
          <a:p>
            <a:r>
              <a:rPr lang="nb-NO" dirty="0"/>
              <a:t>Oppgaver til elevene</a:t>
            </a:r>
          </a:p>
          <a:p>
            <a:r>
              <a:rPr lang="nb-NO" dirty="0"/>
              <a:t>Skrive-ark</a:t>
            </a:r>
          </a:p>
          <a:p>
            <a:r>
              <a:rPr lang="nb-NO" dirty="0"/>
              <a:t>penner</a:t>
            </a:r>
          </a:p>
          <a:p>
            <a:endParaRPr lang="nb-NO" dirty="0"/>
          </a:p>
        </p:txBody>
      </p:sp>
    </p:spTree>
    <p:extLst>
      <p:ext uri="{BB962C8B-B14F-4D97-AF65-F5344CB8AC3E}">
        <p14:creationId xmlns:p14="http://schemas.microsoft.com/office/powerpoint/2010/main" val="2868570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4" name="TekstSylinder 3"/>
          <p:cNvSpPr txBox="1"/>
          <p:nvPr/>
        </p:nvSpPr>
        <p:spPr>
          <a:xfrm>
            <a:off x="1055688" y="1905244"/>
            <a:ext cx="10757914" cy="1200329"/>
          </a:xfrm>
          <a:prstGeom prst="rect">
            <a:avLst/>
          </a:prstGeom>
          <a:noFill/>
        </p:spPr>
        <p:txBody>
          <a:bodyPr wrap="square" rtlCol="0">
            <a:spAutoFit/>
          </a:bodyPr>
          <a:lstStyle/>
          <a:p>
            <a:r>
              <a:rPr lang="nb-NO" dirty="0"/>
              <a:t>Det legges opp til at elevene under dette emnet tar stilling til og vurderer sine rolle som trafikant. Dette i </a:t>
            </a:r>
            <a:r>
              <a:rPr lang="nb-NO" dirty="0" err="1"/>
              <a:t>hht</a:t>
            </a:r>
            <a:r>
              <a:rPr lang="nb-NO" dirty="0"/>
              <a:t> nivå 4 i GDE matrisen og elevens</a:t>
            </a:r>
            <a:r>
              <a:rPr lang="nb-NO" b="1" dirty="0"/>
              <a:t> egen motivasjon og vilje til å anvende kunnskaper og ferdigheter som tilegnes gjennom trinnet</a:t>
            </a:r>
            <a:r>
              <a:rPr lang="nb-NO" dirty="0"/>
              <a:t>. Selvinnsikt er et viktig moment hvor elevene på et tidlig stadige er i stand til å vurdere seg selv, noe som bør videreføres i trinnene 2-3 og 4.</a:t>
            </a:r>
          </a:p>
        </p:txBody>
      </p:sp>
    </p:spTree>
    <p:extLst>
      <p:ext uri="{BB962C8B-B14F-4D97-AF65-F5344CB8AC3E}">
        <p14:creationId xmlns:p14="http://schemas.microsoft.com/office/powerpoint/2010/main" val="1224211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kstSylinder 2"/>
          <p:cNvSpPr txBox="1"/>
          <p:nvPr/>
        </p:nvSpPr>
        <p:spPr>
          <a:xfrm>
            <a:off x="1444450" y="1700783"/>
            <a:ext cx="10369152" cy="2031325"/>
          </a:xfrm>
          <a:prstGeom prst="rect">
            <a:avLst/>
          </a:prstGeom>
          <a:solidFill>
            <a:schemeClr val="bg1"/>
          </a:solidFill>
        </p:spPr>
        <p:txBody>
          <a:bodyPr wrap="square" rtlCol="0">
            <a:spAutoFit/>
          </a:bodyPr>
          <a:lstStyle/>
          <a:p>
            <a:r>
              <a:rPr lang="nb-NO" dirty="0"/>
              <a:t>Eleven skal </a:t>
            </a:r>
          </a:p>
          <a:p>
            <a:r>
              <a:rPr lang="nb-NO" dirty="0"/>
              <a:t>4. ha kunnskap om betydningen av trafikkopplæring ved å </a:t>
            </a:r>
          </a:p>
          <a:p>
            <a:pPr marL="342900" indent="-342900">
              <a:buAutoNum type="alphaLcPeriod"/>
            </a:pPr>
            <a:r>
              <a:rPr lang="nb-NO" dirty="0"/>
              <a:t>kjenne til reglene for øvingskjøring </a:t>
            </a:r>
          </a:p>
          <a:p>
            <a:pPr marL="342900" indent="-342900">
              <a:buAutoNum type="alphaLcPeriod"/>
            </a:pPr>
            <a:r>
              <a:rPr lang="nb-NO" dirty="0"/>
              <a:t>drøfte sammenhengen mellom kjøreerfaring og trafikkulykker</a:t>
            </a:r>
          </a:p>
          <a:p>
            <a:pPr marL="342900" indent="-342900">
              <a:buAutoNum type="alphaLcPeriod"/>
            </a:pPr>
            <a:r>
              <a:rPr lang="nb-NO" dirty="0"/>
              <a:t>forstå betydningen av automatisering av grunnleggende handlinger og handlingsmønstre </a:t>
            </a:r>
          </a:p>
          <a:p>
            <a:r>
              <a:rPr lang="nb-NO" dirty="0"/>
              <a:t>d.   drøfte føreropplæringsmodellen, herunder hvordan opplæring ved trafikkskole og privat øving er nyttig    	og nødvendig for å nå målet for opplæringen </a:t>
            </a:r>
          </a:p>
        </p:txBody>
      </p:sp>
    </p:spTree>
    <p:extLst>
      <p:ext uri="{BB962C8B-B14F-4D97-AF65-F5344CB8AC3E}">
        <p14:creationId xmlns:p14="http://schemas.microsoft.com/office/powerpoint/2010/main" val="33737557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2031325"/>
          </a:xfrm>
          <a:prstGeom prst="rect">
            <a:avLst/>
          </a:prstGeom>
          <a:solidFill>
            <a:schemeClr val="bg1"/>
          </a:solidFill>
        </p:spPr>
        <p:txBody>
          <a:bodyPr wrap="square" rtlCol="0">
            <a:spAutoFit/>
          </a:bodyPr>
          <a:lstStyle/>
          <a:p>
            <a:r>
              <a:rPr lang="nb-NO" dirty="0"/>
              <a:t>1.4 Øvingskjøring og kjøreerfaring </a:t>
            </a:r>
          </a:p>
          <a:p>
            <a:r>
              <a:rPr lang="nb-NO" dirty="0"/>
              <a:t>Aktuelt innhold </a:t>
            </a:r>
          </a:p>
          <a:p>
            <a:pPr marL="285750" indent="-285750">
              <a:buFont typeface="Arial" panose="020B0604020202020204" pitchFamily="34" charset="0"/>
              <a:buChar char="•"/>
            </a:pPr>
            <a:r>
              <a:rPr lang="nb-NO" dirty="0"/>
              <a:t>Regler for øvingskjøring </a:t>
            </a:r>
          </a:p>
          <a:p>
            <a:pPr marL="285750" indent="-285750">
              <a:buFont typeface="Arial" panose="020B0604020202020204" pitchFamily="34" charset="0"/>
              <a:buChar char="•"/>
            </a:pPr>
            <a:r>
              <a:rPr lang="nb-NO" dirty="0"/>
              <a:t>Kjøreerfaring og ulykkesrisiko </a:t>
            </a:r>
          </a:p>
          <a:p>
            <a:pPr marL="285750" indent="-285750">
              <a:buFont typeface="Arial" panose="020B0604020202020204" pitchFamily="34" charset="0"/>
              <a:buChar char="•"/>
            </a:pPr>
            <a:r>
              <a:rPr lang="nb-NO" dirty="0"/>
              <a:t>Automatisering av handlinger og handlingsmønstre</a:t>
            </a:r>
          </a:p>
          <a:p>
            <a:pPr marL="285750" indent="-285750">
              <a:buFont typeface="Arial" panose="020B0604020202020204" pitchFamily="34" charset="0"/>
              <a:buChar char="•"/>
            </a:pPr>
            <a:r>
              <a:rPr lang="nb-NO" dirty="0"/>
              <a:t>Sammenheng mellom opplæring, øvingskjøring og mengdetrening </a:t>
            </a:r>
          </a:p>
          <a:p>
            <a:pPr marL="285750" indent="-285750">
              <a:buFont typeface="Arial" panose="020B0604020202020204" pitchFamily="34" charset="0"/>
              <a:buChar char="•"/>
            </a:pPr>
            <a:r>
              <a:rPr lang="nb-NO" dirty="0"/>
              <a:t>Intensjonene i føreropplæringsmodellen</a:t>
            </a:r>
          </a:p>
        </p:txBody>
      </p:sp>
    </p:spTree>
    <p:extLst>
      <p:ext uri="{BB962C8B-B14F-4D97-AF65-F5344CB8AC3E}">
        <p14:creationId xmlns:p14="http://schemas.microsoft.com/office/powerpoint/2010/main" val="14275999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p:cNvSpPr txBox="1"/>
          <p:nvPr/>
        </p:nvSpPr>
        <p:spPr>
          <a:xfrm>
            <a:off x="1055688" y="1628775"/>
            <a:ext cx="10757914" cy="2031325"/>
          </a:xfrm>
          <a:prstGeom prst="rect">
            <a:avLst/>
          </a:prstGeom>
          <a:noFill/>
        </p:spPr>
        <p:txBody>
          <a:bodyPr wrap="square" rtlCol="0">
            <a:spAutoFit/>
          </a:bodyPr>
          <a:lstStyle/>
          <a:p>
            <a:pPr marL="285750" indent="-285750">
              <a:buFont typeface="Arial" panose="020B0604020202020204" pitchFamily="34" charset="0"/>
              <a:buChar char="•"/>
            </a:pPr>
            <a:r>
              <a:rPr lang="nb-NO" dirty="0"/>
              <a:t>Maks 16 personer på kurs. Aldersgruppe 15-16 år med noen få unntak.</a:t>
            </a:r>
          </a:p>
          <a:p>
            <a:pPr marL="285750" indent="-285750">
              <a:buFont typeface="Arial" panose="020B0604020202020204" pitchFamily="34" charset="0"/>
              <a:buChar char="•"/>
            </a:pPr>
            <a:r>
              <a:rPr lang="nb-NO" dirty="0"/>
              <a:t>Stedsavhengig om de har kjøreerfaring, mere erfaring ute på landsbygda og spesielt på moped, traktor men også bil.</a:t>
            </a:r>
          </a:p>
          <a:p>
            <a:pPr marL="285750" indent="-285750">
              <a:buFont typeface="Arial" panose="020B0604020202020204" pitchFamily="34" charset="0"/>
              <a:buChar char="•"/>
            </a:pPr>
            <a:r>
              <a:rPr lang="nb-NO" dirty="0"/>
              <a:t>Er umodne men med mye erfaring fra trafikken som passasjer eller aktiv trafikant, f.eks. på sykkel.</a:t>
            </a:r>
          </a:p>
          <a:p>
            <a:pPr marL="285750" indent="-285750">
              <a:buFont typeface="Arial" panose="020B0604020202020204" pitchFamily="34" charset="0"/>
              <a:buChar char="•"/>
            </a:pPr>
            <a:r>
              <a:rPr lang="nb-NO" dirty="0"/>
              <a:t>Åpning av det trafikale grunnkurset: Se metode.</a:t>
            </a:r>
          </a:p>
          <a:p>
            <a:pPr marL="285750" indent="-285750">
              <a:buFont typeface="Arial" panose="020B0604020202020204" pitchFamily="34" charset="0"/>
              <a:buChar char="•"/>
            </a:pPr>
            <a:r>
              <a:rPr lang="nb-NO" dirty="0"/>
              <a:t>Det er viktig å skape motivasjon og vilje til å innhente kunnskaper og ferdigheter som er nødvendig for å nå hovedmålet for opplæringen, dette er igjen presisert i målet for trinn 3.</a:t>
            </a:r>
          </a:p>
        </p:txBody>
      </p:sp>
    </p:spTree>
    <p:extLst>
      <p:ext uri="{BB962C8B-B14F-4D97-AF65-F5344CB8AC3E}">
        <p14:creationId xmlns:p14="http://schemas.microsoft.com/office/powerpoint/2010/main" val="30200937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p:cNvSpPr txBox="1"/>
          <p:nvPr/>
        </p:nvSpPr>
        <p:spPr>
          <a:xfrm>
            <a:off x="1055688" y="1628775"/>
            <a:ext cx="10757914" cy="3416320"/>
          </a:xfrm>
          <a:prstGeom prst="rect">
            <a:avLst/>
          </a:prstGeom>
          <a:noFill/>
        </p:spPr>
        <p:txBody>
          <a:bodyPr wrap="square" rtlCol="0">
            <a:spAutoFit/>
          </a:bodyPr>
          <a:lstStyle/>
          <a:p>
            <a:pPr marL="285750" indent="-285750">
              <a:buFont typeface="Arial" panose="020B0604020202020204" pitchFamily="34" charset="0"/>
              <a:buChar char="•"/>
            </a:pPr>
            <a:r>
              <a:rPr lang="nb-NO" dirty="0"/>
              <a:t>Kjenner LP oppbygging, er god på kommunikasjon med elever og har evner til å motivere for opplæring og nytteverdien av å anvende dette for å nå 0-visjonen om ingen drepte eller varig skadde i trafikken.</a:t>
            </a:r>
          </a:p>
          <a:p>
            <a:pPr marL="285750" indent="-285750">
              <a:buFont typeface="Arial" panose="020B0604020202020204" pitchFamily="34" charset="0"/>
              <a:buChar char="•"/>
            </a:pPr>
            <a:r>
              <a:rPr lang="nb-NO" dirty="0"/>
              <a:t>Det er viktig å skape motivasjon og vilje til å innhente kunnskaper og ferdigheter som er nødvendig for å nå hovedmålet for opplæringen, dette er igjen presisert i målet for trinn 3.</a:t>
            </a:r>
          </a:p>
          <a:p>
            <a:pPr marL="285750" indent="-285750">
              <a:buFont typeface="Arial" panose="020B0604020202020204" pitchFamily="34" charset="0"/>
              <a:buChar char="•"/>
            </a:pPr>
            <a:r>
              <a:rPr lang="nb-NO" dirty="0"/>
              <a:t>Det forutsettes at lærer har gode kunnskaper, ferdigheter og holdninger som lærer formidler gjennom sin adferd gjennom hele kurset.</a:t>
            </a:r>
          </a:p>
          <a:p>
            <a:pPr marL="285750" indent="-285750">
              <a:buFont typeface="Arial" panose="020B0604020202020204" pitchFamily="34" charset="0"/>
              <a:buChar char="•"/>
            </a:pPr>
            <a:r>
              <a:rPr lang="nb-NO" dirty="0"/>
              <a:t>Behersker programmet 4t og </a:t>
            </a:r>
            <a:r>
              <a:rPr lang="nb-NO" dirty="0" err="1"/>
              <a:t>Goggle</a:t>
            </a:r>
            <a:r>
              <a:rPr lang="nb-NO" dirty="0"/>
              <a:t> </a:t>
            </a:r>
            <a:r>
              <a:rPr lang="nb-NO" dirty="0" err="1"/>
              <a:t>Maps</a:t>
            </a:r>
            <a:r>
              <a:rPr lang="nb-NO" dirty="0"/>
              <a:t>.</a:t>
            </a:r>
          </a:p>
          <a:p>
            <a:pPr marL="285750" indent="-285750">
              <a:buFont typeface="Arial" panose="020B0604020202020204" pitchFamily="34" charset="0"/>
              <a:buChar char="•"/>
            </a:pPr>
            <a:r>
              <a:rPr lang="nb-NO" dirty="0"/>
              <a:t>Behersker lytteteknikker.</a:t>
            </a:r>
          </a:p>
          <a:p>
            <a:pPr marL="285750" indent="-285750">
              <a:buFont typeface="Arial" panose="020B0604020202020204" pitchFamily="34" charset="0"/>
              <a:buChar char="•"/>
            </a:pPr>
            <a:r>
              <a:rPr lang="nb-NO" dirty="0"/>
              <a:t>Stiller kvalitative spørsmål og følger opp med åpne spørsmål om dette er mulig.</a:t>
            </a:r>
          </a:p>
          <a:p>
            <a:pPr marL="285750" indent="-285750">
              <a:buFont typeface="Arial" panose="020B0604020202020204" pitchFamily="34" charset="0"/>
              <a:buChar char="•"/>
            </a:pPr>
            <a:r>
              <a:rPr lang="nb-NO" dirty="0"/>
              <a:t>Møter i god tid og er forberedt</a:t>
            </a:r>
          </a:p>
          <a:p>
            <a:pPr marL="285750" indent="-285750">
              <a:buFont typeface="Arial" panose="020B0604020202020204" pitchFamily="34" charset="0"/>
              <a:buChar char="•"/>
            </a:pPr>
            <a:r>
              <a:rPr lang="nb-NO" dirty="0"/>
              <a:t>Er deltakende under arbeidsoppgaver</a:t>
            </a:r>
          </a:p>
          <a:p>
            <a:pPr marL="285750" indent="-285750">
              <a:buFont typeface="Arial" panose="020B0604020202020204" pitchFamily="34" charset="0"/>
              <a:buChar char="•"/>
            </a:pPr>
            <a:endParaRPr lang="nb-NO" dirty="0"/>
          </a:p>
        </p:txBody>
      </p:sp>
    </p:spTree>
    <p:extLst>
      <p:ext uri="{BB962C8B-B14F-4D97-AF65-F5344CB8AC3E}">
        <p14:creationId xmlns:p14="http://schemas.microsoft.com/office/powerpoint/2010/main" val="8559230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r>
              <a:rPr lang="nb-NO" dirty="0"/>
              <a:t>.</a:t>
            </a:r>
          </a:p>
        </p:txBody>
      </p:sp>
      <p:sp>
        <p:nvSpPr>
          <p:cNvPr id="4" name="TekstSylinder 3"/>
          <p:cNvSpPr txBox="1"/>
          <p:nvPr/>
        </p:nvSpPr>
        <p:spPr>
          <a:xfrm>
            <a:off x="1055688" y="1628775"/>
            <a:ext cx="10757914" cy="369332"/>
          </a:xfrm>
          <a:prstGeom prst="rect">
            <a:avLst/>
          </a:prstGeom>
          <a:noFill/>
        </p:spPr>
        <p:txBody>
          <a:bodyPr wrap="square" rtlCol="0">
            <a:spAutoFit/>
          </a:bodyPr>
          <a:lstStyle/>
          <a:p>
            <a:r>
              <a:rPr lang="nb-NO" dirty="0"/>
              <a:t>POU, spørrende, gruppearbeid, meddelende, plenum for å drøfte. </a:t>
            </a:r>
          </a:p>
        </p:txBody>
      </p:sp>
    </p:spTree>
    <p:extLst>
      <p:ext uri="{BB962C8B-B14F-4D97-AF65-F5344CB8AC3E}">
        <p14:creationId xmlns:p14="http://schemas.microsoft.com/office/powerpoint/2010/main" val="83500699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a:extLst>
              <a:ext uri="{FF2B5EF4-FFF2-40B4-BE49-F238E27FC236}">
                <a16:creationId xmlns:a16="http://schemas.microsoft.com/office/drawing/2014/main" id="{77D63601-A64A-4997-B6D9-2233C6BDF04D}"/>
              </a:ext>
            </a:extLst>
          </p:cNvPr>
          <p:cNvSpPr txBox="1"/>
          <p:nvPr/>
        </p:nvSpPr>
        <p:spPr>
          <a:xfrm>
            <a:off x="1055688" y="2070115"/>
            <a:ext cx="10512920" cy="3139321"/>
          </a:xfrm>
          <a:prstGeom prst="rect">
            <a:avLst/>
          </a:prstGeom>
          <a:noFill/>
        </p:spPr>
        <p:txBody>
          <a:bodyPr wrap="square" rtlCol="0">
            <a:spAutoFit/>
          </a:bodyPr>
          <a:lstStyle/>
          <a:p>
            <a:r>
              <a:rPr lang="nb-NO" dirty="0"/>
              <a:t>Ryddig og rengjort klasserom med U-bord for god kommunikasjon og øyekontakt med og mellom alle i rommet</a:t>
            </a:r>
          </a:p>
          <a:p>
            <a:r>
              <a:rPr lang="nb-NO" dirty="0"/>
              <a:t>Rengjort tavle og tilgjengelige tusjer</a:t>
            </a:r>
          </a:p>
          <a:p>
            <a:r>
              <a:rPr lang="nb-NO" dirty="0"/>
              <a:t>Svamp for rengjøring av tavle</a:t>
            </a:r>
          </a:p>
          <a:p>
            <a:r>
              <a:rPr lang="nb-NO" dirty="0"/>
              <a:t>Projektor</a:t>
            </a:r>
          </a:p>
          <a:p>
            <a:r>
              <a:rPr lang="nb-NO" dirty="0"/>
              <a:t>PC</a:t>
            </a:r>
          </a:p>
          <a:p>
            <a:r>
              <a:rPr lang="nb-NO" dirty="0"/>
              <a:t>Disposisjon for kvelden</a:t>
            </a:r>
          </a:p>
          <a:p>
            <a:r>
              <a:rPr lang="nb-NO" dirty="0"/>
              <a:t>Klare målverb</a:t>
            </a:r>
          </a:p>
          <a:p>
            <a:r>
              <a:rPr lang="nb-NO" dirty="0"/>
              <a:t>Oppgaver til elevene</a:t>
            </a:r>
          </a:p>
          <a:p>
            <a:r>
              <a:rPr lang="nb-NO" dirty="0"/>
              <a:t>Skrive-ark</a:t>
            </a:r>
          </a:p>
          <a:p>
            <a:r>
              <a:rPr lang="nb-NO" dirty="0"/>
              <a:t>penner</a:t>
            </a:r>
          </a:p>
          <a:p>
            <a:endParaRPr lang="nb-NO" dirty="0"/>
          </a:p>
        </p:txBody>
      </p:sp>
    </p:spTree>
    <p:extLst>
      <p:ext uri="{BB962C8B-B14F-4D97-AF65-F5344CB8AC3E}">
        <p14:creationId xmlns:p14="http://schemas.microsoft.com/office/powerpoint/2010/main" val="144549362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4" name="TekstSylinder 3">
            <a:extLst>
              <a:ext uri="{FF2B5EF4-FFF2-40B4-BE49-F238E27FC236}">
                <a16:creationId xmlns:a16="http://schemas.microsoft.com/office/drawing/2014/main" id="{1ECA0AF9-DBD9-415A-A0EF-FCE2A27B07A0}"/>
              </a:ext>
            </a:extLst>
          </p:cNvPr>
          <p:cNvSpPr txBox="1"/>
          <p:nvPr/>
        </p:nvSpPr>
        <p:spPr>
          <a:xfrm>
            <a:off x="1055688" y="1905244"/>
            <a:ext cx="10757914" cy="1200329"/>
          </a:xfrm>
          <a:prstGeom prst="rect">
            <a:avLst/>
          </a:prstGeom>
          <a:noFill/>
        </p:spPr>
        <p:txBody>
          <a:bodyPr wrap="square" rtlCol="0">
            <a:spAutoFit/>
          </a:bodyPr>
          <a:lstStyle/>
          <a:p>
            <a:r>
              <a:rPr lang="nb-NO" dirty="0"/>
              <a:t>Det legges opp til at elevene under dette emnet tar stilling til og vurderer sine rolle som trafikant. Dette i </a:t>
            </a:r>
            <a:r>
              <a:rPr lang="nb-NO" dirty="0" err="1"/>
              <a:t>hht</a:t>
            </a:r>
            <a:r>
              <a:rPr lang="nb-NO" dirty="0"/>
              <a:t> nivå 4 i GDE matrisen og elevens</a:t>
            </a:r>
            <a:r>
              <a:rPr lang="nb-NO" b="1" dirty="0"/>
              <a:t> egen motivasjon og vilje til å anvende kunnskaper og ferdigheter som tilegnes gjennom trinnet</a:t>
            </a:r>
            <a:r>
              <a:rPr lang="nb-NO" dirty="0"/>
              <a:t>. Selvinnsikt er et viktig moment hvor elevene på et tidlig stadige er i stand til å vurdere seg selv, noe som bør videreføres i trinnene 2-3 og 4.</a:t>
            </a:r>
          </a:p>
        </p:txBody>
      </p:sp>
    </p:spTree>
    <p:extLst>
      <p:ext uri="{BB962C8B-B14F-4D97-AF65-F5344CB8AC3E}">
        <p14:creationId xmlns:p14="http://schemas.microsoft.com/office/powerpoint/2010/main" val="248370461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1477328"/>
          </a:xfrm>
          <a:prstGeom prst="rect">
            <a:avLst/>
          </a:prstGeom>
          <a:solidFill>
            <a:schemeClr val="bg1"/>
          </a:solidFill>
        </p:spPr>
        <p:txBody>
          <a:bodyPr wrap="square" rtlCol="0">
            <a:spAutoFit/>
          </a:bodyPr>
          <a:lstStyle/>
          <a:p>
            <a:r>
              <a:rPr lang="nb-NO" dirty="0"/>
              <a:t>Eleven skal </a:t>
            </a:r>
          </a:p>
          <a:p>
            <a:r>
              <a:rPr lang="nb-NO" dirty="0"/>
              <a:t>5. beherske grunnleggende ferdigheter i forbindelse med trafikkulykker ved å</a:t>
            </a:r>
          </a:p>
          <a:p>
            <a:pPr marL="342900" indent="-342900">
              <a:buAutoNum type="alphaLcPeriod"/>
            </a:pPr>
            <a:r>
              <a:rPr lang="nb-NO" dirty="0"/>
              <a:t>ha kunnskap om plikter ved trafikkuhell </a:t>
            </a:r>
          </a:p>
          <a:p>
            <a:pPr marL="342900" indent="-342900">
              <a:buAutoNum type="alphaLcPeriod"/>
            </a:pPr>
            <a:r>
              <a:rPr lang="nb-NO" dirty="0"/>
              <a:t>kjenne til rutiner for sikring av og opptreden på skadested </a:t>
            </a:r>
          </a:p>
          <a:p>
            <a:pPr marL="342900" indent="-342900">
              <a:buAutoNum type="alphaLcPeriod"/>
            </a:pPr>
            <a:r>
              <a:rPr lang="nb-NO" dirty="0"/>
              <a:t>kunne vurdere skadeomfang og øve på praktisk førstehjelp </a:t>
            </a:r>
          </a:p>
        </p:txBody>
      </p:sp>
    </p:spTree>
    <p:extLst>
      <p:ext uri="{BB962C8B-B14F-4D97-AF65-F5344CB8AC3E}">
        <p14:creationId xmlns:p14="http://schemas.microsoft.com/office/powerpoint/2010/main" val="122871495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2031325"/>
          </a:xfrm>
          <a:prstGeom prst="rect">
            <a:avLst/>
          </a:prstGeom>
          <a:solidFill>
            <a:schemeClr val="bg1"/>
          </a:solidFill>
        </p:spPr>
        <p:txBody>
          <a:bodyPr wrap="square" rtlCol="0">
            <a:spAutoFit/>
          </a:bodyPr>
          <a:lstStyle/>
          <a:p>
            <a:r>
              <a:rPr lang="nb-NO" dirty="0"/>
              <a:t>1.5 Plikter ved trafikkuhell </a:t>
            </a:r>
          </a:p>
          <a:p>
            <a:r>
              <a:rPr lang="nb-NO" dirty="0"/>
              <a:t>Aktuelt innhold </a:t>
            </a:r>
          </a:p>
          <a:p>
            <a:pPr marL="285750" indent="-285750">
              <a:buFont typeface="Arial" panose="020B0604020202020204" pitchFamily="34" charset="0"/>
              <a:buChar char="•"/>
            </a:pPr>
            <a:r>
              <a:rPr lang="nb-NO" dirty="0"/>
              <a:t>Plikter etter vegtrafikkloven til å stanse og hjelpe mennesker og dyr som er kommet til   skade m.m.</a:t>
            </a:r>
          </a:p>
          <a:p>
            <a:pPr marL="285750" indent="-285750">
              <a:buFont typeface="Arial" panose="020B0604020202020204" pitchFamily="34" charset="0"/>
              <a:buChar char="•"/>
            </a:pPr>
            <a:r>
              <a:rPr lang="nb-NO" dirty="0"/>
              <a:t>Rutiner for sikring av og opptreden på skadested </a:t>
            </a:r>
          </a:p>
          <a:p>
            <a:pPr marL="285750" indent="-285750">
              <a:buFont typeface="Arial" panose="020B0604020202020204" pitchFamily="34" charset="0"/>
              <a:buChar char="•"/>
            </a:pPr>
            <a:r>
              <a:rPr lang="nb-NO" dirty="0"/>
              <a:t>Vurdere skadeomfang</a:t>
            </a:r>
          </a:p>
          <a:p>
            <a:pPr marL="285750" indent="-285750">
              <a:buFont typeface="Arial" panose="020B0604020202020204" pitchFamily="34" charset="0"/>
              <a:buChar char="•"/>
            </a:pPr>
            <a:r>
              <a:rPr lang="nb-NO" dirty="0"/>
              <a:t>Meldeplikt, også ved skade på dyr</a:t>
            </a:r>
          </a:p>
          <a:p>
            <a:pPr marL="285750" indent="-285750">
              <a:buFont typeface="Arial" panose="020B0604020202020204" pitchFamily="34" charset="0"/>
              <a:buChar char="•"/>
            </a:pPr>
            <a:r>
              <a:rPr lang="nb-NO" dirty="0"/>
              <a:t>Grunnleggende førstehjelp og praktiske øvinger</a:t>
            </a:r>
          </a:p>
        </p:txBody>
      </p:sp>
    </p:spTree>
    <p:extLst>
      <p:ext uri="{BB962C8B-B14F-4D97-AF65-F5344CB8AC3E}">
        <p14:creationId xmlns:p14="http://schemas.microsoft.com/office/powerpoint/2010/main" val="289852030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p:cNvSpPr txBox="1"/>
          <p:nvPr/>
        </p:nvSpPr>
        <p:spPr>
          <a:xfrm>
            <a:off x="1055688" y="1628775"/>
            <a:ext cx="10757914" cy="2031325"/>
          </a:xfrm>
          <a:prstGeom prst="rect">
            <a:avLst/>
          </a:prstGeom>
          <a:noFill/>
        </p:spPr>
        <p:txBody>
          <a:bodyPr wrap="square" rtlCol="0">
            <a:spAutoFit/>
          </a:bodyPr>
          <a:lstStyle/>
          <a:p>
            <a:pPr marL="285750" indent="-285750">
              <a:buFont typeface="Arial" panose="020B0604020202020204" pitchFamily="34" charset="0"/>
              <a:buChar char="•"/>
            </a:pPr>
            <a:r>
              <a:rPr lang="nb-NO" dirty="0"/>
              <a:t>Maks 16 personer på kurs. Aldersgruppe 15-16 år med noen få unntak.</a:t>
            </a:r>
          </a:p>
          <a:p>
            <a:pPr marL="285750" indent="-285750">
              <a:buFont typeface="Arial" panose="020B0604020202020204" pitchFamily="34" charset="0"/>
              <a:buChar char="•"/>
            </a:pPr>
            <a:r>
              <a:rPr lang="nb-NO" dirty="0"/>
              <a:t>Stedsavhengig om de har kjøreerfaring, mere erfaring ute på landsbygda og spesielt på moped, traktor men også bil.</a:t>
            </a:r>
          </a:p>
          <a:p>
            <a:pPr marL="285750" indent="-285750">
              <a:buFont typeface="Arial" panose="020B0604020202020204" pitchFamily="34" charset="0"/>
              <a:buChar char="•"/>
            </a:pPr>
            <a:r>
              <a:rPr lang="nb-NO" dirty="0"/>
              <a:t>Er umodne men med mye erfaring fra trafikken som passasjer eller aktiv trafikant, f.eks. på sykkel.</a:t>
            </a:r>
          </a:p>
          <a:p>
            <a:pPr marL="285750" indent="-285750">
              <a:buFont typeface="Arial" panose="020B0604020202020204" pitchFamily="34" charset="0"/>
              <a:buChar char="•"/>
            </a:pPr>
            <a:r>
              <a:rPr lang="nb-NO" dirty="0"/>
              <a:t>Åpning av det trafikale grunnkurset: Se metode.</a:t>
            </a:r>
          </a:p>
          <a:p>
            <a:pPr marL="285750" indent="-285750">
              <a:buFont typeface="Arial" panose="020B0604020202020204" pitchFamily="34" charset="0"/>
              <a:buChar char="•"/>
            </a:pPr>
            <a:r>
              <a:rPr lang="nb-NO" dirty="0"/>
              <a:t>Det er viktig å skape motivasjon og vilje til å innhente kunnskaper og ferdigheter som er nødvendig for å nå hovedmålet for opplæringen, dette er igjen presisert i målet for trinn 3.</a:t>
            </a:r>
          </a:p>
        </p:txBody>
      </p:sp>
    </p:spTree>
    <p:extLst>
      <p:ext uri="{BB962C8B-B14F-4D97-AF65-F5344CB8AC3E}">
        <p14:creationId xmlns:p14="http://schemas.microsoft.com/office/powerpoint/2010/main" val="262090783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p:cNvSpPr txBox="1"/>
          <p:nvPr/>
        </p:nvSpPr>
        <p:spPr>
          <a:xfrm>
            <a:off x="1055688" y="1628775"/>
            <a:ext cx="10757914" cy="3416320"/>
          </a:xfrm>
          <a:prstGeom prst="rect">
            <a:avLst/>
          </a:prstGeom>
          <a:noFill/>
        </p:spPr>
        <p:txBody>
          <a:bodyPr wrap="square" rtlCol="0">
            <a:spAutoFit/>
          </a:bodyPr>
          <a:lstStyle/>
          <a:p>
            <a:pPr marL="285750" indent="-285750">
              <a:buFont typeface="Arial" panose="020B0604020202020204" pitchFamily="34" charset="0"/>
              <a:buChar char="•"/>
            </a:pPr>
            <a:r>
              <a:rPr lang="nb-NO" dirty="0"/>
              <a:t>Kjenner LP oppbygging, er god på kommunikasjon med elever og har evner til å motivere for opplæring og nytteverdien av å anvende dette for å nå 0-visjonen om ingen drepte eller varig skadde i trafikken.</a:t>
            </a:r>
          </a:p>
          <a:p>
            <a:pPr marL="285750" indent="-285750">
              <a:buFont typeface="Arial" panose="020B0604020202020204" pitchFamily="34" charset="0"/>
              <a:buChar char="•"/>
            </a:pPr>
            <a:r>
              <a:rPr lang="nb-NO" dirty="0"/>
              <a:t>Det er viktig å skape motivasjon og vilje til å innhente kunnskaper og ferdigheter som er nødvendig for å nå hovedmålet for opplæringen, dette er igjen presisert i målet for trinn 3.</a:t>
            </a:r>
          </a:p>
          <a:p>
            <a:pPr marL="285750" indent="-285750">
              <a:buFont typeface="Arial" panose="020B0604020202020204" pitchFamily="34" charset="0"/>
              <a:buChar char="•"/>
            </a:pPr>
            <a:r>
              <a:rPr lang="nb-NO" dirty="0"/>
              <a:t>Det forutsettes at lærer har gode kunnskaper, ferdigheter og holdninger som lærer formidler gjennom sin adferd gjennom hele kurset.</a:t>
            </a:r>
          </a:p>
          <a:p>
            <a:pPr marL="285750" indent="-285750">
              <a:buFont typeface="Arial" panose="020B0604020202020204" pitchFamily="34" charset="0"/>
              <a:buChar char="•"/>
            </a:pPr>
            <a:r>
              <a:rPr lang="nb-NO" dirty="0"/>
              <a:t>Behersker programmet 4t og </a:t>
            </a:r>
            <a:r>
              <a:rPr lang="nb-NO" dirty="0" err="1"/>
              <a:t>Goggle</a:t>
            </a:r>
            <a:r>
              <a:rPr lang="nb-NO" dirty="0"/>
              <a:t> </a:t>
            </a:r>
            <a:r>
              <a:rPr lang="nb-NO" dirty="0" err="1"/>
              <a:t>Maps</a:t>
            </a:r>
            <a:r>
              <a:rPr lang="nb-NO" dirty="0"/>
              <a:t>.</a:t>
            </a:r>
          </a:p>
          <a:p>
            <a:pPr marL="285750" indent="-285750">
              <a:buFont typeface="Arial" panose="020B0604020202020204" pitchFamily="34" charset="0"/>
              <a:buChar char="•"/>
            </a:pPr>
            <a:r>
              <a:rPr lang="nb-NO" dirty="0"/>
              <a:t>Behersker lytteteknikker.</a:t>
            </a:r>
          </a:p>
          <a:p>
            <a:pPr marL="285750" indent="-285750">
              <a:buFont typeface="Arial" panose="020B0604020202020204" pitchFamily="34" charset="0"/>
              <a:buChar char="•"/>
            </a:pPr>
            <a:r>
              <a:rPr lang="nb-NO" dirty="0"/>
              <a:t>Stiller kvalitative spørsmål og følger opp med åpne spørsmål om dette er mulig.</a:t>
            </a:r>
          </a:p>
          <a:p>
            <a:pPr marL="285750" indent="-285750">
              <a:buFont typeface="Arial" panose="020B0604020202020204" pitchFamily="34" charset="0"/>
              <a:buChar char="•"/>
            </a:pPr>
            <a:r>
              <a:rPr lang="nb-NO" dirty="0"/>
              <a:t>Møter i god tid og er forberedt</a:t>
            </a:r>
          </a:p>
          <a:p>
            <a:pPr marL="285750" indent="-285750">
              <a:buFont typeface="Arial" panose="020B0604020202020204" pitchFamily="34" charset="0"/>
              <a:buChar char="•"/>
            </a:pPr>
            <a:r>
              <a:rPr lang="nb-NO" dirty="0"/>
              <a:t>Er deltakende under arbeidsoppgaver</a:t>
            </a:r>
          </a:p>
          <a:p>
            <a:pPr marL="285750" indent="-285750">
              <a:buFont typeface="Arial" panose="020B0604020202020204" pitchFamily="34" charset="0"/>
              <a:buChar char="•"/>
            </a:pPr>
            <a:endParaRPr lang="nb-NO" dirty="0"/>
          </a:p>
        </p:txBody>
      </p:sp>
    </p:spTree>
    <p:extLst>
      <p:ext uri="{BB962C8B-B14F-4D97-AF65-F5344CB8AC3E}">
        <p14:creationId xmlns:p14="http://schemas.microsoft.com/office/powerpoint/2010/main" val="293198681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p:cNvSpPr txBox="1"/>
          <p:nvPr/>
        </p:nvSpPr>
        <p:spPr>
          <a:xfrm>
            <a:off x="1631950" y="1700783"/>
            <a:ext cx="9936658" cy="1200329"/>
          </a:xfrm>
          <a:prstGeom prst="rect">
            <a:avLst/>
          </a:prstGeom>
          <a:noFill/>
        </p:spPr>
        <p:txBody>
          <a:bodyPr wrap="square" rtlCol="0">
            <a:spAutoFit/>
          </a:bodyPr>
          <a:lstStyle/>
          <a:p>
            <a:r>
              <a:rPr lang="nb-NO" dirty="0"/>
              <a:t>POU med følgende oppgave fra 4t s.58.</a:t>
            </a:r>
          </a:p>
          <a:p>
            <a:r>
              <a:rPr lang="nb-NO" dirty="0"/>
              <a:t>Bilen som kjørte foran dere har kollidert rett bak svingen. Dere kommer først til ulykkesstedet!</a:t>
            </a:r>
          </a:p>
          <a:p>
            <a:r>
              <a:rPr lang="nb-NO" dirty="0"/>
              <a:t>Hva gjør dere? På bakgrunn av svarene linke dette opp mot målene.</a:t>
            </a:r>
          </a:p>
          <a:p>
            <a:endParaRPr lang="nb-NO" dirty="0"/>
          </a:p>
        </p:txBody>
      </p:sp>
      <p:sp>
        <p:nvSpPr>
          <p:cNvPr id="4" name="TekstSylinder 3"/>
          <p:cNvSpPr txBox="1"/>
          <p:nvPr/>
        </p:nvSpPr>
        <p:spPr>
          <a:xfrm>
            <a:off x="1603782" y="2912160"/>
            <a:ext cx="10369152" cy="1754326"/>
          </a:xfrm>
          <a:prstGeom prst="rect">
            <a:avLst/>
          </a:prstGeom>
          <a:solidFill>
            <a:schemeClr val="bg1"/>
          </a:solidFill>
        </p:spPr>
        <p:txBody>
          <a:bodyPr wrap="square" rtlCol="0">
            <a:spAutoFit/>
          </a:bodyPr>
          <a:lstStyle/>
          <a:p>
            <a:r>
              <a:rPr lang="nb-NO" i="1" dirty="0"/>
              <a:t>Eleven skal </a:t>
            </a:r>
          </a:p>
          <a:p>
            <a:r>
              <a:rPr lang="nb-NO" i="1" dirty="0"/>
              <a:t>6. delta i redningsarbeidet ved en arrangert ulykke og gjennom denne  </a:t>
            </a:r>
          </a:p>
          <a:p>
            <a:pPr marL="342900" indent="-342900">
              <a:buAutoNum type="alphaLcPeriod"/>
            </a:pPr>
            <a:r>
              <a:rPr lang="nb-NO" i="1" dirty="0"/>
              <a:t>oppleve å komme først til skadestedet, forstå viktigheten av å kjenne skadeomfanget før ulykken varsles og hvordan varsling gjøres </a:t>
            </a:r>
          </a:p>
          <a:p>
            <a:pPr marL="342900" indent="-342900">
              <a:buAutoNum type="alphaLcPeriod"/>
            </a:pPr>
            <a:r>
              <a:rPr lang="nb-NO" i="1" dirty="0"/>
              <a:t>øve på grunnleggende rutiner på skadestedet </a:t>
            </a:r>
          </a:p>
          <a:p>
            <a:pPr marL="342900" indent="-342900">
              <a:buAutoNum type="alphaLcPeriod"/>
            </a:pPr>
            <a:r>
              <a:rPr lang="nb-NO" i="1" dirty="0"/>
              <a:t>videreutvikle den praktiske ferdigheten i grunnleggende livreddende førstehjelp ved  trafikkulykker. </a:t>
            </a:r>
          </a:p>
        </p:txBody>
      </p:sp>
    </p:spTree>
    <p:extLst>
      <p:ext uri="{BB962C8B-B14F-4D97-AF65-F5344CB8AC3E}">
        <p14:creationId xmlns:p14="http://schemas.microsoft.com/office/powerpoint/2010/main" val="94415838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a:extLst>
              <a:ext uri="{FF2B5EF4-FFF2-40B4-BE49-F238E27FC236}">
                <a16:creationId xmlns:a16="http://schemas.microsoft.com/office/drawing/2014/main" id="{A6DB93CD-F89E-4EB8-9123-A09DFC3508AF}"/>
              </a:ext>
            </a:extLst>
          </p:cNvPr>
          <p:cNvSpPr txBox="1"/>
          <p:nvPr/>
        </p:nvSpPr>
        <p:spPr>
          <a:xfrm>
            <a:off x="1055688" y="2070115"/>
            <a:ext cx="10512920" cy="3970318"/>
          </a:xfrm>
          <a:prstGeom prst="rect">
            <a:avLst/>
          </a:prstGeom>
          <a:noFill/>
        </p:spPr>
        <p:txBody>
          <a:bodyPr wrap="square" rtlCol="0">
            <a:spAutoFit/>
          </a:bodyPr>
          <a:lstStyle/>
          <a:p>
            <a:r>
              <a:rPr lang="nb-NO" dirty="0"/>
              <a:t>Ryddig og rengjort klasserom. Gjerne oppsett uten bord med plass for demonstrasjon av øvelser</a:t>
            </a:r>
          </a:p>
          <a:p>
            <a:r>
              <a:rPr lang="nb-NO" dirty="0"/>
              <a:t>Varseltrekant</a:t>
            </a:r>
          </a:p>
          <a:p>
            <a:r>
              <a:rPr lang="nb-NO" dirty="0"/>
              <a:t>Refleksivest</a:t>
            </a:r>
          </a:p>
          <a:p>
            <a:r>
              <a:rPr lang="nb-NO" dirty="0"/>
              <a:t>1. hjelps-utstyr</a:t>
            </a:r>
          </a:p>
          <a:p>
            <a:r>
              <a:rPr lang="nb-NO" dirty="0"/>
              <a:t>Tilgang på bil</a:t>
            </a:r>
          </a:p>
          <a:p>
            <a:r>
              <a:rPr lang="nb-NO" dirty="0"/>
              <a:t>Rengjort tavle og tilgjengelige tusjer</a:t>
            </a:r>
          </a:p>
          <a:p>
            <a:r>
              <a:rPr lang="nb-NO" dirty="0"/>
              <a:t>Svamp for rengjøring av tavle</a:t>
            </a:r>
          </a:p>
          <a:p>
            <a:r>
              <a:rPr lang="nb-NO" dirty="0"/>
              <a:t>Projektor</a:t>
            </a:r>
          </a:p>
          <a:p>
            <a:r>
              <a:rPr lang="nb-NO" dirty="0"/>
              <a:t>PC</a:t>
            </a:r>
          </a:p>
          <a:p>
            <a:r>
              <a:rPr lang="nb-NO" dirty="0"/>
              <a:t>Disposisjon for kvelden</a:t>
            </a:r>
          </a:p>
          <a:p>
            <a:r>
              <a:rPr lang="nb-NO" dirty="0"/>
              <a:t>Klare målverb</a:t>
            </a:r>
          </a:p>
          <a:p>
            <a:r>
              <a:rPr lang="nb-NO" dirty="0"/>
              <a:t>Oppgaver og øvelser til elevene</a:t>
            </a:r>
          </a:p>
          <a:p>
            <a:r>
              <a:rPr lang="nb-NO" dirty="0"/>
              <a:t>Skrive-ark</a:t>
            </a:r>
          </a:p>
          <a:p>
            <a:r>
              <a:rPr lang="nb-NO" dirty="0"/>
              <a:t>penner</a:t>
            </a:r>
          </a:p>
        </p:txBody>
      </p:sp>
    </p:spTree>
    <p:extLst>
      <p:ext uri="{BB962C8B-B14F-4D97-AF65-F5344CB8AC3E}">
        <p14:creationId xmlns:p14="http://schemas.microsoft.com/office/powerpoint/2010/main" val="371037143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4" name="TekstSylinder 3">
            <a:extLst>
              <a:ext uri="{FF2B5EF4-FFF2-40B4-BE49-F238E27FC236}">
                <a16:creationId xmlns:a16="http://schemas.microsoft.com/office/drawing/2014/main" id="{F2FF7C7A-5FCF-4A95-90C6-261FCC4F2530}"/>
              </a:ext>
            </a:extLst>
          </p:cNvPr>
          <p:cNvSpPr txBox="1"/>
          <p:nvPr/>
        </p:nvSpPr>
        <p:spPr>
          <a:xfrm>
            <a:off x="1055688" y="1905244"/>
            <a:ext cx="10757914" cy="1200329"/>
          </a:xfrm>
          <a:prstGeom prst="rect">
            <a:avLst/>
          </a:prstGeom>
          <a:noFill/>
        </p:spPr>
        <p:txBody>
          <a:bodyPr wrap="square" rtlCol="0">
            <a:spAutoFit/>
          </a:bodyPr>
          <a:lstStyle/>
          <a:p>
            <a:r>
              <a:rPr lang="nb-NO" dirty="0"/>
              <a:t>Det legges opp til at elevene under dette emnet tar stilling til og vurderer sine rolle som trafikant. Dette i </a:t>
            </a:r>
            <a:r>
              <a:rPr lang="nb-NO" dirty="0" err="1"/>
              <a:t>hht</a:t>
            </a:r>
            <a:r>
              <a:rPr lang="nb-NO" dirty="0"/>
              <a:t> nivå 4 i GDE matrisen og elevens</a:t>
            </a:r>
            <a:r>
              <a:rPr lang="nb-NO" b="1" dirty="0"/>
              <a:t> egen motivasjon og vilje til å anvende kunnskaper og ferdigheter som tilegnes gjennom trinnet</a:t>
            </a:r>
            <a:r>
              <a:rPr lang="nb-NO" dirty="0"/>
              <a:t>. Selvinnsikt er et viktig moment hvor elevene på et tidlig stadige er i stand til å vurdere seg selv, noe som bør videreføres i trinnene 2-3 og 4.</a:t>
            </a:r>
          </a:p>
        </p:txBody>
      </p:sp>
    </p:spTree>
    <p:extLst>
      <p:ext uri="{BB962C8B-B14F-4D97-AF65-F5344CB8AC3E}">
        <p14:creationId xmlns:p14="http://schemas.microsoft.com/office/powerpoint/2010/main" val="95641379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allellogram 1">
            <a:hlinkClick r:id="rId2" action="ppaction://hlinksldjump"/>
          </p:cNvPr>
          <p:cNvSpPr/>
          <p:nvPr/>
        </p:nvSpPr>
        <p:spPr>
          <a:xfrm>
            <a:off x="6533859" y="152613"/>
            <a:ext cx="1368000" cy="6840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Tiltak ved trafikkulykke</a:t>
            </a:r>
            <a:endParaRPr lang="nb-NO" sz="900" i="1" dirty="0">
              <a:solidFill>
                <a:schemeClr val="tx1"/>
              </a:solidFill>
            </a:endParaRPr>
          </a:p>
        </p:txBody>
      </p:sp>
      <p:sp>
        <p:nvSpPr>
          <p:cNvPr id="3" name="TekstSylinder 2"/>
          <p:cNvSpPr txBox="1"/>
          <p:nvPr/>
        </p:nvSpPr>
        <p:spPr>
          <a:xfrm>
            <a:off x="1444450" y="1700783"/>
            <a:ext cx="10369152" cy="1754326"/>
          </a:xfrm>
          <a:prstGeom prst="rect">
            <a:avLst/>
          </a:prstGeom>
          <a:solidFill>
            <a:schemeClr val="bg1"/>
          </a:solidFill>
        </p:spPr>
        <p:txBody>
          <a:bodyPr wrap="square" rtlCol="0">
            <a:spAutoFit/>
          </a:bodyPr>
          <a:lstStyle/>
          <a:p>
            <a:r>
              <a:rPr lang="nb-NO" dirty="0"/>
              <a:t>Eleven skal </a:t>
            </a:r>
          </a:p>
          <a:p>
            <a:r>
              <a:rPr lang="nb-NO" dirty="0"/>
              <a:t>6. delta i redningsarbeidet ved en arrangert ulykke og gjennom denne  </a:t>
            </a:r>
          </a:p>
          <a:p>
            <a:pPr marL="342900" indent="-342900">
              <a:buAutoNum type="alphaLcPeriod"/>
            </a:pPr>
            <a:r>
              <a:rPr lang="nb-NO" dirty="0"/>
              <a:t>oppleve å komme først til skadestedet, forstå viktigheten av å kjenne skadeomfanget før ulykken varsles og hvordan varsling gjøres </a:t>
            </a:r>
          </a:p>
          <a:p>
            <a:pPr marL="342900" indent="-342900">
              <a:buAutoNum type="alphaLcPeriod"/>
            </a:pPr>
            <a:r>
              <a:rPr lang="nb-NO" dirty="0"/>
              <a:t>øve på grunnleggende rutiner på skadestedet </a:t>
            </a:r>
          </a:p>
          <a:p>
            <a:pPr marL="342900" indent="-342900">
              <a:buAutoNum type="alphaLcPeriod"/>
            </a:pPr>
            <a:r>
              <a:rPr lang="nb-NO" dirty="0"/>
              <a:t>videreutvikle den praktiske ferdigheten i grunnleggende livreddende førstehjelp ved  trafikkulykker. </a:t>
            </a:r>
          </a:p>
        </p:txBody>
      </p:sp>
    </p:spTree>
    <p:extLst>
      <p:ext uri="{BB962C8B-B14F-4D97-AF65-F5344CB8AC3E}">
        <p14:creationId xmlns:p14="http://schemas.microsoft.com/office/powerpoint/2010/main" val="362776507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2585323"/>
          </a:xfrm>
          <a:prstGeom prst="rect">
            <a:avLst/>
          </a:prstGeom>
          <a:solidFill>
            <a:schemeClr val="bg1"/>
          </a:solidFill>
        </p:spPr>
        <p:txBody>
          <a:bodyPr wrap="square" rtlCol="0">
            <a:spAutoFit/>
          </a:bodyPr>
          <a:lstStyle/>
          <a:p>
            <a:r>
              <a:rPr lang="nb-NO" dirty="0"/>
              <a:t>1.6 Tiltak ved trafikkulykke </a:t>
            </a:r>
          </a:p>
          <a:p>
            <a:r>
              <a:rPr lang="nb-NO" dirty="0"/>
              <a:t>Aktuelt innhold </a:t>
            </a:r>
          </a:p>
          <a:p>
            <a:pPr marL="285750" indent="-285750">
              <a:buFont typeface="Arial" panose="020B0604020202020204" pitchFamily="34" charset="0"/>
              <a:buChar char="•"/>
            </a:pPr>
            <a:r>
              <a:rPr lang="nb-NO" dirty="0"/>
              <a:t>Først på skadested </a:t>
            </a:r>
          </a:p>
          <a:p>
            <a:pPr marL="285750" indent="-285750">
              <a:buFont typeface="Arial" panose="020B0604020202020204" pitchFamily="34" charset="0"/>
              <a:buChar char="•"/>
            </a:pPr>
            <a:r>
              <a:rPr lang="nb-NO" dirty="0"/>
              <a:t>Sikring </a:t>
            </a:r>
          </a:p>
          <a:p>
            <a:pPr marL="285750" indent="-285750">
              <a:buFont typeface="Arial" panose="020B0604020202020204" pitchFamily="34" charset="0"/>
              <a:buChar char="•"/>
            </a:pPr>
            <a:r>
              <a:rPr lang="nb-NO" dirty="0"/>
              <a:t>Vurdere skadeomfang </a:t>
            </a:r>
          </a:p>
          <a:p>
            <a:pPr marL="285750" indent="-285750">
              <a:buFont typeface="Arial" panose="020B0604020202020204" pitchFamily="34" charset="0"/>
              <a:buChar char="•"/>
            </a:pPr>
            <a:r>
              <a:rPr lang="nb-NO" dirty="0"/>
              <a:t>Varsling </a:t>
            </a:r>
          </a:p>
          <a:p>
            <a:pPr marL="285750" indent="-285750">
              <a:buFont typeface="Arial" panose="020B0604020202020204" pitchFamily="34" charset="0"/>
              <a:buChar char="•"/>
            </a:pPr>
            <a:r>
              <a:rPr lang="nb-NO" dirty="0"/>
              <a:t>Opptreden på skadested</a:t>
            </a:r>
          </a:p>
          <a:p>
            <a:pPr marL="285750" indent="-285750">
              <a:buFont typeface="Arial" panose="020B0604020202020204" pitchFamily="34" charset="0"/>
              <a:buChar char="•"/>
            </a:pPr>
            <a:r>
              <a:rPr lang="nb-NO" dirty="0"/>
              <a:t>Redningsarbeid</a:t>
            </a:r>
          </a:p>
          <a:p>
            <a:pPr marL="285750" indent="-285750">
              <a:buFont typeface="Arial" panose="020B0604020202020204" pitchFamily="34" charset="0"/>
              <a:buChar char="•"/>
            </a:pPr>
            <a:r>
              <a:rPr lang="nb-NO" dirty="0"/>
              <a:t>Grunnleggende førstehjelp ved trafikkulykker</a:t>
            </a:r>
          </a:p>
        </p:txBody>
      </p:sp>
    </p:spTree>
    <p:extLst>
      <p:ext uri="{BB962C8B-B14F-4D97-AF65-F5344CB8AC3E}">
        <p14:creationId xmlns:p14="http://schemas.microsoft.com/office/powerpoint/2010/main" val="143104849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p:cNvSpPr txBox="1"/>
          <p:nvPr/>
        </p:nvSpPr>
        <p:spPr>
          <a:xfrm>
            <a:off x="1055688" y="1628775"/>
            <a:ext cx="10757914" cy="2031325"/>
          </a:xfrm>
          <a:prstGeom prst="rect">
            <a:avLst/>
          </a:prstGeom>
          <a:noFill/>
        </p:spPr>
        <p:txBody>
          <a:bodyPr wrap="square" rtlCol="0">
            <a:spAutoFit/>
          </a:bodyPr>
          <a:lstStyle/>
          <a:p>
            <a:pPr marL="285750" indent="-285750">
              <a:buFont typeface="Arial" panose="020B0604020202020204" pitchFamily="34" charset="0"/>
              <a:buChar char="•"/>
            </a:pPr>
            <a:r>
              <a:rPr lang="nb-NO" dirty="0"/>
              <a:t>Maks 16 personer på kurs. Aldersgruppe 15-16 år med noen få unntak.</a:t>
            </a:r>
          </a:p>
          <a:p>
            <a:pPr marL="285750" indent="-285750">
              <a:buFont typeface="Arial" panose="020B0604020202020204" pitchFamily="34" charset="0"/>
              <a:buChar char="•"/>
            </a:pPr>
            <a:r>
              <a:rPr lang="nb-NO" dirty="0"/>
              <a:t>Stedsavhengig om de har kjøreerfaring, mere erfaring ute på landsbygda og spesielt på moped, traktor men også bil.</a:t>
            </a:r>
          </a:p>
          <a:p>
            <a:pPr marL="285750" indent="-285750">
              <a:buFont typeface="Arial" panose="020B0604020202020204" pitchFamily="34" charset="0"/>
              <a:buChar char="•"/>
            </a:pPr>
            <a:r>
              <a:rPr lang="nb-NO" dirty="0"/>
              <a:t>Er umodne men med mye erfaring fra trafikken som passasjer eller aktiv trafikant, f.eks. på sykkel.</a:t>
            </a:r>
          </a:p>
          <a:p>
            <a:pPr marL="285750" indent="-285750">
              <a:buFont typeface="Arial" panose="020B0604020202020204" pitchFamily="34" charset="0"/>
              <a:buChar char="•"/>
            </a:pPr>
            <a:r>
              <a:rPr lang="nb-NO" dirty="0"/>
              <a:t>Åpning av det trafikale grunnkurset: Se metode.</a:t>
            </a:r>
          </a:p>
          <a:p>
            <a:pPr marL="285750" indent="-285750">
              <a:buFont typeface="Arial" panose="020B0604020202020204" pitchFamily="34" charset="0"/>
              <a:buChar char="•"/>
            </a:pPr>
            <a:r>
              <a:rPr lang="nb-NO" dirty="0"/>
              <a:t>Det er viktig å skape motivasjon og vilje til å innhente kunnskaper og ferdigheter som er nødvendig for å nå hovedmålet for opplæringen, dette er igjen presisert i målet for trinn 3.</a:t>
            </a:r>
          </a:p>
        </p:txBody>
      </p:sp>
    </p:spTree>
    <p:extLst>
      <p:ext uri="{BB962C8B-B14F-4D97-AF65-F5344CB8AC3E}">
        <p14:creationId xmlns:p14="http://schemas.microsoft.com/office/powerpoint/2010/main" val="110961649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4" name="TekstSylinder 3"/>
          <p:cNvSpPr txBox="1"/>
          <p:nvPr/>
        </p:nvSpPr>
        <p:spPr>
          <a:xfrm>
            <a:off x="1055688" y="1628775"/>
            <a:ext cx="10757914" cy="3416320"/>
          </a:xfrm>
          <a:prstGeom prst="rect">
            <a:avLst/>
          </a:prstGeom>
          <a:noFill/>
        </p:spPr>
        <p:txBody>
          <a:bodyPr wrap="square" rtlCol="0">
            <a:spAutoFit/>
          </a:bodyPr>
          <a:lstStyle/>
          <a:p>
            <a:pPr marL="285750" indent="-285750">
              <a:buFont typeface="Arial" panose="020B0604020202020204" pitchFamily="34" charset="0"/>
              <a:buChar char="•"/>
            </a:pPr>
            <a:r>
              <a:rPr lang="nb-NO" dirty="0"/>
              <a:t>Kjenner LP oppbygging, er god på kommunikasjon med elever og har evner til å motivere for opplæring og nytteverdien av å anvende dette for å nå 0-visjonen om ingen drepte eller varig skadde i trafikken.</a:t>
            </a:r>
          </a:p>
          <a:p>
            <a:pPr marL="285750" indent="-285750">
              <a:buFont typeface="Arial" panose="020B0604020202020204" pitchFamily="34" charset="0"/>
              <a:buChar char="•"/>
            </a:pPr>
            <a:r>
              <a:rPr lang="nb-NO" dirty="0"/>
              <a:t>Det er viktig å skape motivasjon og vilje til å innhente kunnskaper og ferdigheter som er nødvendig for å nå hovedmålet for opplæringen, dette er igjen presisert i målet for trinn 3.</a:t>
            </a:r>
          </a:p>
          <a:p>
            <a:pPr marL="285750" indent="-285750">
              <a:buFont typeface="Arial" panose="020B0604020202020204" pitchFamily="34" charset="0"/>
              <a:buChar char="•"/>
            </a:pPr>
            <a:r>
              <a:rPr lang="nb-NO" dirty="0"/>
              <a:t>Det forutsettes at lærer har gode kunnskaper, ferdigheter og holdninger som lærer formidler gjennom sin adferd gjennom hele kurset.</a:t>
            </a:r>
          </a:p>
          <a:p>
            <a:pPr marL="285750" indent="-285750">
              <a:buFont typeface="Arial" panose="020B0604020202020204" pitchFamily="34" charset="0"/>
              <a:buChar char="•"/>
            </a:pPr>
            <a:r>
              <a:rPr lang="nb-NO" dirty="0"/>
              <a:t>Behersker programmet 4t og </a:t>
            </a:r>
            <a:r>
              <a:rPr lang="nb-NO" dirty="0" err="1"/>
              <a:t>Goggle</a:t>
            </a:r>
            <a:r>
              <a:rPr lang="nb-NO" dirty="0"/>
              <a:t> </a:t>
            </a:r>
            <a:r>
              <a:rPr lang="nb-NO" dirty="0" err="1"/>
              <a:t>Maps</a:t>
            </a:r>
            <a:r>
              <a:rPr lang="nb-NO" dirty="0"/>
              <a:t>.</a:t>
            </a:r>
          </a:p>
          <a:p>
            <a:pPr marL="285750" indent="-285750">
              <a:buFont typeface="Arial" panose="020B0604020202020204" pitchFamily="34" charset="0"/>
              <a:buChar char="•"/>
            </a:pPr>
            <a:r>
              <a:rPr lang="nb-NO" dirty="0"/>
              <a:t>Behersker lytteteknikker.</a:t>
            </a:r>
          </a:p>
          <a:p>
            <a:pPr marL="285750" indent="-285750">
              <a:buFont typeface="Arial" panose="020B0604020202020204" pitchFamily="34" charset="0"/>
              <a:buChar char="•"/>
            </a:pPr>
            <a:r>
              <a:rPr lang="nb-NO" dirty="0"/>
              <a:t>Stiller kvalitative spørsmål og følger opp med åpne spørsmål om dette er mulig.</a:t>
            </a:r>
          </a:p>
          <a:p>
            <a:pPr marL="285750" indent="-285750">
              <a:buFont typeface="Arial" panose="020B0604020202020204" pitchFamily="34" charset="0"/>
              <a:buChar char="•"/>
            </a:pPr>
            <a:r>
              <a:rPr lang="nb-NO" dirty="0"/>
              <a:t>Møter i god tid og er forberedt</a:t>
            </a:r>
          </a:p>
          <a:p>
            <a:pPr marL="285750" indent="-285750">
              <a:buFont typeface="Arial" panose="020B0604020202020204" pitchFamily="34" charset="0"/>
              <a:buChar char="•"/>
            </a:pPr>
            <a:r>
              <a:rPr lang="nb-NO" dirty="0"/>
              <a:t>Er deltakende under arbeidsoppgaver</a:t>
            </a:r>
          </a:p>
          <a:p>
            <a:pPr marL="285750" indent="-285750">
              <a:buFont typeface="Arial" panose="020B0604020202020204" pitchFamily="34" charset="0"/>
              <a:buChar char="•"/>
            </a:pPr>
            <a:endParaRPr lang="nb-NO" dirty="0"/>
          </a:p>
        </p:txBody>
      </p:sp>
    </p:spTree>
    <p:extLst>
      <p:ext uri="{BB962C8B-B14F-4D97-AF65-F5344CB8AC3E}">
        <p14:creationId xmlns:p14="http://schemas.microsoft.com/office/powerpoint/2010/main" val="264316450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p:cNvSpPr txBox="1"/>
          <p:nvPr/>
        </p:nvSpPr>
        <p:spPr>
          <a:xfrm>
            <a:off x="1631950" y="1700783"/>
            <a:ext cx="9936658" cy="1200329"/>
          </a:xfrm>
          <a:prstGeom prst="rect">
            <a:avLst/>
          </a:prstGeom>
          <a:noFill/>
        </p:spPr>
        <p:txBody>
          <a:bodyPr wrap="square" rtlCol="0">
            <a:spAutoFit/>
          </a:bodyPr>
          <a:lstStyle/>
          <a:p>
            <a:r>
              <a:rPr lang="nb-NO" dirty="0"/>
              <a:t>POU med følgende oppgave fra 4t s.58.</a:t>
            </a:r>
          </a:p>
          <a:p>
            <a:r>
              <a:rPr lang="nb-NO" dirty="0"/>
              <a:t>Bilen som kjørte foran dere har kollidert rett bak svingen. Dere kommer først til ulykkesstedet!</a:t>
            </a:r>
          </a:p>
          <a:p>
            <a:r>
              <a:rPr lang="nb-NO" dirty="0"/>
              <a:t>Hva gjør dere? På bakgrunn av svarene linke dette opp mot målene.</a:t>
            </a:r>
          </a:p>
          <a:p>
            <a:endParaRPr lang="nb-NO" dirty="0"/>
          </a:p>
        </p:txBody>
      </p:sp>
      <p:sp>
        <p:nvSpPr>
          <p:cNvPr id="4" name="TekstSylinder 3"/>
          <p:cNvSpPr txBox="1"/>
          <p:nvPr/>
        </p:nvSpPr>
        <p:spPr>
          <a:xfrm>
            <a:off x="1603782" y="2912160"/>
            <a:ext cx="10369152" cy="1754326"/>
          </a:xfrm>
          <a:prstGeom prst="rect">
            <a:avLst/>
          </a:prstGeom>
          <a:solidFill>
            <a:schemeClr val="bg1"/>
          </a:solidFill>
        </p:spPr>
        <p:txBody>
          <a:bodyPr wrap="square" rtlCol="0">
            <a:spAutoFit/>
          </a:bodyPr>
          <a:lstStyle/>
          <a:p>
            <a:r>
              <a:rPr lang="nb-NO" i="1" dirty="0"/>
              <a:t>Eleven skal </a:t>
            </a:r>
          </a:p>
          <a:p>
            <a:r>
              <a:rPr lang="nb-NO" i="1" dirty="0"/>
              <a:t>6. delta i redningsarbeidet ved en arrangert ulykke og gjennom denne  </a:t>
            </a:r>
          </a:p>
          <a:p>
            <a:pPr marL="342900" indent="-342900">
              <a:buAutoNum type="alphaLcPeriod"/>
            </a:pPr>
            <a:r>
              <a:rPr lang="nb-NO" i="1" dirty="0"/>
              <a:t>oppleve å komme først til skadestedet, forstå viktigheten av å kjenne skadeomfanget før ulykken varsles og hvordan varsling gjøres </a:t>
            </a:r>
          </a:p>
          <a:p>
            <a:pPr marL="342900" indent="-342900">
              <a:buAutoNum type="alphaLcPeriod"/>
            </a:pPr>
            <a:r>
              <a:rPr lang="nb-NO" i="1" dirty="0"/>
              <a:t>øve på grunnleggende rutiner på skadestedet </a:t>
            </a:r>
          </a:p>
          <a:p>
            <a:pPr marL="342900" indent="-342900">
              <a:buAutoNum type="alphaLcPeriod"/>
            </a:pPr>
            <a:r>
              <a:rPr lang="nb-NO" i="1" dirty="0"/>
              <a:t>videreutvikle den praktiske ferdigheten i grunnleggende livreddende førstehjelp ved  trafikkulykker. </a:t>
            </a:r>
          </a:p>
        </p:txBody>
      </p:sp>
    </p:spTree>
    <p:extLst>
      <p:ext uri="{BB962C8B-B14F-4D97-AF65-F5344CB8AC3E}">
        <p14:creationId xmlns:p14="http://schemas.microsoft.com/office/powerpoint/2010/main" val="193518651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a:extLst>
              <a:ext uri="{FF2B5EF4-FFF2-40B4-BE49-F238E27FC236}">
                <a16:creationId xmlns:a16="http://schemas.microsoft.com/office/drawing/2014/main" id="{D1D3F947-91DE-4631-8B46-0D23ABF23DC8}"/>
              </a:ext>
            </a:extLst>
          </p:cNvPr>
          <p:cNvSpPr txBox="1"/>
          <p:nvPr/>
        </p:nvSpPr>
        <p:spPr>
          <a:xfrm>
            <a:off x="1055688" y="2070115"/>
            <a:ext cx="10512920" cy="3970318"/>
          </a:xfrm>
          <a:prstGeom prst="rect">
            <a:avLst/>
          </a:prstGeom>
          <a:noFill/>
        </p:spPr>
        <p:txBody>
          <a:bodyPr wrap="square" rtlCol="0">
            <a:spAutoFit/>
          </a:bodyPr>
          <a:lstStyle/>
          <a:p>
            <a:r>
              <a:rPr lang="nb-NO" dirty="0"/>
              <a:t>Ryddig og rengjort klasserom. Gjerne oppsett uten bord med plass for demonstrasjon av øvelser</a:t>
            </a:r>
          </a:p>
          <a:p>
            <a:r>
              <a:rPr lang="nb-NO" dirty="0"/>
              <a:t>Varseltrekant</a:t>
            </a:r>
          </a:p>
          <a:p>
            <a:r>
              <a:rPr lang="nb-NO" dirty="0"/>
              <a:t>Refleksivest</a:t>
            </a:r>
          </a:p>
          <a:p>
            <a:r>
              <a:rPr lang="nb-NO" dirty="0"/>
              <a:t>1. hjelps-utstyr</a:t>
            </a:r>
          </a:p>
          <a:p>
            <a:r>
              <a:rPr lang="nb-NO" dirty="0"/>
              <a:t>Tilgang på bil</a:t>
            </a:r>
          </a:p>
          <a:p>
            <a:r>
              <a:rPr lang="nb-NO" dirty="0"/>
              <a:t>Rengjort tavle og tilgjengelige tusjer</a:t>
            </a:r>
          </a:p>
          <a:p>
            <a:r>
              <a:rPr lang="nb-NO" dirty="0"/>
              <a:t>Svamp for rengjøring av tavle</a:t>
            </a:r>
          </a:p>
          <a:p>
            <a:r>
              <a:rPr lang="nb-NO" dirty="0"/>
              <a:t>Projektor</a:t>
            </a:r>
          </a:p>
          <a:p>
            <a:r>
              <a:rPr lang="nb-NO" dirty="0"/>
              <a:t>PC</a:t>
            </a:r>
          </a:p>
          <a:p>
            <a:r>
              <a:rPr lang="nb-NO" dirty="0"/>
              <a:t>Disposisjon for kvelden</a:t>
            </a:r>
          </a:p>
          <a:p>
            <a:r>
              <a:rPr lang="nb-NO" dirty="0"/>
              <a:t>Klare målverb</a:t>
            </a:r>
          </a:p>
          <a:p>
            <a:r>
              <a:rPr lang="nb-NO" dirty="0"/>
              <a:t>Oppgaver og øvelser til elevene</a:t>
            </a:r>
          </a:p>
          <a:p>
            <a:r>
              <a:rPr lang="nb-NO" dirty="0"/>
              <a:t>Skrive-ark</a:t>
            </a:r>
          </a:p>
          <a:p>
            <a:r>
              <a:rPr lang="nb-NO" dirty="0"/>
              <a:t>penner</a:t>
            </a:r>
          </a:p>
        </p:txBody>
      </p:sp>
    </p:spTree>
    <p:extLst>
      <p:ext uri="{BB962C8B-B14F-4D97-AF65-F5344CB8AC3E}">
        <p14:creationId xmlns:p14="http://schemas.microsoft.com/office/powerpoint/2010/main" val="401889931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4" name="TekstSylinder 3">
            <a:extLst>
              <a:ext uri="{FF2B5EF4-FFF2-40B4-BE49-F238E27FC236}">
                <a16:creationId xmlns:a16="http://schemas.microsoft.com/office/drawing/2014/main" id="{75D716E3-426F-4D0F-939F-6498D07529DE}"/>
              </a:ext>
            </a:extLst>
          </p:cNvPr>
          <p:cNvSpPr txBox="1"/>
          <p:nvPr/>
        </p:nvSpPr>
        <p:spPr>
          <a:xfrm>
            <a:off x="1055688" y="1905244"/>
            <a:ext cx="10757914" cy="1200329"/>
          </a:xfrm>
          <a:prstGeom prst="rect">
            <a:avLst/>
          </a:prstGeom>
          <a:noFill/>
        </p:spPr>
        <p:txBody>
          <a:bodyPr wrap="square" rtlCol="0">
            <a:spAutoFit/>
          </a:bodyPr>
          <a:lstStyle/>
          <a:p>
            <a:r>
              <a:rPr lang="nb-NO" dirty="0"/>
              <a:t>Det legges opp til at elevene under dette emnet tar stilling til og vurderer sine rolle som trafikant. Dette i </a:t>
            </a:r>
            <a:r>
              <a:rPr lang="nb-NO" dirty="0" err="1"/>
              <a:t>hht</a:t>
            </a:r>
            <a:r>
              <a:rPr lang="nb-NO" dirty="0"/>
              <a:t> nivå 4 i GDE matrisen og elevens</a:t>
            </a:r>
            <a:r>
              <a:rPr lang="nb-NO" b="1" dirty="0"/>
              <a:t> egen motivasjon og vilje til å anvende kunnskaper og ferdigheter som tilegnes gjennom trinnet</a:t>
            </a:r>
            <a:r>
              <a:rPr lang="nb-NO" dirty="0"/>
              <a:t>. Selvinnsikt er et viktig moment hvor elevene på et tidlig stadige er i stand til å vurdere seg selv, noe som bør videreføres i trinnene 2-3 og 4.</a:t>
            </a:r>
          </a:p>
        </p:txBody>
      </p:sp>
    </p:spTree>
    <p:extLst>
      <p:ext uri="{BB962C8B-B14F-4D97-AF65-F5344CB8AC3E}">
        <p14:creationId xmlns:p14="http://schemas.microsoft.com/office/powerpoint/2010/main" val="398568805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1754326"/>
          </a:xfrm>
          <a:prstGeom prst="rect">
            <a:avLst/>
          </a:prstGeom>
          <a:solidFill>
            <a:schemeClr val="bg1"/>
          </a:solidFill>
        </p:spPr>
        <p:txBody>
          <a:bodyPr wrap="square" rtlCol="0">
            <a:spAutoFit/>
          </a:bodyPr>
          <a:lstStyle/>
          <a:p>
            <a:r>
              <a:rPr lang="nb-NO" dirty="0"/>
              <a:t>Eleven skal </a:t>
            </a:r>
          </a:p>
          <a:p>
            <a:r>
              <a:rPr lang="nb-NO" dirty="0"/>
              <a:t>7. bli bevisst gjennom demonstrasjon ute og i bil hvordan trafikkulykker i mørket kan unngås ved å</a:t>
            </a:r>
          </a:p>
          <a:p>
            <a:pPr marL="342900" indent="-342900">
              <a:buAutoNum type="alphaLcPeriod"/>
            </a:pPr>
            <a:r>
              <a:rPr lang="nb-NO" dirty="0"/>
              <a:t>oppleve og erfare årsaksforhold ved typiske ulykker som skjer i mørket og ha grunnlag for å vurdere risiko ved kjøring i mørket</a:t>
            </a:r>
          </a:p>
          <a:p>
            <a:pPr marL="342900" indent="-342900">
              <a:buAutoNum type="alphaLcPeriod"/>
            </a:pPr>
            <a:r>
              <a:rPr lang="nb-NO" dirty="0"/>
              <a:t>drøfte hvordan vi som trafikanter kan opptre for å redusere risikoen ved ferdsel i mørket </a:t>
            </a:r>
          </a:p>
          <a:p>
            <a:pPr marL="342900" indent="-342900">
              <a:buAutoNum type="alphaLcPeriod"/>
            </a:pPr>
            <a:r>
              <a:rPr lang="nb-NO" dirty="0"/>
              <a:t>drøfte hva som er riktig lysbruk og atferd ellers ved kjøring, parkering og nødstopp i mørke</a:t>
            </a:r>
          </a:p>
        </p:txBody>
      </p:sp>
      <p:sp>
        <p:nvSpPr>
          <p:cNvPr id="3" name="TekstSylinder 2">
            <a:extLst>
              <a:ext uri="{FF2B5EF4-FFF2-40B4-BE49-F238E27FC236}">
                <a16:creationId xmlns:a16="http://schemas.microsoft.com/office/drawing/2014/main" id="{BBEF974A-2149-4E32-82E9-2AB5D114C1CB}"/>
              </a:ext>
            </a:extLst>
          </p:cNvPr>
          <p:cNvSpPr txBox="1"/>
          <p:nvPr/>
        </p:nvSpPr>
        <p:spPr>
          <a:xfrm>
            <a:off x="1444450" y="3789040"/>
            <a:ext cx="9764118" cy="1754326"/>
          </a:xfrm>
          <a:prstGeom prst="rect">
            <a:avLst/>
          </a:prstGeom>
          <a:noFill/>
        </p:spPr>
        <p:txBody>
          <a:bodyPr wrap="square" rtlCol="0">
            <a:spAutoFit/>
          </a:bodyPr>
          <a:lstStyle/>
          <a:p>
            <a:r>
              <a:rPr lang="nb-NO" i="1" dirty="0"/>
              <a:t>Det skal være 3 timer undervisning om å være trafikant i mørket. Minst 1 av timene skal være demonstrasjon på et uteområde med liten eller ingen trafikk, </a:t>
            </a:r>
            <a:r>
              <a:rPr lang="nb-NO" b="1" i="1" dirty="0"/>
              <a:t>der både </a:t>
            </a:r>
            <a:r>
              <a:rPr lang="nb-NO" b="1" i="1" dirty="0" err="1"/>
              <a:t>gåendes</a:t>
            </a:r>
            <a:r>
              <a:rPr lang="nb-NO" b="1" i="1" dirty="0"/>
              <a:t> og </a:t>
            </a:r>
            <a:r>
              <a:rPr lang="nb-NO" b="1" i="1" dirty="0" err="1"/>
              <a:t>kjørendes</a:t>
            </a:r>
            <a:r>
              <a:rPr lang="nb-NO" b="1" i="1" dirty="0"/>
              <a:t> perspektiv erfares. </a:t>
            </a:r>
            <a:r>
              <a:rPr lang="nb-NO" i="1" dirty="0"/>
              <a:t>Denne delen kan gjennomføres med inntil 6 elever per lærer. Minst 1 time skal være demonstrasjon i bil på veg i reelle trafikksituasjoner med elevene som passasjerer. Denne delen kan gjennomføres med inntil 2 elever i bilen. Resterende tid disponeres til forventninger, mål, oppsummering og refleksjon med medelever og lærere i klasserom.</a:t>
            </a:r>
          </a:p>
        </p:txBody>
      </p:sp>
    </p:spTree>
    <p:extLst>
      <p:ext uri="{BB962C8B-B14F-4D97-AF65-F5344CB8AC3E}">
        <p14:creationId xmlns:p14="http://schemas.microsoft.com/office/powerpoint/2010/main" val="137193561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2585323"/>
          </a:xfrm>
          <a:prstGeom prst="rect">
            <a:avLst/>
          </a:prstGeom>
          <a:solidFill>
            <a:schemeClr val="bg1"/>
          </a:solidFill>
        </p:spPr>
        <p:txBody>
          <a:bodyPr wrap="square" rtlCol="0">
            <a:spAutoFit/>
          </a:bodyPr>
          <a:lstStyle/>
          <a:p>
            <a:r>
              <a:rPr lang="nb-NO" dirty="0"/>
              <a:t>1.7 Trafikant i mørket </a:t>
            </a:r>
          </a:p>
          <a:p>
            <a:r>
              <a:rPr lang="nb-NO" dirty="0"/>
              <a:t>Aktuelt innhold </a:t>
            </a:r>
          </a:p>
          <a:p>
            <a:pPr marL="285750" indent="-285750">
              <a:buFont typeface="Arial" panose="020B0604020202020204" pitchFamily="34" charset="0"/>
              <a:buChar char="•"/>
            </a:pPr>
            <a:r>
              <a:rPr lang="nb-NO" dirty="0"/>
              <a:t>Mørkeulykker og årsaker </a:t>
            </a:r>
          </a:p>
          <a:p>
            <a:pPr marL="285750" indent="-285750">
              <a:buFont typeface="Arial" panose="020B0604020202020204" pitchFamily="34" charset="0"/>
              <a:buChar char="•"/>
            </a:pPr>
            <a:r>
              <a:rPr lang="nb-NO" dirty="0"/>
              <a:t>Siktstrekninger</a:t>
            </a:r>
          </a:p>
          <a:p>
            <a:pPr marL="285750" indent="-285750">
              <a:buFont typeface="Arial" panose="020B0604020202020204" pitchFamily="34" charset="0"/>
              <a:buChar char="•"/>
            </a:pPr>
            <a:r>
              <a:rPr lang="nb-NO" dirty="0"/>
              <a:t>Risikofaktorer ved å ferdes i mørket</a:t>
            </a:r>
          </a:p>
          <a:p>
            <a:pPr marL="285750" indent="-285750">
              <a:buFont typeface="Arial" panose="020B0604020202020204" pitchFamily="34" charset="0"/>
              <a:buChar char="•"/>
            </a:pPr>
            <a:r>
              <a:rPr lang="nb-NO" dirty="0"/>
              <a:t>Klær og refleksutstyr</a:t>
            </a:r>
          </a:p>
          <a:p>
            <a:pPr marL="285750" indent="-285750">
              <a:buFont typeface="Arial" panose="020B0604020202020204" pitchFamily="34" charset="0"/>
              <a:buChar char="•"/>
            </a:pPr>
            <a:r>
              <a:rPr lang="nb-NO" dirty="0"/>
              <a:t>Hensiktsmessig lysbruk </a:t>
            </a:r>
          </a:p>
          <a:p>
            <a:pPr marL="285750" indent="-285750">
              <a:buFont typeface="Arial" panose="020B0604020202020204" pitchFamily="34" charset="0"/>
              <a:buChar char="•"/>
            </a:pPr>
            <a:r>
              <a:rPr lang="nb-NO" dirty="0"/>
              <a:t>Hensiktsmessig tilpassing av fart og plassering </a:t>
            </a:r>
          </a:p>
          <a:p>
            <a:pPr marL="285750" indent="-285750">
              <a:buFont typeface="Arial" panose="020B0604020202020204" pitchFamily="34" charset="0"/>
              <a:buChar char="•"/>
            </a:pPr>
            <a:r>
              <a:rPr lang="nb-NO" dirty="0"/>
              <a:t>Hensiktsmessig atferd ellers ved ferdsel i mørket</a:t>
            </a:r>
          </a:p>
        </p:txBody>
      </p:sp>
    </p:spTree>
    <p:extLst>
      <p:ext uri="{BB962C8B-B14F-4D97-AF65-F5344CB8AC3E}">
        <p14:creationId xmlns:p14="http://schemas.microsoft.com/office/powerpoint/2010/main" val="18685737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87488" y="1700808"/>
            <a:ext cx="10369152" cy="923330"/>
          </a:xfrm>
          <a:prstGeom prst="rect">
            <a:avLst/>
          </a:prstGeom>
          <a:solidFill>
            <a:schemeClr val="bg1"/>
          </a:solidFill>
        </p:spPr>
        <p:txBody>
          <a:bodyPr wrap="square" rtlCol="0">
            <a:spAutoFit/>
          </a:bodyPr>
          <a:lstStyle/>
          <a:p>
            <a:r>
              <a:rPr lang="nb-NO" dirty="0"/>
              <a:t>Eleven har vært trafikant i mørket og ved hjelp av deres erfaringer benyttes POU ved hjelp av spørsmål fra side 60 i 4t.</a:t>
            </a:r>
          </a:p>
          <a:p>
            <a:r>
              <a:rPr lang="nb-NO" dirty="0"/>
              <a:t>Eleven bør kunne kjøreprosessen og grunnregelen.</a:t>
            </a:r>
          </a:p>
        </p:txBody>
      </p:sp>
      <p:sp>
        <p:nvSpPr>
          <p:cNvPr id="3" name="TekstSylinder 2"/>
          <p:cNvSpPr txBox="1"/>
          <p:nvPr/>
        </p:nvSpPr>
        <p:spPr>
          <a:xfrm>
            <a:off x="1403214" y="2852936"/>
            <a:ext cx="10453426" cy="1477328"/>
          </a:xfrm>
          <a:prstGeom prst="rect">
            <a:avLst/>
          </a:prstGeom>
          <a:noFill/>
        </p:spPr>
        <p:txBody>
          <a:bodyPr wrap="square" rtlCol="0">
            <a:spAutoFit/>
          </a:bodyPr>
          <a:lstStyle/>
          <a:p>
            <a:r>
              <a:rPr lang="nb-NO" dirty="0"/>
              <a:t>Uavhengig av om de har kjøreerfaring i mørket ville alle måtte ta stilling til samme spørsmål: Hvilke problemer kan kjøring i mørket gi.</a:t>
            </a:r>
          </a:p>
          <a:p>
            <a:endParaRPr lang="nb-NO" dirty="0"/>
          </a:p>
          <a:p>
            <a:r>
              <a:rPr lang="nb-NO" dirty="0"/>
              <a:t>Det er viktig å skape motivasjon og vilje til å innhente kunnskaper og ferdigheter som er nødvendig for å nå hovedmålet for opplæringen, dette er igjen presisert i målet for trinn 3.</a:t>
            </a:r>
          </a:p>
        </p:txBody>
      </p:sp>
    </p:spTree>
    <p:extLst>
      <p:ext uri="{BB962C8B-B14F-4D97-AF65-F5344CB8AC3E}">
        <p14:creationId xmlns:p14="http://schemas.microsoft.com/office/powerpoint/2010/main" val="80983717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p:cNvSpPr txBox="1"/>
          <p:nvPr/>
        </p:nvSpPr>
        <p:spPr>
          <a:xfrm>
            <a:off x="1055688" y="1628775"/>
            <a:ext cx="10757914" cy="3416320"/>
          </a:xfrm>
          <a:prstGeom prst="rect">
            <a:avLst/>
          </a:prstGeom>
          <a:noFill/>
        </p:spPr>
        <p:txBody>
          <a:bodyPr wrap="square" rtlCol="0">
            <a:spAutoFit/>
          </a:bodyPr>
          <a:lstStyle/>
          <a:p>
            <a:pPr marL="285750" indent="-285750">
              <a:buFont typeface="Arial" panose="020B0604020202020204" pitchFamily="34" charset="0"/>
              <a:buChar char="•"/>
            </a:pPr>
            <a:r>
              <a:rPr lang="nb-NO" dirty="0"/>
              <a:t>Kjenner LP oppbygging, er god på kommunikasjon med elever og har evner til å motivere for opplæring og nytteverdien av å anvende dette for å nå 0-visjonen om ingen drepte eller varig skadde i trafikken.</a:t>
            </a:r>
          </a:p>
          <a:p>
            <a:pPr marL="285750" indent="-285750">
              <a:buFont typeface="Arial" panose="020B0604020202020204" pitchFamily="34" charset="0"/>
              <a:buChar char="•"/>
            </a:pPr>
            <a:r>
              <a:rPr lang="nb-NO" dirty="0"/>
              <a:t>Det er viktig å skape motivasjon og vilje til å innhente kunnskaper og ferdigheter som er nødvendig for å nå hovedmålet for opplæringen, dette er igjen presisert i målet for trinn 3.</a:t>
            </a:r>
          </a:p>
          <a:p>
            <a:pPr marL="285750" indent="-285750">
              <a:buFont typeface="Arial" panose="020B0604020202020204" pitchFamily="34" charset="0"/>
              <a:buChar char="•"/>
            </a:pPr>
            <a:r>
              <a:rPr lang="nb-NO" dirty="0"/>
              <a:t>Det forutsettes at lærer har gode kunnskaper, ferdigheter og holdninger som lærer formidler gjennom sin adferd gjennom hele kurset.</a:t>
            </a:r>
          </a:p>
          <a:p>
            <a:pPr marL="285750" indent="-285750">
              <a:buFont typeface="Arial" panose="020B0604020202020204" pitchFamily="34" charset="0"/>
              <a:buChar char="•"/>
            </a:pPr>
            <a:r>
              <a:rPr lang="nb-NO" dirty="0"/>
              <a:t>Behersker programmet 4t og </a:t>
            </a:r>
            <a:r>
              <a:rPr lang="nb-NO" dirty="0" err="1"/>
              <a:t>Goggle</a:t>
            </a:r>
            <a:r>
              <a:rPr lang="nb-NO" dirty="0"/>
              <a:t> </a:t>
            </a:r>
            <a:r>
              <a:rPr lang="nb-NO" dirty="0" err="1"/>
              <a:t>Maps</a:t>
            </a:r>
            <a:r>
              <a:rPr lang="nb-NO" dirty="0"/>
              <a:t>.</a:t>
            </a:r>
          </a:p>
          <a:p>
            <a:pPr marL="285750" indent="-285750">
              <a:buFont typeface="Arial" panose="020B0604020202020204" pitchFamily="34" charset="0"/>
              <a:buChar char="•"/>
            </a:pPr>
            <a:r>
              <a:rPr lang="nb-NO" dirty="0"/>
              <a:t>Behersker lytteteknikker.</a:t>
            </a:r>
          </a:p>
          <a:p>
            <a:pPr marL="285750" indent="-285750">
              <a:buFont typeface="Arial" panose="020B0604020202020204" pitchFamily="34" charset="0"/>
              <a:buChar char="•"/>
            </a:pPr>
            <a:r>
              <a:rPr lang="nb-NO" dirty="0"/>
              <a:t>Stiller kvalitative spørsmål og følger opp med åpne spørsmål om dette er mulig.</a:t>
            </a:r>
          </a:p>
          <a:p>
            <a:pPr marL="285750" indent="-285750">
              <a:buFont typeface="Arial" panose="020B0604020202020204" pitchFamily="34" charset="0"/>
              <a:buChar char="•"/>
            </a:pPr>
            <a:r>
              <a:rPr lang="nb-NO" dirty="0"/>
              <a:t>Møter i god tid og er forberedt</a:t>
            </a:r>
          </a:p>
          <a:p>
            <a:pPr marL="285750" indent="-285750">
              <a:buFont typeface="Arial" panose="020B0604020202020204" pitchFamily="34" charset="0"/>
              <a:buChar char="•"/>
            </a:pPr>
            <a:r>
              <a:rPr lang="nb-NO" dirty="0"/>
              <a:t>Er deltakende under arbeidsoppgaver</a:t>
            </a:r>
          </a:p>
          <a:p>
            <a:pPr marL="285750" indent="-285750">
              <a:buFont typeface="Arial" panose="020B0604020202020204" pitchFamily="34" charset="0"/>
              <a:buChar char="•"/>
            </a:pPr>
            <a:endParaRPr lang="nb-NO" dirty="0"/>
          </a:p>
        </p:txBody>
      </p:sp>
    </p:spTree>
    <p:extLst>
      <p:ext uri="{BB962C8B-B14F-4D97-AF65-F5344CB8AC3E}">
        <p14:creationId xmlns:p14="http://schemas.microsoft.com/office/powerpoint/2010/main" val="248099013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2862322"/>
          </a:xfrm>
          <a:prstGeom prst="rect">
            <a:avLst/>
          </a:prstGeom>
          <a:solidFill>
            <a:schemeClr val="bg1"/>
          </a:solidFill>
        </p:spPr>
        <p:txBody>
          <a:bodyPr wrap="square" rtlCol="0">
            <a:spAutoFit/>
          </a:bodyPr>
          <a:lstStyle/>
          <a:p>
            <a:r>
              <a:rPr lang="nb-NO" dirty="0"/>
              <a:t>Problem orientert undervisning ved at vi skaper et problem hvor eleven skal finne løsning.</a:t>
            </a:r>
          </a:p>
          <a:p>
            <a:r>
              <a:rPr lang="nb-NO" dirty="0"/>
              <a:t>Vi ønsker ved demonstrasjon med møtende bil parkert med lys på. Lærer sitter ute i det mørke området.</a:t>
            </a:r>
          </a:p>
          <a:p>
            <a:r>
              <a:rPr lang="nb-NO" dirty="0"/>
              <a:t>Eleven skal finne møtepunkt under kjøreturen. Dette er også oppgaven ved den parkerte bilen. Opplevelsen skjer i det eleven ser personen i mørket. Deretter blir oppgaven for eleven å finne løsninger for at denne situasjonen skal føles trygt.</a:t>
            </a:r>
          </a:p>
          <a:p>
            <a:r>
              <a:rPr lang="nb-NO" dirty="0"/>
              <a:t>Løsninger kan være at personen i mørket tar på </a:t>
            </a:r>
            <a:r>
              <a:rPr lang="nb-NO" dirty="0" err="1"/>
              <a:t>refleksvest</a:t>
            </a:r>
            <a:r>
              <a:rPr lang="nb-NO" dirty="0"/>
              <a:t>.</a:t>
            </a:r>
          </a:p>
          <a:p>
            <a:r>
              <a:rPr lang="nb-NO" dirty="0"/>
              <a:t>Sette på </a:t>
            </a:r>
            <a:r>
              <a:rPr lang="nb-NO" dirty="0" err="1"/>
              <a:t>nødblink</a:t>
            </a:r>
            <a:r>
              <a:rPr lang="nb-NO" dirty="0"/>
              <a:t>.</a:t>
            </a:r>
          </a:p>
          <a:p>
            <a:r>
              <a:rPr lang="nb-NO" dirty="0"/>
              <a:t>Bruker parklys.</a:t>
            </a:r>
          </a:p>
          <a:p>
            <a:r>
              <a:rPr lang="nb-NO" dirty="0"/>
              <a:t>Egne løsninger på vår bil.</a:t>
            </a:r>
          </a:p>
          <a:p>
            <a:endParaRPr lang="nb-NO" dirty="0"/>
          </a:p>
        </p:txBody>
      </p:sp>
      <p:sp>
        <p:nvSpPr>
          <p:cNvPr id="3" name="TekstSylinder 2"/>
          <p:cNvSpPr txBox="1"/>
          <p:nvPr/>
        </p:nvSpPr>
        <p:spPr>
          <a:xfrm>
            <a:off x="8544272" y="4293096"/>
            <a:ext cx="2808312" cy="1200329"/>
          </a:xfrm>
          <a:prstGeom prst="rect">
            <a:avLst/>
          </a:prstGeom>
          <a:noFill/>
        </p:spPr>
        <p:txBody>
          <a:bodyPr wrap="square" rtlCol="0">
            <a:spAutoFit/>
          </a:bodyPr>
          <a:lstStyle/>
          <a:p>
            <a:r>
              <a:rPr lang="nb-NO" dirty="0"/>
              <a:t>Tidsrammer</a:t>
            </a:r>
          </a:p>
          <a:p>
            <a:r>
              <a:rPr lang="nb-NO" dirty="0" err="1"/>
              <a:t>Ca</a:t>
            </a:r>
            <a:r>
              <a:rPr lang="nb-NO" dirty="0"/>
              <a:t> 15 innledende teori</a:t>
            </a:r>
          </a:p>
          <a:p>
            <a:r>
              <a:rPr lang="nb-NO" dirty="0" err="1"/>
              <a:t>Ca</a:t>
            </a:r>
            <a:r>
              <a:rPr lang="nb-NO" dirty="0"/>
              <a:t> 45 demonstrasjon</a:t>
            </a:r>
          </a:p>
          <a:p>
            <a:r>
              <a:rPr lang="nb-NO" dirty="0" err="1"/>
              <a:t>Ca</a:t>
            </a:r>
            <a:r>
              <a:rPr lang="nb-NO" dirty="0"/>
              <a:t> 45 </a:t>
            </a:r>
          </a:p>
        </p:txBody>
      </p:sp>
    </p:spTree>
    <p:extLst>
      <p:ext uri="{BB962C8B-B14F-4D97-AF65-F5344CB8AC3E}">
        <p14:creationId xmlns:p14="http://schemas.microsoft.com/office/powerpoint/2010/main" val="162718100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a:extLst>
              <a:ext uri="{FF2B5EF4-FFF2-40B4-BE49-F238E27FC236}">
                <a16:creationId xmlns:a16="http://schemas.microsoft.com/office/drawing/2014/main" id="{9E08D052-8057-4F5F-8A6E-EB3E019DE0B3}"/>
              </a:ext>
            </a:extLst>
          </p:cNvPr>
          <p:cNvSpPr txBox="1"/>
          <p:nvPr/>
        </p:nvSpPr>
        <p:spPr>
          <a:xfrm>
            <a:off x="1055688" y="2070115"/>
            <a:ext cx="10512920" cy="3970318"/>
          </a:xfrm>
          <a:prstGeom prst="rect">
            <a:avLst/>
          </a:prstGeom>
          <a:noFill/>
        </p:spPr>
        <p:txBody>
          <a:bodyPr wrap="square" rtlCol="0">
            <a:spAutoFit/>
          </a:bodyPr>
          <a:lstStyle/>
          <a:p>
            <a:r>
              <a:rPr lang="nb-NO" dirty="0"/>
              <a:t>Ryddig og rengjort klasserom. Gjerne oppsett uten bord med plass for demonstrasjon av øvelser</a:t>
            </a:r>
          </a:p>
          <a:p>
            <a:r>
              <a:rPr lang="nb-NO" dirty="0"/>
              <a:t>Varseltrekant</a:t>
            </a:r>
          </a:p>
          <a:p>
            <a:r>
              <a:rPr lang="nb-NO" dirty="0"/>
              <a:t>Refleksivest</a:t>
            </a:r>
          </a:p>
          <a:p>
            <a:r>
              <a:rPr lang="nb-NO" dirty="0"/>
              <a:t>Tilgang på hjelpe-bil ved demonstrasjon</a:t>
            </a:r>
          </a:p>
          <a:p>
            <a:r>
              <a:rPr lang="nb-NO" dirty="0"/>
              <a:t>Ekstra lærer</a:t>
            </a:r>
          </a:p>
          <a:p>
            <a:r>
              <a:rPr lang="nb-NO" dirty="0"/>
              <a:t>Rengjort tavle og tilgjengelige tusjer</a:t>
            </a:r>
          </a:p>
          <a:p>
            <a:r>
              <a:rPr lang="nb-NO" dirty="0"/>
              <a:t>Svamp for rengjøring av tavle</a:t>
            </a:r>
          </a:p>
          <a:p>
            <a:r>
              <a:rPr lang="nb-NO" dirty="0"/>
              <a:t>Projektor</a:t>
            </a:r>
          </a:p>
          <a:p>
            <a:r>
              <a:rPr lang="nb-NO" dirty="0"/>
              <a:t>PC</a:t>
            </a:r>
          </a:p>
          <a:p>
            <a:r>
              <a:rPr lang="nb-NO" dirty="0"/>
              <a:t>Disposisjon for kvelden</a:t>
            </a:r>
          </a:p>
          <a:p>
            <a:r>
              <a:rPr lang="nb-NO" dirty="0"/>
              <a:t>Klare målverb</a:t>
            </a:r>
          </a:p>
          <a:p>
            <a:r>
              <a:rPr lang="nb-NO" dirty="0"/>
              <a:t>Oppgaver og øvelser til elevene</a:t>
            </a:r>
          </a:p>
          <a:p>
            <a:r>
              <a:rPr lang="nb-NO" dirty="0"/>
              <a:t>Skrive-ark</a:t>
            </a:r>
          </a:p>
          <a:p>
            <a:r>
              <a:rPr lang="nb-NO" dirty="0"/>
              <a:t>penner</a:t>
            </a:r>
          </a:p>
        </p:txBody>
      </p:sp>
    </p:spTree>
    <p:extLst>
      <p:ext uri="{BB962C8B-B14F-4D97-AF65-F5344CB8AC3E}">
        <p14:creationId xmlns:p14="http://schemas.microsoft.com/office/powerpoint/2010/main" val="137931899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4" name="TekstSylinder 3">
            <a:extLst>
              <a:ext uri="{FF2B5EF4-FFF2-40B4-BE49-F238E27FC236}">
                <a16:creationId xmlns:a16="http://schemas.microsoft.com/office/drawing/2014/main" id="{2104A1D9-2A0D-47BF-8F51-A34C4394CBC6}"/>
              </a:ext>
            </a:extLst>
          </p:cNvPr>
          <p:cNvSpPr txBox="1"/>
          <p:nvPr/>
        </p:nvSpPr>
        <p:spPr>
          <a:xfrm>
            <a:off x="1055688" y="1905244"/>
            <a:ext cx="10757914" cy="1200329"/>
          </a:xfrm>
          <a:prstGeom prst="rect">
            <a:avLst/>
          </a:prstGeom>
          <a:noFill/>
        </p:spPr>
        <p:txBody>
          <a:bodyPr wrap="square" rtlCol="0">
            <a:spAutoFit/>
          </a:bodyPr>
          <a:lstStyle/>
          <a:p>
            <a:r>
              <a:rPr lang="nb-NO" dirty="0"/>
              <a:t>Det legges opp til at elevene under dette emnet tar stilling til og vurderer sine rolle som trafikant i mørket. Dette i </a:t>
            </a:r>
            <a:r>
              <a:rPr lang="nb-NO" dirty="0" err="1"/>
              <a:t>hht</a:t>
            </a:r>
            <a:r>
              <a:rPr lang="nb-NO" dirty="0"/>
              <a:t> nivå 4 i GDE matrisen og elevens</a:t>
            </a:r>
            <a:r>
              <a:rPr lang="nb-NO" b="1" dirty="0"/>
              <a:t> egen motivasjon og vilje til å anvende kunnskaper og ferdigheter som tilegnes gjennom trinnet</a:t>
            </a:r>
            <a:r>
              <a:rPr lang="nb-NO" dirty="0"/>
              <a:t>. Selvinnsikt er et viktig moment hvor elevene på et tidlig stadige er i stand til å vurdere seg selv, noe som bør videreføres i trinnene 2-3 og 4.</a:t>
            </a:r>
          </a:p>
        </p:txBody>
      </p:sp>
    </p:spTree>
    <p:extLst>
      <p:ext uri="{BB962C8B-B14F-4D97-AF65-F5344CB8AC3E}">
        <p14:creationId xmlns:p14="http://schemas.microsoft.com/office/powerpoint/2010/main" val="414030949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631950" y="1340768"/>
            <a:ext cx="10369152" cy="3416320"/>
          </a:xfrm>
          <a:prstGeom prst="rect">
            <a:avLst/>
          </a:prstGeom>
          <a:solidFill>
            <a:schemeClr val="bg1"/>
          </a:solidFill>
        </p:spPr>
        <p:txBody>
          <a:bodyPr wrap="square" rtlCol="0">
            <a:spAutoFit/>
          </a:bodyPr>
          <a:lstStyle/>
          <a:p>
            <a:r>
              <a:rPr lang="nb-NO" b="1" dirty="0"/>
              <a:t>Mål for trinn 2, jf. § 11-3 </a:t>
            </a:r>
          </a:p>
          <a:p>
            <a:r>
              <a:rPr lang="nb-NO" dirty="0"/>
              <a:t>Etter å ha gjennomført trinn 2 skal eleven ha den kompetansen som er nødvendig for å ha godt utbytte av trafikal opplæring i trinn 3. </a:t>
            </a:r>
          </a:p>
          <a:p>
            <a:r>
              <a:rPr lang="nb-NO" dirty="0"/>
              <a:t> </a:t>
            </a:r>
          </a:p>
          <a:p>
            <a:r>
              <a:rPr lang="nb-NO" dirty="0"/>
              <a:t>Eleven skal ha så god grunnleggende kjøreteknisk ferdighet at oppmerksomheten kan flyttes fra eget kjøretøy til trafikkbildet og samhandlingen med andre trafikanter. </a:t>
            </a:r>
          </a:p>
          <a:p>
            <a:r>
              <a:rPr lang="nb-NO" dirty="0"/>
              <a:t> </a:t>
            </a:r>
          </a:p>
          <a:p>
            <a:r>
              <a:rPr lang="nb-NO" b="1" dirty="0"/>
              <a:t>Eleven skal gjennom hele trinnet drøfte sin egen motivasjon og vilje til å anvende kunnskaper og ferdigheter som tilegnes gjennom trinnet. </a:t>
            </a:r>
            <a:r>
              <a:rPr lang="nb-NO" dirty="0"/>
              <a:t>Eleven skal i aktuelle deler av trinnet vurdere sin egen ferdighet i å bruke, og oppdage mangler ved, bilen. </a:t>
            </a:r>
          </a:p>
          <a:p>
            <a:endParaRPr lang="nb-NO" dirty="0"/>
          </a:p>
          <a:p>
            <a:r>
              <a:rPr lang="nb-NO" dirty="0"/>
              <a:t> </a:t>
            </a:r>
          </a:p>
        </p:txBody>
      </p:sp>
    </p:spTree>
    <p:extLst>
      <p:ext uri="{BB962C8B-B14F-4D97-AF65-F5344CB8AC3E}">
        <p14:creationId xmlns:p14="http://schemas.microsoft.com/office/powerpoint/2010/main" val="151413469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allellogram 1">
            <a:hlinkClick r:id="rId2" action="ppaction://hlinksldjump"/>
          </p:cNvPr>
          <p:cNvSpPr/>
          <p:nvPr/>
        </p:nvSpPr>
        <p:spPr>
          <a:xfrm>
            <a:off x="300038" y="152613"/>
            <a:ext cx="1368000" cy="6840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Førerkort og trafikkopplæring</a:t>
            </a:r>
            <a:endParaRPr lang="nb-NO" sz="900" i="1" dirty="0">
              <a:solidFill>
                <a:schemeClr val="tx1"/>
              </a:solidFill>
            </a:endParaRPr>
          </a:p>
        </p:txBody>
      </p:sp>
      <p:sp>
        <p:nvSpPr>
          <p:cNvPr id="3" name="TekstSylinder 2"/>
          <p:cNvSpPr txBox="1"/>
          <p:nvPr/>
        </p:nvSpPr>
        <p:spPr>
          <a:xfrm>
            <a:off x="1444450" y="1700783"/>
            <a:ext cx="10369152" cy="646331"/>
          </a:xfrm>
          <a:prstGeom prst="rect">
            <a:avLst/>
          </a:prstGeom>
          <a:solidFill>
            <a:schemeClr val="bg1"/>
          </a:solidFill>
        </p:spPr>
        <p:txBody>
          <a:bodyPr wrap="square" rtlCol="0">
            <a:spAutoFit/>
          </a:bodyPr>
          <a:lstStyle/>
          <a:p>
            <a:r>
              <a:rPr lang="nb-NO" dirty="0"/>
              <a:t>Eleven skal </a:t>
            </a:r>
          </a:p>
          <a:p>
            <a:r>
              <a:rPr lang="nb-NO" dirty="0"/>
              <a:t>1. gjøre rede for reglene for førerkort og trafikkopplæring, og grunntankene i opplæringen i klasse B</a:t>
            </a:r>
          </a:p>
        </p:txBody>
      </p:sp>
    </p:spTree>
    <p:extLst>
      <p:ext uri="{BB962C8B-B14F-4D97-AF65-F5344CB8AC3E}">
        <p14:creationId xmlns:p14="http://schemas.microsoft.com/office/powerpoint/2010/main" val="98627135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2031325"/>
          </a:xfrm>
          <a:prstGeom prst="rect">
            <a:avLst/>
          </a:prstGeom>
          <a:solidFill>
            <a:schemeClr val="bg1"/>
          </a:solidFill>
        </p:spPr>
        <p:txBody>
          <a:bodyPr wrap="square" rtlCol="0">
            <a:spAutoFit/>
          </a:bodyPr>
          <a:lstStyle/>
          <a:p>
            <a:r>
              <a:rPr lang="nb-NO" dirty="0"/>
              <a:t>2.1 Førerkort og føreropplæring </a:t>
            </a:r>
          </a:p>
          <a:p>
            <a:r>
              <a:rPr lang="nb-NO" dirty="0"/>
              <a:t>Aktuelt innhold </a:t>
            </a:r>
          </a:p>
          <a:p>
            <a:pPr marL="285750" indent="-285750">
              <a:buFont typeface="Arial" panose="020B0604020202020204" pitchFamily="34" charset="0"/>
              <a:buChar char="•"/>
            </a:pPr>
            <a:r>
              <a:rPr lang="nb-NO" dirty="0"/>
              <a:t>Førerkortklasser og vilkår for å få førerkort </a:t>
            </a:r>
          </a:p>
          <a:p>
            <a:pPr marL="285750" indent="-285750">
              <a:buFont typeface="Arial" panose="020B0604020202020204" pitchFamily="34" charset="0"/>
              <a:buChar char="•"/>
            </a:pPr>
            <a:r>
              <a:rPr lang="nb-NO" dirty="0"/>
              <a:t>Vilkår for å kunne </a:t>
            </a:r>
            <a:r>
              <a:rPr lang="nb-NO" dirty="0" err="1"/>
              <a:t>øvingskjøre</a:t>
            </a:r>
            <a:r>
              <a:rPr lang="nb-NO" dirty="0"/>
              <a:t> </a:t>
            </a:r>
          </a:p>
          <a:p>
            <a:pPr marL="285750" indent="-285750">
              <a:buFont typeface="Arial" panose="020B0604020202020204" pitchFamily="34" charset="0"/>
              <a:buChar char="•"/>
            </a:pPr>
            <a:r>
              <a:rPr lang="nb-NO" dirty="0"/>
              <a:t>Grunnregler for atferd i trafikken</a:t>
            </a:r>
          </a:p>
          <a:p>
            <a:pPr marL="285750" indent="-285750">
              <a:buFont typeface="Arial" panose="020B0604020202020204" pitchFamily="34" charset="0"/>
              <a:buChar char="•"/>
            </a:pPr>
            <a:r>
              <a:rPr lang="nb-NO" dirty="0"/>
              <a:t>Oversikt over opplæringen klasse B, som grunntanker, progresjon og fordeling   av opplæringen over tid, måloppnåelse, risikoforståelse og selvvurdering</a:t>
            </a:r>
          </a:p>
        </p:txBody>
      </p:sp>
    </p:spTree>
    <p:extLst>
      <p:ext uri="{BB962C8B-B14F-4D97-AF65-F5344CB8AC3E}">
        <p14:creationId xmlns:p14="http://schemas.microsoft.com/office/powerpoint/2010/main" val="227310121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p:cNvSpPr txBox="1"/>
          <p:nvPr/>
        </p:nvSpPr>
        <p:spPr>
          <a:xfrm>
            <a:off x="1444450" y="1844824"/>
            <a:ext cx="10369152" cy="369332"/>
          </a:xfrm>
          <a:prstGeom prst="rect">
            <a:avLst/>
          </a:prstGeom>
          <a:noFill/>
        </p:spPr>
        <p:txBody>
          <a:bodyPr wrap="square" rtlCol="0">
            <a:spAutoFit/>
          </a:bodyPr>
          <a:lstStyle/>
          <a:p>
            <a:r>
              <a:rPr lang="nb-NO" dirty="0"/>
              <a:t>Det forutsettes at eleven har er kjennskap til føreropplæringen og førerkortklasser fra TGK 1.1</a:t>
            </a:r>
          </a:p>
        </p:txBody>
      </p:sp>
    </p:spTree>
    <p:extLst>
      <p:ext uri="{BB962C8B-B14F-4D97-AF65-F5344CB8AC3E}">
        <p14:creationId xmlns:p14="http://schemas.microsoft.com/office/powerpoint/2010/main" val="93594223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p:cNvSpPr txBox="1"/>
          <p:nvPr/>
        </p:nvSpPr>
        <p:spPr>
          <a:xfrm>
            <a:off x="1444450" y="1916832"/>
            <a:ext cx="9476086" cy="923330"/>
          </a:xfrm>
          <a:prstGeom prst="rect">
            <a:avLst/>
          </a:prstGeom>
          <a:noFill/>
        </p:spPr>
        <p:txBody>
          <a:bodyPr wrap="square" rtlCol="0">
            <a:spAutoFit/>
          </a:bodyPr>
          <a:lstStyle/>
          <a:p>
            <a:r>
              <a:rPr lang="nb-NO" dirty="0"/>
              <a:t>Det forutsettes at trafikklærer kjenner tidligere målsettinger som omhandler emnet og kan henvise til dette innholdet TGK 1.1.</a:t>
            </a:r>
          </a:p>
          <a:p>
            <a:r>
              <a:rPr lang="nb-NO" dirty="0"/>
              <a:t>Videre at han kjenner målene og behersker undervisningsmetoder som bidrar til økt måloppnåelse.</a:t>
            </a:r>
          </a:p>
        </p:txBody>
      </p:sp>
    </p:spTree>
    <p:extLst>
      <p:ext uri="{BB962C8B-B14F-4D97-AF65-F5344CB8AC3E}">
        <p14:creationId xmlns:p14="http://schemas.microsoft.com/office/powerpoint/2010/main" val="306889909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a:extLst>
              <a:ext uri="{FF2B5EF4-FFF2-40B4-BE49-F238E27FC236}">
                <a16:creationId xmlns:a16="http://schemas.microsoft.com/office/drawing/2014/main" id="{13681908-E1F6-4F90-A08B-999CDB050792}"/>
              </a:ext>
            </a:extLst>
          </p:cNvPr>
          <p:cNvSpPr txBox="1"/>
          <p:nvPr/>
        </p:nvSpPr>
        <p:spPr>
          <a:xfrm>
            <a:off x="1444450" y="1916832"/>
            <a:ext cx="10268174" cy="1754326"/>
          </a:xfrm>
          <a:prstGeom prst="rect">
            <a:avLst/>
          </a:prstGeom>
          <a:noFill/>
        </p:spPr>
        <p:txBody>
          <a:bodyPr wrap="square" rtlCol="0">
            <a:spAutoFit/>
          </a:bodyPr>
          <a:lstStyle/>
          <a:p>
            <a:pPr lvl="0"/>
            <a:r>
              <a:rPr lang="nb-NO" dirty="0"/>
              <a:t>Førerkortklasser og vilkår for å få førerkort (4t s.6)</a:t>
            </a:r>
          </a:p>
          <a:p>
            <a:pPr lvl="0"/>
            <a:r>
              <a:rPr lang="nb-NO" dirty="0"/>
              <a:t>Vilkår for å kunne øvingskjøre (4t s.49)</a:t>
            </a:r>
          </a:p>
          <a:p>
            <a:pPr lvl="0"/>
            <a:r>
              <a:rPr lang="nb-NO" dirty="0"/>
              <a:t>Grunnregler for atferd i trafikken (4t s.215)</a:t>
            </a:r>
          </a:p>
          <a:p>
            <a:pPr lvl="0"/>
            <a:r>
              <a:rPr lang="nb-NO" dirty="0"/>
              <a:t>Oversikt over opplæringen klasse B, som grunntanker, progresjon og fordeling av opplæringen over tid, måloppnåelse, risikoforståelse og selvvurdering. (4t s.1)</a:t>
            </a:r>
          </a:p>
          <a:p>
            <a:endParaRPr lang="nb-NO" dirty="0"/>
          </a:p>
        </p:txBody>
      </p:sp>
    </p:spTree>
    <p:extLst>
      <p:ext uri="{BB962C8B-B14F-4D97-AF65-F5344CB8AC3E}">
        <p14:creationId xmlns:p14="http://schemas.microsoft.com/office/powerpoint/2010/main" val="241509092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1200329"/>
          </a:xfrm>
          <a:prstGeom prst="rect">
            <a:avLst/>
          </a:prstGeom>
          <a:solidFill>
            <a:schemeClr val="bg1"/>
          </a:solidFill>
        </p:spPr>
        <p:txBody>
          <a:bodyPr wrap="square" rtlCol="0">
            <a:spAutoFit/>
          </a:bodyPr>
          <a:lstStyle/>
          <a:p>
            <a:r>
              <a:rPr lang="nb-NO" dirty="0"/>
              <a:t>Ønsker eleven;</a:t>
            </a:r>
          </a:p>
          <a:p>
            <a:r>
              <a:rPr lang="nb-NO" dirty="0"/>
              <a:t>undervisning ved skolen</a:t>
            </a:r>
          </a:p>
          <a:p>
            <a:r>
              <a:rPr lang="nb-NO" dirty="0"/>
              <a:t>Integrering av teori og praksis</a:t>
            </a:r>
          </a:p>
          <a:p>
            <a:r>
              <a:rPr lang="nb-NO" dirty="0"/>
              <a:t>selvstudium</a:t>
            </a:r>
          </a:p>
        </p:txBody>
      </p:sp>
    </p:spTree>
    <p:extLst>
      <p:ext uri="{BB962C8B-B14F-4D97-AF65-F5344CB8AC3E}">
        <p14:creationId xmlns:p14="http://schemas.microsoft.com/office/powerpoint/2010/main" val="254619859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646331"/>
          </a:xfrm>
          <a:prstGeom prst="rect">
            <a:avLst/>
          </a:prstGeom>
          <a:solidFill>
            <a:schemeClr val="bg1"/>
          </a:solidFill>
        </p:spPr>
        <p:txBody>
          <a:bodyPr wrap="square" rtlCol="0">
            <a:spAutoFit/>
          </a:bodyPr>
          <a:lstStyle/>
          <a:p>
            <a:r>
              <a:rPr lang="nb-NO" dirty="0"/>
              <a:t>Viktig at eleven ser sammenhengen mellom teori og praksis, samt har utviklet evne til selv og reflektere over egen læring og ståsted. Dette bør komme tydelig frem under trinnvurderingen</a:t>
            </a:r>
          </a:p>
        </p:txBody>
      </p:sp>
    </p:spTree>
    <p:extLst>
      <p:ext uri="{BB962C8B-B14F-4D97-AF65-F5344CB8AC3E}">
        <p14:creationId xmlns:p14="http://schemas.microsoft.com/office/powerpoint/2010/main" val="234306464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kstSylinder 9"/>
          <p:cNvSpPr txBox="1"/>
          <p:nvPr/>
        </p:nvSpPr>
        <p:spPr>
          <a:xfrm>
            <a:off x="1444450" y="1700783"/>
            <a:ext cx="10369152" cy="923330"/>
          </a:xfrm>
          <a:prstGeom prst="rect">
            <a:avLst/>
          </a:prstGeom>
          <a:solidFill>
            <a:schemeClr val="bg1"/>
          </a:solidFill>
        </p:spPr>
        <p:txBody>
          <a:bodyPr wrap="square" rtlCol="0">
            <a:spAutoFit/>
          </a:bodyPr>
          <a:lstStyle/>
          <a:p>
            <a:r>
              <a:rPr lang="nb-NO" dirty="0"/>
              <a:t>Eleven skal </a:t>
            </a:r>
          </a:p>
          <a:p>
            <a:r>
              <a:rPr lang="nb-NO" dirty="0"/>
              <a:t>2. gjøre rede for bilens oppbygning med tanke på sikkerhet og miljø </a:t>
            </a:r>
          </a:p>
          <a:p>
            <a:endParaRPr lang="nb-NO" dirty="0"/>
          </a:p>
        </p:txBody>
      </p:sp>
    </p:spTree>
    <p:extLst>
      <p:ext uri="{BB962C8B-B14F-4D97-AF65-F5344CB8AC3E}">
        <p14:creationId xmlns:p14="http://schemas.microsoft.com/office/powerpoint/2010/main" val="324830336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2862322"/>
          </a:xfrm>
          <a:prstGeom prst="rect">
            <a:avLst/>
          </a:prstGeom>
          <a:solidFill>
            <a:schemeClr val="bg1"/>
          </a:solidFill>
        </p:spPr>
        <p:txBody>
          <a:bodyPr wrap="square" rtlCol="0">
            <a:spAutoFit/>
          </a:bodyPr>
          <a:lstStyle/>
          <a:p>
            <a:r>
              <a:rPr lang="nb-NO" dirty="0"/>
              <a:t>2.2 Bilens oppbygning med tanke på sikkerhet og miljø</a:t>
            </a:r>
          </a:p>
          <a:p>
            <a:r>
              <a:rPr lang="nb-NO" dirty="0"/>
              <a:t> </a:t>
            </a:r>
          </a:p>
          <a:p>
            <a:r>
              <a:rPr lang="nb-NO" dirty="0"/>
              <a:t>Aktuelt innhold</a:t>
            </a:r>
          </a:p>
          <a:p>
            <a:pPr marL="285750" indent="-285750">
              <a:buFont typeface="Arial" panose="020B0604020202020204" pitchFamily="34" charset="0"/>
              <a:buChar char="•"/>
            </a:pPr>
            <a:r>
              <a:rPr lang="nb-NO" dirty="0"/>
              <a:t>Kjøretøyets aktive og passive sikkerhet </a:t>
            </a:r>
          </a:p>
          <a:p>
            <a:pPr marL="285750" indent="-285750">
              <a:buFont typeface="Arial" panose="020B0604020202020204" pitchFamily="34" charset="0"/>
              <a:buChar char="•"/>
            </a:pPr>
            <a:r>
              <a:rPr lang="nb-NO" dirty="0"/>
              <a:t>Førerstøttesystemer, funksjon og varslingsanordninger</a:t>
            </a:r>
          </a:p>
          <a:p>
            <a:pPr marL="285750" indent="-285750">
              <a:buFont typeface="Arial" panose="020B0604020202020204" pitchFamily="34" charset="0"/>
              <a:buChar char="•"/>
            </a:pPr>
            <a:r>
              <a:rPr lang="nb-NO" dirty="0"/>
              <a:t>Forsvarlig og forskriftsmessig stand </a:t>
            </a:r>
          </a:p>
          <a:p>
            <a:pPr marL="285750" indent="-285750">
              <a:buFont typeface="Arial" panose="020B0604020202020204" pitchFamily="34" charset="0"/>
              <a:buChar char="•"/>
            </a:pPr>
            <a:r>
              <a:rPr lang="nb-NO" dirty="0"/>
              <a:t>Sikkerhetskontroll</a:t>
            </a:r>
          </a:p>
          <a:p>
            <a:pPr marL="285750" indent="-285750">
              <a:buFont typeface="Arial" panose="020B0604020202020204" pitchFamily="34" charset="0"/>
              <a:buChar char="•"/>
            </a:pPr>
            <a:r>
              <a:rPr lang="nb-NO" dirty="0"/>
              <a:t>Bil og miljø </a:t>
            </a:r>
          </a:p>
          <a:p>
            <a:pPr marL="285750" indent="-285750">
              <a:buFont typeface="Arial" panose="020B0604020202020204" pitchFamily="34" charset="0"/>
              <a:buChar char="•"/>
            </a:pPr>
            <a:r>
              <a:rPr lang="nb-NO" dirty="0"/>
              <a:t>Økonomisk og miljøvennlig kjøring</a:t>
            </a:r>
          </a:p>
          <a:p>
            <a:pPr marL="285750" indent="-285750">
              <a:buFont typeface="Arial" panose="020B0604020202020204" pitchFamily="34" charset="0"/>
              <a:buChar char="•"/>
            </a:pPr>
            <a:r>
              <a:rPr lang="nb-NO" dirty="0"/>
              <a:t>Påbudt og tillatt lysutstyr og bruk av dette</a:t>
            </a:r>
          </a:p>
        </p:txBody>
      </p:sp>
    </p:spTree>
    <p:extLst>
      <p:ext uri="{BB962C8B-B14F-4D97-AF65-F5344CB8AC3E}">
        <p14:creationId xmlns:p14="http://schemas.microsoft.com/office/powerpoint/2010/main" val="240789136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a:extLst>
              <a:ext uri="{FF2B5EF4-FFF2-40B4-BE49-F238E27FC236}">
                <a16:creationId xmlns:a16="http://schemas.microsoft.com/office/drawing/2014/main" id="{B504D2CC-29DB-40E8-ACB0-1966C2518483}"/>
              </a:ext>
            </a:extLst>
          </p:cNvPr>
          <p:cNvSpPr txBox="1"/>
          <p:nvPr/>
        </p:nvSpPr>
        <p:spPr>
          <a:xfrm>
            <a:off x="1444450" y="2420888"/>
            <a:ext cx="9620102" cy="369332"/>
          </a:xfrm>
          <a:prstGeom prst="rect">
            <a:avLst/>
          </a:prstGeom>
          <a:noFill/>
        </p:spPr>
        <p:txBody>
          <a:bodyPr wrap="square" rtlCol="0">
            <a:spAutoFit/>
          </a:bodyPr>
          <a:lstStyle/>
          <a:p>
            <a:r>
              <a:rPr lang="nb-NO" dirty="0"/>
              <a:t>Kunne foreta sikkerhets kontroll av bilen.</a:t>
            </a:r>
          </a:p>
        </p:txBody>
      </p:sp>
    </p:spTree>
    <p:extLst>
      <p:ext uri="{BB962C8B-B14F-4D97-AF65-F5344CB8AC3E}">
        <p14:creationId xmlns:p14="http://schemas.microsoft.com/office/powerpoint/2010/main" val="13868596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p:cNvSpPr txBox="1"/>
          <p:nvPr/>
        </p:nvSpPr>
        <p:spPr>
          <a:xfrm>
            <a:off x="1612086" y="1885449"/>
            <a:ext cx="9476086" cy="646331"/>
          </a:xfrm>
          <a:prstGeom prst="rect">
            <a:avLst/>
          </a:prstGeom>
          <a:noFill/>
        </p:spPr>
        <p:txBody>
          <a:bodyPr wrap="square" rtlCol="0">
            <a:spAutoFit/>
          </a:bodyPr>
          <a:lstStyle/>
          <a:p>
            <a:r>
              <a:rPr lang="nb-NO" dirty="0"/>
              <a:t>Det forutsettes at trafikklærer kjenner målsettingene og at han mestrer å benytte ulike  undervisningsmetoder i forhold til målverbene som et bidrag til økt måloppnåelse.</a:t>
            </a:r>
          </a:p>
        </p:txBody>
      </p:sp>
    </p:spTree>
    <p:extLst>
      <p:ext uri="{BB962C8B-B14F-4D97-AF65-F5344CB8AC3E}">
        <p14:creationId xmlns:p14="http://schemas.microsoft.com/office/powerpoint/2010/main" val="134489434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a:extLst>
              <a:ext uri="{FF2B5EF4-FFF2-40B4-BE49-F238E27FC236}">
                <a16:creationId xmlns:a16="http://schemas.microsoft.com/office/drawing/2014/main" id="{39EAF946-FC8D-4AAE-BC18-9A463B8E2C03}"/>
              </a:ext>
            </a:extLst>
          </p:cNvPr>
          <p:cNvSpPr txBox="1"/>
          <p:nvPr/>
        </p:nvSpPr>
        <p:spPr>
          <a:xfrm>
            <a:off x="1490170" y="1885449"/>
            <a:ext cx="9908134" cy="2862322"/>
          </a:xfrm>
          <a:prstGeom prst="rect">
            <a:avLst/>
          </a:prstGeom>
          <a:noFill/>
        </p:spPr>
        <p:txBody>
          <a:bodyPr wrap="square" rtlCol="0">
            <a:spAutoFit/>
          </a:bodyPr>
          <a:lstStyle/>
          <a:p>
            <a:r>
              <a:rPr lang="nb-NO" dirty="0"/>
              <a:t>Gruppe eller individuelle oppgaver som løses i klasserom og/eller ute ved bilen.</a:t>
            </a:r>
          </a:p>
          <a:p>
            <a:r>
              <a:rPr lang="nb-NO" dirty="0"/>
              <a:t> </a:t>
            </a:r>
          </a:p>
          <a:p>
            <a:pPr lvl="0"/>
            <a:r>
              <a:rPr lang="nb-NO" dirty="0"/>
              <a:t>Kjøretøyets aktive og passive sikkerhet (4t s.81)</a:t>
            </a:r>
          </a:p>
          <a:p>
            <a:pPr lvl="0"/>
            <a:r>
              <a:rPr lang="nb-NO" dirty="0"/>
              <a:t>Førerstøttesystemer, funksjon og varslingsanordninger</a:t>
            </a:r>
          </a:p>
          <a:p>
            <a:pPr lvl="0"/>
            <a:r>
              <a:rPr lang="nb-NO" dirty="0"/>
              <a:t>Forsvarlig og forskriftsmessig stand (4t s.84)</a:t>
            </a:r>
          </a:p>
          <a:p>
            <a:pPr lvl="0"/>
            <a:r>
              <a:rPr lang="nb-NO" dirty="0"/>
              <a:t>Sikkerhetskontroll (4t s.83)</a:t>
            </a:r>
          </a:p>
          <a:p>
            <a:pPr lvl="0"/>
            <a:r>
              <a:rPr lang="nb-NO" dirty="0"/>
              <a:t>Bil og miljø (4t s.85)</a:t>
            </a:r>
          </a:p>
          <a:p>
            <a:pPr lvl="0"/>
            <a:r>
              <a:rPr lang="nb-NO" dirty="0"/>
              <a:t>Økonomisk og miljøvennlig kjøring (4t s.86)</a:t>
            </a:r>
          </a:p>
          <a:p>
            <a:pPr lvl="0"/>
            <a:r>
              <a:rPr lang="nb-NO" dirty="0"/>
              <a:t>Påbudt og tillatt lysutstyr og bruk av dette (4t s.88-89)</a:t>
            </a:r>
          </a:p>
          <a:p>
            <a:r>
              <a:rPr lang="nb-NO" dirty="0"/>
              <a:t> </a:t>
            </a:r>
          </a:p>
        </p:txBody>
      </p:sp>
    </p:spTree>
    <p:extLst>
      <p:ext uri="{BB962C8B-B14F-4D97-AF65-F5344CB8AC3E}">
        <p14:creationId xmlns:p14="http://schemas.microsoft.com/office/powerpoint/2010/main" val="234515751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a:extLst>
              <a:ext uri="{FF2B5EF4-FFF2-40B4-BE49-F238E27FC236}">
                <a16:creationId xmlns:a16="http://schemas.microsoft.com/office/drawing/2014/main" id="{D89F2FF7-AEF9-45BB-A08E-3C3963C263F3}"/>
              </a:ext>
            </a:extLst>
          </p:cNvPr>
          <p:cNvSpPr txBox="1"/>
          <p:nvPr/>
        </p:nvSpPr>
        <p:spPr>
          <a:xfrm>
            <a:off x="1559496" y="2492896"/>
            <a:ext cx="9649072" cy="646331"/>
          </a:xfrm>
          <a:prstGeom prst="rect">
            <a:avLst/>
          </a:prstGeom>
          <a:noFill/>
        </p:spPr>
        <p:txBody>
          <a:bodyPr wrap="square" rtlCol="0">
            <a:spAutoFit/>
          </a:bodyPr>
          <a:lstStyle/>
          <a:p>
            <a:r>
              <a:rPr lang="nb-NO" dirty="0"/>
              <a:t>Klasserom og bil.</a:t>
            </a:r>
          </a:p>
          <a:p>
            <a:endParaRPr lang="nb-NO" dirty="0"/>
          </a:p>
        </p:txBody>
      </p:sp>
      <p:sp>
        <p:nvSpPr>
          <p:cNvPr id="4" name="TekstSylinder 3">
            <a:extLst>
              <a:ext uri="{FF2B5EF4-FFF2-40B4-BE49-F238E27FC236}">
                <a16:creationId xmlns:a16="http://schemas.microsoft.com/office/drawing/2014/main" id="{E5DA58E3-713B-4648-A665-6CE6D6AF1C8C}"/>
              </a:ext>
            </a:extLst>
          </p:cNvPr>
          <p:cNvSpPr txBox="1"/>
          <p:nvPr/>
        </p:nvSpPr>
        <p:spPr>
          <a:xfrm>
            <a:off x="1444450" y="2228671"/>
            <a:ext cx="10369152" cy="1200329"/>
          </a:xfrm>
          <a:prstGeom prst="rect">
            <a:avLst/>
          </a:prstGeom>
          <a:solidFill>
            <a:schemeClr val="bg1"/>
          </a:solidFill>
        </p:spPr>
        <p:txBody>
          <a:bodyPr wrap="square" rtlCol="0">
            <a:spAutoFit/>
          </a:bodyPr>
          <a:lstStyle/>
          <a:p>
            <a:r>
              <a:rPr lang="nb-NO" dirty="0"/>
              <a:t>Ønsker eleven;</a:t>
            </a:r>
          </a:p>
          <a:p>
            <a:r>
              <a:rPr lang="nb-NO" dirty="0"/>
              <a:t>undervisning ved skolen</a:t>
            </a:r>
          </a:p>
          <a:p>
            <a:r>
              <a:rPr lang="nb-NO" dirty="0"/>
              <a:t>Integrering av teori og praksis</a:t>
            </a:r>
          </a:p>
          <a:p>
            <a:r>
              <a:rPr lang="nb-NO" dirty="0"/>
              <a:t>selvstudium</a:t>
            </a:r>
          </a:p>
        </p:txBody>
      </p:sp>
    </p:spTree>
    <p:extLst>
      <p:ext uri="{BB962C8B-B14F-4D97-AF65-F5344CB8AC3E}">
        <p14:creationId xmlns:p14="http://schemas.microsoft.com/office/powerpoint/2010/main" val="187210966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a:extLst>
              <a:ext uri="{FF2B5EF4-FFF2-40B4-BE49-F238E27FC236}">
                <a16:creationId xmlns:a16="http://schemas.microsoft.com/office/drawing/2014/main" id="{AA5D6E5F-7659-4716-9A4B-2B601F275885}"/>
              </a:ext>
            </a:extLst>
          </p:cNvPr>
          <p:cNvSpPr txBox="1"/>
          <p:nvPr/>
        </p:nvSpPr>
        <p:spPr>
          <a:xfrm>
            <a:off x="1444450" y="2564904"/>
            <a:ext cx="9836126" cy="646331"/>
          </a:xfrm>
          <a:prstGeom prst="rect">
            <a:avLst/>
          </a:prstGeom>
          <a:noFill/>
        </p:spPr>
        <p:txBody>
          <a:bodyPr wrap="square" rtlCol="0">
            <a:spAutoFit/>
          </a:bodyPr>
          <a:lstStyle/>
          <a:p>
            <a:r>
              <a:rPr lang="nb-NO" dirty="0"/>
              <a:t>Kunne utføre en sikkerhetskontroll av bilen. Sjekke de viktigste funksjonene på kjøretøyet som har betydning for sikkerheten for fører og medtrafikanter. </a:t>
            </a:r>
          </a:p>
        </p:txBody>
      </p:sp>
      <p:sp>
        <p:nvSpPr>
          <p:cNvPr id="4" name="TekstSylinder 3">
            <a:extLst>
              <a:ext uri="{FF2B5EF4-FFF2-40B4-BE49-F238E27FC236}">
                <a16:creationId xmlns:a16="http://schemas.microsoft.com/office/drawing/2014/main" id="{09262150-3466-44C7-AE30-3E87A80177E9}"/>
              </a:ext>
            </a:extLst>
          </p:cNvPr>
          <p:cNvSpPr txBox="1"/>
          <p:nvPr/>
        </p:nvSpPr>
        <p:spPr>
          <a:xfrm>
            <a:off x="1444450" y="1700783"/>
            <a:ext cx="10369152" cy="646331"/>
          </a:xfrm>
          <a:prstGeom prst="rect">
            <a:avLst/>
          </a:prstGeom>
          <a:solidFill>
            <a:schemeClr val="bg1"/>
          </a:solidFill>
        </p:spPr>
        <p:txBody>
          <a:bodyPr wrap="square" rtlCol="0">
            <a:spAutoFit/>
          </a:bodyPr>
          <a:lstStyle/>
          <a:p>
            <a:r>
              <a:rPr lang="nb-NO" dirty="0"/>
              <a:t>Viktig at eleven ser sammenhengen mellom teori og praksis, samt har utviklet evne til selv og reflektere over egen læring og ståsted. Dette bør komme tydelig frem under trinnvurderingen</a:t>
            </a:r>
          </a:p>
        </p:txBody>
      </p:sp>
    </p:spTree>
    <p:extLst>
      <p:ext uri="{BB962C8B-B14F-4D97-AF65-F5344CB8AC3E}">
        <p14:creationId xmlns:p14="http://schemas.microsoft.com/office/powerpoint/2010/main" val="279444894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allellogram 1">
            <a:hlinkClick r:id="rId2" action="ppaction://hlinksldjump"/>
          </p:cNvPr>
          <p:cNvSpPr/>
          <p:nvPr/>
        </p:nvSpPr>
        <p:spPr>
          <a:xfrm>
            <a:off x="2795685" y="152613"/>
            <a:ext cx="1368000" cy="6840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Ansvar for kjøretøyets stand og bruk</a:t>
            </a:r>
            <a:endParaRPr lang="nb-NO" sz="900" i="1" dirty="0">
              <a:solidFill>
                <a:schemeClr val="tx1"/>
              </a:solidFill>
            </a:endParaRPr>
          </a:p>
        </p:txBody>
      </p:sp>
      <p:sp>
        <p:nvSpPr>
          <p:cNvPr id="3" name="TekstSylinder 2"/>
          <p:cNvSpPr txBox="1"/>
          <p:nvPr/>
        </p:nvSpPr>
        <p:spPr>
          <a:xfrm>
            <a:off x="1444450" y="1700783"/>
            <a:ext cx="10369152" cy="923330"/>
          </a:xfrm>
          <a:prstGeom prst="rect">
            <a:avLst/>
          </a:prstGeom>
          <a:solidFill>
            <a:schemeClr val="bg1"/>
          </a:solidFill>
        </p:spPr>
        <p:txBody>
          <a:bodyPr wrap="square" rtlCol="0">
            <a:spAutoFit/>
          </a:bodyPr>
          <a:lstStyle/>
          <a:p>
            <a:r>
              <a:rPr lang="nb-NO" dirty="0"/>
              <a:t>Eleven skal </a:t>
            </a:r>
          </a:p>
          <a:p>
            <a:r>
              <a:rPr lang="nb-NO" dirty="0"/>
              <a:t>3. gjøre rede for eiers og brukers ansvar for kjøretøyets stand og bruk, økonomisk ansvar,   offentlige reaksjoner og plikter ved trafikkuhell</a:t>
            </a:r>
          </a:p>
        </p:txBody>
      </p:sp>
    </p:spTree>
    <p:extLst>
      <p:ext uri="{BB962C8B-B14F-4D97-AF65-F5344CB8AC3E}">
        <p14:creationId xmlns:p14="http://schemas.microsoft.com/office/powerpoint/2010/main" val="260412319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2862322"/>
          </a:xfrm>
          <a:prstGeom prst="rect">
            <a:avLst/>
          </a:prstGeom>
          <a:solidFill>
            <a:schemeClr val="bg1"/>
          </a:solidFill>
        </p:spPr>
        <p:txBody>
          <a:bodyPr wrap="square" rtlCol="0">
            <a:spAutoFit/>
          </a:bodyPr>
          <a:lstStyle/>
          <a:p>
            <a:r>
              <a:rPr lang="nb-NO" dirty="0"/>
              <a:t>2.3 Eiers og brukers ansvar  </a:t>
            </a:r>
          </a:p>
          <a:p>
            <a:r>
              <a:rPr lang="nb-NO" dirty="0"/>
              <a:t>Aktuelt innhold </a:t>
            </a:r>
          </a:p>
          <a:p>
            <a:pPr marL="285750" indent="-285750">
              <a:buFont typeface="Arial" panose="020B0604020202020204" pitchFamily="34" charset="0"/>
              <a:buChar char="•"/>
            </a:pPr>
            <a:r>
              <a:rPr lang="nb-NO" dirty="0"/>
              <a:t>Førers og eiers ansvar, jf. også trafikalt grunnkurs og førerrollen</a:t>
            </a:r>
          </a:p>
          <a:p>
            <a:pPr marL="285750" indent="-285750">
              <a:buFont typeface="Arial" panose="020B0604020202020204" pitchFamily="34" charset="0"/>
              <a:buChar char="•"/>
            </a:pPr>
            <a:r>
              <a:rPr lang="nb-NO" dirty="0"/>
              <a:t>Registrering og eierforhold </a:t>
            </a:r>
          </a:p>
          <a:p>
            <a:pPr marL="285750" indent="-285750">
              <a:buFont typeface="Arial" panose="020B0604020202020204" pitchFamily="34" charset="0"/>
              <a:buChar char="•"/>
            </a:pPr>
            <a:r>
              <a:rPr lang="nb-NO" dirty="0"/>
              <a:t>Lasting og sikring av personer og last</a:t>
            </a:r>
          </a:p>
          <a:p>
            <a:pPr marL="285750" indent="-285750">
              <a:buFont typeface="Arial" panose="020B0604020202020204" pitchFamily="34" charset="0"/>
              <a:buChar char="•"/>
            </a:pPr>
            <a:r>
              <a:rPr lang="nb-NO" dirty="0"/>
              <a:t>Tauing av kjøretøy</a:t>
            </a:r>
          </a:p>
          <a:p>
            <a:pPr marL="285750" indent="-285750">
              <a:buFont typeface="Arial" panose="020B0604020202020204" pitchFamily="34" charset="0"/>
              <a:buChar char="•"/>
            </a:pPr>
            <a:r>
              <a:rPr lang="nb-NO" dirty="0"/>
              <a:t>Dokumenter</a:t>
            </a:r>
          </a:p>
          <a:p>
            <a:pPr marL="285750" indent="-285750">
              <a:buFont typeface="Arial" panose="020B0604020202020204" pitchFamily="34" charset="0"/>
              <a:buChar char="•"/>
            </a:pPr>
            <a:r>
              <a:rPr lang="nb-NO" dirty="0"/>
              <a:t>Forsikring og økonomisk ansvar </a:t>
            </a:r>
          </a:p>
          <a:p>
            <a:pPr marL="285750" indent="-285750">
              <a:buFont typeface="Arial" panose="020B0604020202020204" pitchFamily="34" charset="0"/>
              <a:buChar char="•"/>
            </a:pPr>
            <a:r>
              <a:rPr lang="nb-NO" dirty="0"/>
              <a:t>Offentlige reaksjoner </a:t>
            </a:r>
          </a:p>
          <a:p>
            <a:pPr marL="285750" indent="-285750">
              <a:buFont typeface="Arial" panose="020B0604020202020204" pitchFamily="34" charset="0"/>
              <a:buChar char="•"/>
            </a:pPr>
            <a:r>
              <a:rPr lang="nb-NO" dirty="0"/>
              <a:t>Plikter og tiltak ved trafikkuhell </a:t>
            </a:r>
          </a:p>
        </p:txBody>
      </p:sp>
    </p:spTree>
    <p:extLst>
      <p:ext uri="{BB962C8B-B14F-4D97-AF65-F5344CB8AC3E}">
        <p14:creationId xmlns:p14="http://schemas.microsoft.com/office/powerpoint/2010/main" val="145110743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Tree>
    <p:extLst>
      <p:ext uri="{BB962C8B-B14F-4D97-AF65-F5344CB8AC3E}">
        <p14:creationId xmlns:p14="http://schemas.microsoft.com/office/powerpoint/2010/main" val="364012825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p:cNvSpPr txBox="1"/>
          <p:nvPr/>
        </p:nvSpPr>
        <p:spPr>
          <a:xfrm>
            <a:off x="1055688" y="1628775"/>
            <a:ext cx="10757914" cy="3970318"/>
          </a:xfrm>
          <a:prstGeom prst="rect">
            <a:avLst/>
          </a:prstGeom>
          <a:noFill/>
        </p:spPr>
        <p:txBody>
          <a:bodyPr wrap="square" rtlCol="0">
            <a:spAutoFit/>
          </a:bodyPr>
          <a:lstStyle/>
          <a:p>
            <a:pPr marL="285750" indent="-285750">
              <a:buFont typeface="Arial" panose="020B0604020202020204" pitchFamily="34" charset="0"/>
              <a:buChar char="•"/>
            </a:pPr>
            <a:r>
              <a:rPr lang="nb-NO" dirty="0"/>
              <a:t>Det forutsettes at trafikklærer kjenner målsettingene og at han mestrer å benytte ulike  undervisningsmetoder i forhold til målverbene som et bidrag til økt måloppnåelse.</a:t>
            </a:r>
          </a:p>
          <a:p>
            <a:pPr marL="285750" indent="-285750">
              <a:buFont typeface="Arial" panose="020B0604020202020204" pitchFamily="34" charset="0"/>
              <a:buChar char="•"/>
            </a:pPr>
            <a:r>
              <a:rPr lang="nb-NO" dirty="0"/>
              <a:t>Kjenner LP oppbygging, er god på kommunikasjon med elever og har evner til å motivere for opplæring og nytteverdien av å anvende dette for å nå 0-visjonen om ingen drepte eller varig skadde i trafikken.</a:t>
            </a:r>
          </a:p>
          <a:p>
            <a:pPr marL="285750" indent="-285750">
              <a:buFont typeface="Arial" panose="020B0604020202020204" pitchFamily="34" charset="0"/>
              <a:buChar char="•"/>
            </a:pPr>
            <a:r>
              <a:rPr lang="nb-NO" dirty="0"/>
              <a:t>Det er viktig å skape motivasjon og vilje til å innhente kunnskaper og ferdigheter som er nødvendig for å nå hovedmålet for opplæringen, dette er igjen presisert i målet for trinn 3.</a:t>
            </a:r>
          </a:p>
          <a:p>
            <a:pPr marL="285750" indent="-285750">
              <a:buFont typeface="Arial" panose="020B0604020202020204" pitchFamily="34" charset="0"/>
              <a:buChar char="•"/>
            </a:pPr>
            <a:r>
              <a:rPr lang="nb-NO" dirty="0"/>
              <a:t>Det forutsettes at lærer har gode kunnskaper, ferdigheter og holdninger som lærer formidler gjennom sin adferd gjennom hele kurset.</a:t>
            </a:r>
          </a:p>
          <a:p>
            <a:pPr marL="285750" indent="-285750">
              <a:buFont typeface="Arial" panose="020B0604020202020204" pitchFamily="34" charset="0"/>
              <a:buChar char="•"/>
            </a:pPr>
            <a:r>
              <a:rPr lang="nb-NO" dirty="0"/>
              <a:t>Behersker programmet 4t og </a:t>
            </a:r>
            <a:r>
              <a:rPr lang="nb-NO" dirty="0" err="1"/>
              <a:t>Goggle</a:t>
            </a:r>
            <a:r>
              <a:rPr lang="nb-NO" dirty="0"/>
              <a:t> </a:t>
            </a:r>
            <a:r>
              <a:rPr lang="nb-NO" dirty="0" err="1"/>
              <a:t>Maps</a:t>
            </a:r>
            <a:r>
              <a:rPr lang="nb-NO" dirty="0"/>
              <a:t>.</a:t>
            </a:r>
          </a:p>
          <a:p>
            <a:pPr marL="285750" indent="-285750">
              <a:buFont typeface="Arial" panose="020B0604020202020204" pitchFamily="34" charset="0"/>
              <a:buChar char="•"/>
            </a:pPr>
            <a:r>
              <a:rPr lang="nb-NO" dirty="0"/>
              <a:t>Behersker lytteteknikker.</a:t>
            </a:r>
          </a:p>
          <a:p>
            <a:pPr marL="285750" indent="-285750">
              <a:buFont typeface="Arial" panose="020B0604020202020204" pitchFamily="34" charset="0"/>
              <a:buChar char="•"/>
            </a:pPr>
            <a:r>
              <a:rPr lang="nb-NO" dirty="0"/>
              <a:t>Stiller kvalitative spørsmål og følger opp med åpne spørsmål om dette er mulig.</a:t>
            </a:r>
          </a:p>
          <a:p>
            <a:pPr marL="285750" indent="-285750">
              <a:buFont typeface="Arial" panose="020B0604020202020204" pitchFamily="34" charset="0"/>
              <a:buChar char="•"/>
            </a:pPr>
            <a:r>
              <a:rPr lang="nb-NO" dirty="0"/>
              <a:t>Møter i god tid og er forberedt</a:t>
            </a:r>
          </a:p>
          <a:p>
            <a:pPr marL="285750" indent="-285750">
              <a:buFont typeface="Arial" panose="020B0604020202020204" pitchFamily="34" charset="0"/>
              <a:buChar char="•"/>
            </a:pPr>
            <a:r>
              <a:rPr lang="nb-NO" dirty="0"/>
              <a:t>Er deltakende under arbeidsoppgaver</a:t>
            </a:r>
          </a:p>
          <a:p>
            <a:pPr marL="285750" indent="-285750">
              <a:buFont typeface="Arial" panose="020B0604020202020204" pitchFamily="34" charset="0"/>
              <a:buChar char="•"/>
            </a:pPr>
            <a:endParaRPr lang="nb-NO" dirty="0"/>
          </a:p>
        </p:txBody>
      </p:sp>
    </p:spTree>
    <p:extLst>
      <p:ext uri="{BB962C8B-B14F-4D97-AF65-F5344CB8AC3E}">
        <p14:creationId xmlns:p14="http://schemas.microsoft.com/office/powerpoint/2010/main" val="176338383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2308324"/>
          </a:xfrm>
          <a:prstGeom prst="rect">
            <a:avLst/>
          </a:prstGeom>
          <a:solidFill>
            <a:schemeClr val="bg1"/>
          </a:solidFill>
        </p:spPr>
        <p:txBody>
          <a:bodyPr wrap="square" rtlCol="0">
            <a:spAutoFit/>
          </a:bodyPr>
          <a:lstStyle/>
          <a:p>
            <a:pPr lvl="0"/>
            <a:r>
              <a:rPr lang="nb-NO"/>
              <a:t>Førers og eiers ansvar (4t s.244)</a:t>
            </a:r>
          </a:p>
          <a:p>
            <a:pPr lvl="0"/>
            <a:r>
              <a:rPr lang="nb-NO"/>
              <a:t>Registrering og eierforhold (4t s.232)</a:t>
            </a:r>
          </a:p>
          <a:p>
            <a:pPr lvl="0"/>
            <a:r>
              <a:rPr lang="nb-NO"/>
              <a:t>Lasting og sikring av personer og last</a:t>
            </a:r>
          </a:p>
          <a:p>
            <a:pPr lvl="0"/>
            <a:r>
              <a:rPr lang="nb-NO"/>
              <a:t>Tauing av kjøretøy (4t s.104)</a:t>
            </a:r>
          </a:p>
          <a:p>
            <a:pPr lvl="0"/>
            <a:r>
              <a:rPr lang="nb-NO"/>
              <a:t>Dokumenter (4t s.105)</a:t>
            </a:r>
          </a:p>
          <a:p>
            <a:pPr lvl="0"/>
            <a:r>
              <a:rPr lang="nb-NO"/>
              <a:t>Forsikring og økonomisk ansvar (4t s.102)</a:t>
            </a:r>
          </a:p>
          <a:p>
            <a:pPr lvl="0"/>
            <a:r>
              <a:rPr lang="nb-NO"/>
              <a:t>Offentlige reaksjoner (4t s.255)</a:t>
            </a:r>
          </a:p>
          <a:p>
            <a:pPr lvl="0"/>
            <a:r>
              <a:rPr lang="nb-NO"/>
              <a:t>Plikter og tiltak ved trafikkuhell (4t s.227)</a:t>
            </a:r>
          </a:p>
        </p:txBody>
      </p:sp>
    </p:spTree>
    <p:extLst>
      <p:ext uri="{BB962C8B-B14F-4D97-AF65-F5344CB8AC3E}">
        <p14:creationId xmlns:p14="http://schemas.microsoft.com/office/powerpoint/2010/main" val="108894691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Tree>
    <p:extLst>
      <p:ext uri="{BB962C8B-B14F-4D97-AF65-F5344CB8AC3E}">
        <p14:creationId xmlns:p14="http://schemas.microsoft.com/office/powerpoint/2010/main" val="70087588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a:extLst>
              <a:ext uri="{FF2B5EF4-FFF2-40B4-BE49-F238E27FC236}">
                <a16:creationId xmlns:a16="http://schemas.microsoft.com/office/drawing/2014/main" id="{4BEC32DF-B011-4979-8A4A-DA06B978A2DB}"/>
              </a:ext>
            </a:extLst>
          </p:cNvPr>
          <p:cNvSpPr txBox="1"/>
          <p:nvPr/>
        </p:nvSpPr>
        <p:spPr>
          <a:xfrm>
            <a:off x="1444450" y="1700783"/>
            <a:ext cx="10369152" cy="646331"/>
          </a:xfrm>
          <a:prstGeom prst="rect">
            <a:avLst/>
          </a:prstGeom>
          <a:solidFill>
            <a:schemeClr val="bg1"/>
          </a:solidFill>
        </p:spPr>
        <p:txBody>
          <a:bodyPr wrap="square" rtlCol="0">
            <a:spAutoFit/>
          </a:bodyPr>
          <a:lstStyle/>
          <a:p>
            <a:r>
              <a:rPr lang="nb-NO" dirty="0"/>
              <a:t>Viktig at eleven ser sammenhengen mellom teori og praksis, samt har utviklet evne til selv og reflektere over egen læring og ståsted. Dette bør komme tydelig frem under trinnvurderingen</a:t>
            </a:r>
          </a:p>
        </p:txBody>
      </p:sp>
    </p:spTree>
    <p:extLst>
      <p:ext uri="{BB962C8B-B14F-4D97-AF65-F5344CB8AC3E}">
        <p14:creationId xmlns:p14="http://schemas.microsoft.com/office/powerpoint/2010/main" val="146428097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allellogram 1">
            <a:hlinkClick r:id="rId2" action="ppaction://hlinksldjump"/>
          </p:cNvPr>
          <p:cNvSpPr/>
          <p:nvPr/>
        </p:nvSpPr>
        <p:spPr>
          <a:xfrm>
            <a:off x="4038212" y="152613"/>
            <a:ext cx="1368000" cy="6840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Kjøring med tilhenger </a:t>
            </a:r>
            <a:endParaRPr lang="nb-NO" sz="900" i="1" dirty="0">
              <a:solidFill>
                <a:schemeClr val="tx1"/>
              </a:solidFill>
            </a:endParaRPr>
          </a:p>
        </p:txBody>
      </p:sp>
      <p:sp>
        <p:nvSpPr>
          <p:cNvPr id="3" name="TekstSylinder 2"/>
          <p:cNvSpPr txBox="1"/>
          <p:nvPr/>
        </p:nvSpPr>
        <p:spPr>
          <a:xfrm>
            <a:off x="1444450" y="1700783"/>
            <a:ext cx="10369152" cy="923330"/>
          </a:xfrm>
          <a:prstGeom prst="rect">
            <a:avLst/>
          </a:prstGeom>
          <a:solidFill>
            <a:schemeClr val="bg1"/>
          </a:solidFill>
        </p:spPr>
        <p:txBody>
          <a:bodyPr wrap="square" rtlCol="0">
            <a:spAutoFit/>
          </a:bodyPr>
          <a:lstStyle/>
          <a:p>
            <a:r>
              <a:rPr lang="nb-NO" dirty="0"/>
              <a:t>Eleven skal </a:t>
            </a:r>
          </a:p>
          <a:p>
            <a:r>
              <a:rPr lang="nb-NO" dirty="0"/>
              <a:t>4. gjøre rede for kjøring med tilhenger</a:t>
            </a:r>
          </a:p>
          <a:p>
            <a:endParaRPr lang="nb-NO" dirty="0"/>
          </a:p>
        </p:txBody>
      </p:sp>
    </p:spTree>
    <p:extLst>
      <p:ext uri="{BB962C8B-B14F-4D97-AF65-F5344CB8AC3E}">
        <p14:creationId xmlns:p14="http://schemas.microsoft.com/office/powerpoint/2010/main" val="250636616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kstSylinder 3"/>
          <p:cNvSpPr txBox="1"/>
          <p:nvPr/>
        </p:nvSpPr>
        <p:spPr>
          <a:xfrm>
            <a:off x="1444450" y="1700783"/>
            <a:ext cx="10369152" cy="2031325"/>
          </a:xfrm>
          <a:prstGeom prst="rect">
            <a:avLst/>
          </a:prstGeom>
          <a:solidFill>
            <a:schemeClr val="bg1"/>
          </a:solidFill>
        </p:spPr>
        <p:txBody>
          <a:bodyPr wrap="square" rtlCol="0">
            <a:spAutoFit/>
          </a:bodyPr>
          <a:lstStyle/>
          <a:p>
            <a:r>
              <a:rPr lang="nb-NO" dirty="0"/>
              <a:t>2.4 Kjøring med tilhenger </a:t>
            </a:r>
          </a:p>
          <a:p>
            <a:r>
              <a:rPr lang="nb-NO" dirty="0"/>
              <a:t>Aktuelt innhold</a:t>
            </a:r>
          </a:p>
          <a:p>
            <a:pPr marL="285750" indent="-285750">
              <a:buFont typeface="Arial" panose="020B0604020202020204" pitchFamily="34" charset="0"/>
              <a:buChar char="•"/>
            </a:pPr>
            <a:r>
              <a:rPr lang="nb-NO" dirty="0"/>
              <a:t>Regler </a:t>
            </a:r>
          </a:p>
          <a:p>
            <a:pPr marL="285750" indent="-285750">
              <a:buFont typeface="Arial" panose="020B0604020202020204" pitchFamily="34" charset="0"/>
              <a:buChar char="•"/>
            </a:pPr>
            <a:r>
              <a:rPr lang="nb-NO" dirty="0"/>
              <a:t>Ansvar </a:t>
            </a:r>
          </a:p>
          <a:p>
            <a:pPr marL="285750" indent="-285750">
              <a:buFont typeface="Arial" panose="020B0604020202020204" pitchFamily="34" charset="0"/>
              <a:buChar char="•"/>
            </a:pPr>
            <a:r>
              <a:rPr lang="nb-NO" dirty="0"/>
              <a:t>Bremser </a:t>
            </a:r>
          </a:p>
          <a:p>
            <a:pPr marL="285750" indent="-285750">
              <a:buFont typeface="Arial" panose="020B0604020202020204" pitchFamily="34" charset="0"/>
              <a:buChar char="•"/>
            </a:pPr>
            <a:r>
              <a:rPr lang="nb-NO" dirty="0"/>
              <a:t>Sikring av last </a:t>
            </a:r>
          </a:p>
          <a:p>
            <a:pPr marL="285750" indent="-285750">
              <a:buFont typeface="Arial" panose="020B0604020202020204" pitchFamily="34" charset="0"/>
              <a:buChar char="•"/>
            </a:pPr>
            <a:r>
              <a:rPr lang="nb-NO" dirty="0"/>
              <a:t>Kjøreegenskaper, betydningen av sikkerhetskontroll </a:t>
            </a:r>
          </a:p>
        </p:txBody>
      </p:sp>
    </p:spTree>
    <p:extLst>
      <p:ext uri="{BB962C8B-B14F-4D97-AF65-F5344CB8AC3E}">
        <p14:creationId xmlns:p14="http://schemas.microsoft.com/office/powerpoint/2010/main" val="412553276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Tree>
    <p:extLst>
      <p:ext uri="{BB962C8B-B14F-4D97-AF65-F5344CB8AC3E}">
        <p14:creationId xmlns:p14="http://schemas.microsoft.com/office/powerpoint/2010/main" val="422312934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p:cNvSpPr txBox="1"/>
          <p:nvPr/>
        </p:nvSpPr>
        <p:spPr>
          <a:xfrm>
            <a:off x="1055688" y="1628775"/>
            <a:ext cx="10757914" cy="3970318"/>
          </a:xfrm>
          <a:prstGeom prst="rect">
            <a:avLst/>
          </a:prstGeom>
          <a:noFill/>
        </p:spPr>
        <p:txBody>
          <a:bodyPr wrap="square" rtlCol="0">
            <a:spAutoFit/>
          </a:bodyPr>
          <a:lstStyle/>
          <a:p>
            <a:pPr marL="285750" indent="-285750">
              <a:buFont typeface="Arial" panose="020B0604020202020204" pitchFamily="34" charset="0"/>
              <a:buChar char="•"/>
            </a:pPr>
            <a:r>
              <a:rPr lang="nb-NO" dirty="0"/>
              <a:t>Det forutsettes at trafikklærer kjenner målsettingene og at han mestrer å benytte ulike  undervisningsmetoder i forhold til målverbene som et bidrag til økt måloppnåelse.</a:t>
            </a:r>
          </a:p>
          <a:p>
            <a:pPr marL="285750" indent="-285750">
              <a:buFont typeface="Arial" panose="020B0604020202020204" pitchFamily="34" charset="0"/>
              <a:buChar char="•"/>
            </a:pPr>
            <a:r>
              <a:rPr lang="nb-NO" dirty="0"/>
              <a:t>Kjenner LP oppbygging, er god på kommunikasjon med elever og har evner til å motivere for opplæring og nytteverdien av å anvende dette for å nå 0-visjonen om ingen drepte eller varig skadde i trafikken.</a:t>
            </a:r>
          </a:p>
          <a:p>
            <a:pPr marL="285750" indent="-285750">
              <a:buFont typeface="Arial" panose="020B0604020202020204" pitchFamily="34" charset="0"/>
              <a:buChar char="•"/>
            </a:pPr>
            <a:r>
              <a:rPr lang="nb-NO" dirty="0"/>
              <a:t>Det er viktig å skape motivasjon og vilje til å innhente kunnskaper og ferdigheter som er nødvendig for å nå hovedmålet for opplæringen, dette er igjen presisert i målet for trinn 3.</a:t>
            </a:r>
          </a:p>
          <a:p>
            <a:pPr marL="285750" indent="-285750">
              <a:buFont typeface="Arial" panose="020B0604020202020204" pitchFamily="34" charset="0"/>
              <a:buChar char="•"/>
            </a:pPr>
            <a:r>
              <a:rPr lang="nb-NO" dirty="0"/>
              <a:t>Det forutsettes at lærer har gode kunnskaper, ferdigheter og holdninger som lærer formidler gjennom sin adferd gjennom hele kurset.</a:t>
            </a:r>
          </a:p>
          <a:p>
            <a:pPr marL="285750" indent="-285750">
              <a:buFont typeface="Arial" panose="020B0604020202020204" pitchFamily="34" charset="0"/>
              <a:buChar char="•"/>
            </a:pPr>
            <a:r>
              <a:rPr lang="nb-NO" dirty="0"/>
              <a:t>Behersker programmet 4t og </a:t>
            </a:r>
            <a:r>
              <a:rPr lang="nb-NO" dirty="0" err="1"/>
              <a:t>Goggle</a:t>
            </a:r>
            <a:r>
              <a:rPr lang="nb-NO" dirty="0"/>
              <a:t> </a:t>
            </a:r>
            <a:r>
              <a:rPr lang="nb-NO" dirty="0" err="1"/>
              <a:t>Maps</a:t>
            </a:r>
            <a:r>
              <a:rPr lang="nb-NO" dirty="0"/>
              <a:t>.</a:t>
            </a:r>
          </a:p>
          <a:p>
            <a:pPr marL="285750" indent="-285750">
              <a:buFont typeface="Arial" panose="020B0604020202020204" pitchFamily="34" charset="0"/>
              <a:buChar char="•"/>
            </a:pPr>
            <a:r>
              <a:rPr lang="nb-NO" dirty="0"/>
              <a:t>Behersker lytteteknikker.</a:t>
            </a:r>
          </a:p>
          <a:p>
            <a:pPr marL="285750" indent="-285750">
              <a:buFont typeface="Arial" panose="020B0604020202020204" pitchFamily="34" charset="0"/>
              <a:buChar char="•"/>
            </a:pPr>
            <a:r>
              <a:rPr lang="nb-NO" dirty="0"/>
              <a:t>Stiller kvalitative spørsmål og følger opp med åpne spørsmål om dette er mulig.</a:t>
            </a:r>
          </a:p>
          <a:p>
            <a:pPr marL="285750" indent="-285750">
              <a:buFont typeface="Arial" panose="020B0604020202020204" pitchFamily="34" charset="0"/>
              <a:buChar char="•"/>
            </a:pPr>
            <a:r>
              <a:rPr lang="nb-NO" dirty="0"/>
              <a:t>Møter i god tid og er forberedt</a:t>
            </a:r>
          </a:p>
          <a:p>
            <a:pPr marL="285750" indent="-285750">
              <a:buFont typeface="Arial" panose="020B0604020202020204" pitchFamily="34" charset="0"/>
              <a:buChar char="•"/>
            </a:pPr>
            <a:r>
              <a:rPr lang="nb-NO" dirty="0"/>
              <a:t>Er deltakende under arbeidsoppgaver</a:t>
            </a:r>
          </a:p>
          <a:p>
            <a:pPr marL="285750" indent="-285750">
              <a:buFont typeface="Arial" panose="020B0604020202020204" pitchFamily="34" charset="0"/>
              <a:buChar char="•"/>
            </a:pPr>
            <a:endParaRPr lang="nb-NO" dirty="0"/>
          </a:p>
        </p:txBody>
      </p:sp>
    </p:spTree>
    <p:extLst>
      <p:ext uri="{BB962C8B-B14F-4D97-AF65-F5344CB8AC3E}">
        <p14:creationId xmlns:p14="http://schemas.microsoft.com/office/powerpoint/2010/main" val="207511412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1477328"/>
          </a:xfrm>
          <a:prstGeom prst="rect">
            <a:avLst/>
          </a:prstGeom>
          <a:solidFill>
            <a:schemeClr val="bg1"/>
          </a:solidFill>
        </p:spPr>
        <p:txBody>
          <a:bodyPr wrap="square" rtlCol="0">
            <a:spAutoFit/>
          </a:bodyPr>
          <a:lstStyle/>
          <a:p>
            <a:pPr lvl="0"/>
            <a:r>
              <a:rPr lang="nb-NO"/>
              <a:t>Regler (4t s.106)</a:t>
            </a:r>
          </a:p>
          <a:p>
            <a:pPr lvl="0"/>
            <a:r>
              <a:rPr lang="nb-NO"/>
              <a:t>Ansvar </a:t>
            </a:r>
          </a:p>
          <a:p>
            <a:pPr lvl="0"/>
            <a:r>
              <a:rPr lang="nb-NO"/>
              <a:t>Bremser </a:t>
            </a:r>
          </a:p>
          <a:p>
            <a:pPr lvl="0"/>
            <a:r>
              <a:rPr lang="nb-NO"/>
              <a:t>Sikring av last </a:t>
            </a:r>
          </a:p>
          <a:p>
            <a:pPr lvl="0"/>
            <a:r>
              <a:rPr lang="nb-NO"/>
              <a:t>Kjøreegenskaper, betydningen av sikkerhetskontroll</a:t>
            </a:r>
          </a:p>
        </p:txBody>
      </p:sp>
    </p:spTree>
    <p:extLst>
      <p:ext uri="{BB962C8B-B14F-4D97-AF65-F5344CB8AC3E}">
        <p14:creationId xmlns:p14="http://schemas.microsoft.com/office/powerpoint/2010/main" val="140502234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Tree>
    <p:extLst>
      <p:ext uri="{BB962C8B-B14F-4D97-AF65-F5344CB8AC3E}">
        <p14:creationId xmlns:p14="http://schemas.microsoft.com/office/powerpoint/2010/main" val="418642212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a:extLst>
              <a:ext uri="{FF2B5EF4-FFF2-40B4-BE49-F238E27FC236}">
                <a16:creationId xmlns:a16="http://schemas.microsoft.com/office/drawing/2014/main" id="{40D866EA-F219-4871-8000-748E5219F066}"/>
              </a:ext>
            </a:extLst>
          </p:cNvPr>
          <p:cNvSpPr txBox="1"/>
          <p:nvPr/>
        </p:nvSpPr>
        <p:spPr>
          <a:xfrm>
            <a:off x="1444450" y="1700783"/>
            <a:ext cx="10369152" cy="646331"/>
          </a:xfrm>
          <a:prstGeom prst="rect">
            <a:avLst/>
          </a:prstGeom>
          <a:solidFill>
            <a:schemeClr val="bg1"/>
          </a:solidFill>
        </p:spPr>
        <p:txBody>
          <a:bodyPr wrap="square" rtlCol="0">
            <a:spAutoFit/>
          </a:bodyPr>
          <a:lstStyle/>
          <a:p>
            <a:r>
              <a:rPr lang="nb-NO" dirty="0"/>
              <a:t>Viktig at eleven ser sammenhengen mellom teori og praksis, samt har utviklet evne til selv og reflektere over egen læring og ståsted. Dette bør komme tydelig frem under trinnvurderingen</a:t>
            </a:r>
          </a:p>
        </p:txBody>
      </p:sp>
    </p:spTree>
    <p:extLst>
      <p:ext uri="{BB962C8B-B14F-4D97-AF65-F5344CB8AC3E}">
        <p14:creationId xmlns:p14="http://schemas.microsoft.com/office/powerpoint/2010/main" val="305907924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allellogram 1">
            <a:hlinkClick r:id="rId2" action="ppaction://hlinksldjump"/>
          </p:cNvPr>
          <p:cNvSpPr/>
          <p:nvPr/>
        </p:nvSpPr>
        <p:spPr>
          <a:xfrm>
            <a:off x="5291332" y="152613"/>
            <a:ext cx="1368000" cy="6840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Menneskets kapasitet og trafikkens krav</a:t>
            </a:r>
            <a:endParaRPr lang="nb-NO" sz="900" i="1" dirty="0">
              <a:solidFill>
                <a:schemeClr val="tx1"/>
              </a:solidFill>
            </a:endParaRPr>
          </a:p>
        </p:txBody>
      </p:sp>
      <p:sp>
        <p:nvSpPr>
          <p:cNvPr id="3" name="TekstSylinder 2"/>
          <p:cNvSpPr txBox="1"/>
          <p:nvPr/>
        </p:nvSpPr>
        <p:spPr>
          <a:xfrm>
            <a:off x="1444450" y="1700783"/>
            <a:ext cx="10369152" cy="646331"/>
          </a:xfrm>
          <a:prstGeom prst="rect">
            <a:avLst/>
          </a:prstGeom>
          <a:solidFill>
            <a:schemeClr val="bg1"/>
          </a:solidFill>
        </p:spPr>
        <p:txBody>
          <a:bodyPr wrap="square" rtlCol="0">
            <a:spAutoFit/>
          </a:bodyPr>
          <a:lstStyle/>
          <a:p>
            <a:r>
              <a:rPr lang="nb-NO" dirty="0"/>
              <a:t>Eleven skal </a:t>
            </a:r>
          </a:p>
          <a:p>
            <a:r>
              <a:rPr lang="nb-NO" dirty="0"/>
              <a:t>5. gjøre rede for menneskets kapasitet og trafikkens krav, herunder rus, rusmidler og bilkjøring</a:t>
            </a:r>
          </a:p>
        </p:txBody>
      </p:sp>
    </p:spTree>
    <p:extLst>
      <p:ext uri="{BB962C8B-B14F-4D97-AF65-F5344CB8AC3E}">
        <p14:creationId xmlns:p14="http://schemas.microsoft.com/office/powerpoint/2010/main" val="245652248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1754326"/>
          </a:xfrm>
          <a:prstGeom prst="rect">
            <a:avLst/>
          </a:prstGeom>
          <a:solidFill>
            <a:schemeClr val="bg1"/>
          </a:solidFill>
        </p:spPr>
        <p:txBody>
          <a:bodyPr wrap="square" rtlCol="0">
            <a:spAutoFit/>
          </a:bodyPr>
          <a:lstStyle/>
          <a:p>
            <a:r>
              <a:rPr lang="nb-NO" dirty="0"/>
              <a:t>2.5 Menneskets kapasitet og trafikkens krav </a:t>
            </a:r>
          </a:p>
          <a:p>
            <a:r>
              <a:rPr lang="nb-NO" dirty="0"/>
              <a:t>Aktuelt innhold </a:t>
            </a:r>
          </a:p>
          <a:p>
            <a:pPr marL="285750" indent="-285750">
              <a:buFont typeface="Arial" panose="020B0604020202020204" pitchFamily="34" charset="0"/>
              <a:buChar char="•"/>
            </a:pPr>
            <a:r>
              <a:rPr lang="nb-NO" dirty="0"/>
              <a:t>Forholdet mellom trafikkens krav og menneskets kapasitet</a:t>
            </a:r>
          </a:p>
          <a:p>
            <a:pPr marL="285750" indent="-285750">
              <a:buFont typeface="Arial" panose="020B0604020202020204" pitchFamily="34" charset="0"/>
              <a:buChar char="•"/>
            </a:pPr>
            <a:r>
              <a:rPr lang="nb-NO" dirty="0"/>
              <a:t>Kjøreprosessen, bearbeiding av informasjon og automatisering </a:t>
            </a:r>
          </a:p>
          <a:p>
            <a:pPr marL="285750" indent="-285750">
              <a:buFont typeface="Arial" panose="020B0604020202020204" pitchFamily="34" charset="0"/>
              <a:buChar char="•"/>
            </a:pPr>
            <a:r>
              <a:rPr lang="nb-NO" dirty="0"/>
              <a:t>Fysisk og emosjonell tilstand, vær, føre, trafikk og andre forhold </a:t>
            </a:r>
          </a:p>
          <a:p>
            <a:pPr marL="285750" indent="-285750">
              <a:buFont typeface="Arial" panose="020B0604020202020204" pitchFamily="34" charset="0"/>
              <a:buChar char="•"/>
            </a:pPr>
            <a:r>
              <a:rPr lang="nb-NO" dirty="0"/>
              <a:t>Rus, rusmidler, tretthet og sykdom og andre faktorer som virker inn på føreren</a:t>
            </a:r>
          </a:p>
        </p:txBody>
      </p:sp>
    </p:spTree>
    <p:extLst>
      <p:ext uri="{BB962C8B-B14F-4D97-AF65-F5344CB8AC3E}">
        <p14:creationId xmlns:p14="http://schemas.microsoft.com/office/powerpoint/2010/main" val="28507258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a:extLst>
              <a:ext uri="{FF2B5EF4-FFF2-40B4-BE49-F238E27FC236}">
                <a16:creationId xmlns:a16="http://schemas.microsoft.com/office/drawing/2014/main" id="{83ABB24B-1F37-4E3D-8925-3AFD52720DF6}"/>
              </a:ext>
            </a:extLst>
          </p:cNvPr>
          <p:cNvSpPr txBox="1"/>
          <p:nvPr/>
        </p:nvSpPr>
        <p:spPr>
          <a:xfrm>
            <a:off x="1444450" y="1700783"/>
            <a:ext cx="10369152" cy="646331"/>
          </a:xfrm>
          <a:prstGeom prst="rect">
            <a:avLst/>
          </a:prstGeom>
          <a:solidFill>
            <a:schemeClr val="bg1"/>
          </a:solidFill>
        </p:spPr>
        <p:txBody>
          <a:bodyPr wrap="square" rtlCol="0">
            <a:spAutoFit/>
          </a:bodyPr>
          <a:lstStyle/>
          <a:p>
            <a:r>
              <a:rPr lang="nb-NO" dirty="0"/>
              <a:t>Viktig at eleven ser sammenhengen mellom teori og praksis, samt har utviklet evne til selv og reflektere over egen læring og ståsted. Dette bør komme tydelig frem under trinnvurderingen</a:t>
            </a:r>
          </a:p>
        </p:txBody>
      </p:sp>
    </p:spTree>
    <p:extLst>
      <p:ext uri="{BB962C8B-B14F-4D97-AF65-F5344CB8AC3E}">
        <p14:creationId xmlns:p14="http://schemas.microsoft.com/office/powerpoint/2010/main" val="427375806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p:cNvSpPr txBox="1"/>
          <p:nvPr/>
        </p:nvSpPr>
        <p:spPr>
          <a:xfrm>
            <a:off x="1055688" y="1628775"/>
            <a:ext cx="10757914" cy="4247317"/>
          </a:xfrm>
          <a:prstGeom prst="rect">
            <a:avLst/>
          </a:prstGeom>
          <a:noFill/>
        </p:spPr>
        <p:txBody>
          <a:bodyPr wrap="square" rtlCol="0">
            <a:spAutoFit/>
          </a:bodyPr>
          <a:lstStyle/>
          <a:p>
            <a:pPr marL="285750" indent="-285750">
              <a:buFont typeface="Arial" panose="020B0604020202020204" pitchFamily="34" charset="0"/>
              <a:buChar char="•"/>
            </a:pPr>
            <a:r>
              <a:rPr lang="nb-NO" dirty="0"/>
              <a:t>Det forutsettes at trafikklærer kjenner målsettingene og at han mestrer å benytte ulike  undervisningsmetoder i forhold til målverbene som et bidrag til økt måloppnåelse og kjenner tidligere mål innen samme emne. (TGK 1.3)</a:t>
            </a:r>
          </a:p>
          <a:p>
            <a:pPr marL="285750" indent="-285750">
              <a:buFont typeface="Arial" panose="020B0604020202020204" pitchFamily="34" charset="0"/>
              <a:buChar char="•"/>
            </a:pPr>
            <a:r>
              <a:rPr lang="nb-NO" dirty="0"/>
              <a:t>Kjenner LP oppbygging, er god på kommunikasjon med elever og har evner til å motivere for opplæring og nytteverdien av å anvende dette for å nå 0-visjonen om ingen drepte eller varig skadde i trafikken.</a:t>
            </a:r>
          </a:p>
          <a:p>
            <a:pPr marL="285750" indent="-285750">
              <a:buFont typeface="Arial" panose="020B0604020202020204" pitchFamily="34" charset="0"/>
              <a:buChar char="•"/>
            </a:pPr>
            <a:r>
              <a:rPr lang="nb-NO" dirty="0"/>
              <a:t>Det er viktig å skape motivasjon og vilje til å innhente kunnskaper og ferdigheter som er nødvendig for å nå hovedmålet for opplæringen, dette er igjen presisert i målet for trinn 3.</a:t>
            </a:r>
          </a:p>
          <a:p>
            <a:pPr marL="285750" indent="-285750">
              <a:buFont typeface="Arial" panose="020B0604020202020204" pitchFamily="34" charset="0"/>
              <a:buChar char="•"/>
            </a:pPr>
            <a:r>
              <a:rPr lang="nb-NO" dirty="0"/>
              <a:t>Det forutsettes at lærer har gode kunnskaper, ferdigheter og holdninger som lærer formidler gjennom sin adferd gjennom hele kurset.</a:t>
            </a:r>
          </a:p>
          <a:p>
            <a:pPr marL="285750" indent="-285750">
              <a:buFont typeface="Arial" panose="020B0604020202020204" pitchFamily="34" charset="0"/>
              <a:buChar char="•"/>
            </a:pPr>
            <a:r>
              <a:rPr lang="nb-NO" dirty="0"/>
              <a:t>Behersker programmet 4t og </a:t>
            </a:r>
            <a:r>
              <a:rPr lang="nb-NO" dirty="0" err="1"/>
              <a:t>Goggle</a:t>
            </a:r>
            <a:r>
              <a:rPr lang="nb-NO" dirty="0"/>
              <a:t> </a:t>
            </a:r>
            <a:r>
              <a:rPr lang="nb-NO" dirty="0" err="1"/>
              <a:t>Maps</a:t>
            </a:r>
            <a:r>
              <a:rPr lang="nb-NO" dirty="0"/>
              <a:t>.</a:t>
            </a:r>
          </a:p>
          <a:p>
            <a:pPr marL="285750" indent="-285750">
              <a:buFont typeface="Arial" panose="020B0604020202020204" pitchFamily="34" charset="0"/>
              <a:buChar char="•"/>
            </a:pPr>
            <a:r>
              <a:rPr lang="nb-NO" dirty="0"/>
              <a:t>Behersker lytteteknikker.</a:t>
            </a:r>
          </a:p>
          <a:p>
            <a:pPr marL="285750" indent="-285750">
              <a:buFont typeface="Arial" panose="020B0604020202020204" pitchFamily="34" charset="0"/>
              <a:buChar char="•"/>
            </a:pPr>
            <a:r>
              <a:rPr lang="nb-NO" dirty="0"/>
              <a:t>Stiller kvalitative spørsmål og følger opp med åpne spørsmål om dette er mulig.</a:t>
            </a:r>
          </a:p>
          <a:p>
            <a:pPr marL="285750" indent="-285750">
              <a:buFont typeface="Arial" panose="020B0604020202020204" pitchFamily="34" charset="0"/>
              <a:buChar char="•"/>
            </a:pPr>
            <a:r>
              <a:rPr lang="nb-NO" dirty="0"/>
              <a:t>Møter i god tid og er forberedt</a:t>
            </a:r>
          </a:p>
          <a:p>
            <a:pPr marL="285750" indent="-285750">
              <a:buFont typeface="Arial" panose="020B0604020202020204" pitchFamily="34" charset="0"/>
              <a:buChar char="•"/>
            </a:pPr>
            <a:r>
              <a:rPr lang="nb-NO" dirty="0"/>
              <a:t>Er deltakende under arbeidsoppgaver</a:t>
            </a:r>
          </a:p>
          <a:p>
            <a:pPr marL="285750" indent="-285750">
              <a:buFont typeface="Arial" panose="020B0604020202020204" pitchFamily="34" charset="0"/>
              <a:buChar char="•"/>
            </a:pPr>
            <a:endParaRPr lang="nb-NO" dirty="0"/>
          </a:p>
        </p:txBody>
      </p:sp>
    </p:spTree>
    <p:extLst>
      <p:ext uri="{BB962C8B-B14F-4D97-AF65-F5344CB8AC3E}">
        <p14:creationId xmlns:p14="http://schemas.microsoft.com/office/powerpoint/2010/main" val="193136449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1200329"/>
          </a:xfrm>
          <a:prstGeom prst="rect">
            <a:avLst/>
          </a:prstGeom>
          <a:solidFill>
            <a:schemeClr val="bg1"/>
          </a:solidFill>
        </p:spPr>
        <p:txBody>
          <a:bodyPr wrap="square" rtlCol="0">
            <a:spAutoFit/>
          </a:bodyPr>
          <a:lstStyle/>
          <a:p>
            <a:pPr lvl="0"/>
            <a:r>
              <a:rPr lang="nb-NO"/>
              <a:t>Trafikkens krav og menneskets kapasitet (4t s.107)</a:t>
            </a:r>
          </a:p>
          <a:p>
            <a:pPr lvl="0"/>
            <a:r>
              <a:rPr lang="nb-NO"/>
              <a:t>Kjøreprosessen (4t s.176)</a:t>
            </a:r>
          </a:p>
          <a:p>
            <a:pPr lvl="0"/>
            <a:r>
              <a:rPr lang="nb-NO"/>
              <a:t>Fysisk og emosjonell tilstand, vær, føre, trafikk etc.</a:t>
            </a:r>
          </a:p>
          <a:p>
            <a:pPr lvl="0"/>
            <a:r>
              <a:rPr lang="nb-NO"/>
              <a:t>Rus, rusmidler, tretthet og sykdom etc. (4t s.240)</a:t>
            </a:r>
          </a:p>
        </p:txBody>
      </p:sp>
    </p:spTree>
    <p:extLst>
      <p:ext uri="{BB962C8B-B14F-4D97-AF65-F5344CB8AC3E}">
        <p14:creationId xmlns:p14="http://schemas.microsoft.com/office/powerpoint/2010/main" val="58485494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Tree>
    <p:extLst>
      <p:ext uri="{BB962C8B-B14F-4D97-AF65-F5344CB8AC3E}">
        <p14:creationId xmlns:p14="http://schemas.microsoft.com/office/powerpoint/2010/main" val="98029484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Tree>
    <p:extLst>
      <p:ext uri="{BB962C8B-B14F-4D97-AF65-F5344CB8AC3E}">
        <p14:creationId xmlns:p14="http://schemas.microsoft.com/office/powerpoint/2010/main" val="183560248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allellogram 1">
            <a:hlinkClick r:id="rId2" action="ppaction://hlinksldjump"/>
          </p:cNvPr>
          <p:cNvSpPr/>
          <p:nvPr/>
        </p:nvSpPr>
        <p:spPr>
          <a:xfrm>
            <a:off x="6533859" y="152613"/>
            <a:ext cx="1368000" cy="6840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nb-NO" sz="900" dirty="0">
                <a:solidFill>
                  <a:schemeClr val="tx1"/>
                </a:solidFill>
              </a:rPr>
              <a:t>Gjøre seg klar for kjøring </a:t>
            </a:r>
          </a:p>
        </p:txBody>
      </p:sp>
      <p:sp>
        <p:nvSpPr>
          <p:cNvPr id="3" name="TekstSylinder 2"/>
          <p:cNvSpPr txBox="1"/>
          <p:nvPr/>
        </p:nvSpPr>
        <p:spPr>
          <a:xfrm>
            <a:off x="1444450" y="1700783"/>
            <a:ext cx="10369152" cy="923330"/>
          </a:xfrm>
          <a:prstGeom prst="rect">
            <a:avLst/>
          </a:prstGeom>
          <a:solidFill>
            <a:schemeClr val="bg1"/>
          </a:solidFill>
        </p:spPr>
        <p:txBody>
          <a:bodyPr wrap="square" rtlCol="0">
            <a:spAutoFit/>
          </a:bodyPr>
          <a:lstStyle/>
          <a:p>
            <a:r>
              <a:rPr lang="nb-NO" dirty="0"/>
              <a:t>Eleven skal </a:t>
            </a:r>
          </a:p>
          <a:p>
            <a:r>
              <a:rPr lang="nb-NO" dirty="0"/>
              <a:t>6. gjøre seg klar for kjøring</a:t>
            </a:r>
          </a:p>
          <a:p>
            <a:endParaRPr lang="nb-NO" dirty="0"/>
          </a:p>
        </p:txBody>
      </p:sp>
    </p:spTree>
    <p:extLst>
      <p:ext uri="{BB962C8B-B14F-4D97-AF65-F5344CB8AC3E}">
        <p14:creationId xmlns:p14="http://schemas.microsoft.com/office/powerpoint/2010/main" val="257772573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kstSylinder 2"/>
          <p:cNvSpPr txBox="1"/>
          <p:nvPr/>
        </p:nvSpPr>
        <p:spPr>
          <a:xfrm>
            <a:off x="1444450" y="1700783"/>
            <a:ext cx="10369152" cy="2585323"/>
          </a:xfrm>
          <a:prstGeom prst="rect">
            <a:avLst/>
          </a:prstGeom>
          <a:solidFill>
            <a:schemeClr val="bg1"/>
          </a:solidFill>
        </p:spPr>
        <p:txBody>
          <a:bodyPr wrap="square" rtlCol="0">
            <a:spAutoFit/>
          </a:bodyPr>
          <a:lstStyle/>
          <a:p>
            <a:r>
              <a:rPr lang="nb-NO" dirty="0"/>
              <a:t>2.6 Gjøre klar for kjøring  </a:t>
            </a:r>
          </a:p>
          <a:p>
            <a:r>
              <a:rPr lang="nb-NO" dirty="0"/>
              <a:t>Aktuelt innhold </a:t>
            </a:r>
          </a:p>
          <a:p>
            <a:pPr marL="285750" indent="-285750">
              <a:buFont typeface="Arial" panose="020B0604020202020204" pitchFamily="34" charset="0"/>
              <a:buChar char="•"/>
            </a:pPr>
            <a:r>
              <a:rPr lang="nb-NO" dirty="0"/>
              <a:t>Sittestilling </a:t>
            </a:r>
          </a:p>
          <a:p>
            <a:pPr marL="285750" indent="-285750">
              <a:buFont typeface="Arial" panose="020B0604020202020204" pitchFamily="34" charset="0"/>
              <a:buChar char="•"/>
            </a:pPr>
            <a:r>
              <a:rPr lang="nb-NO" dirty="0"/>
              <a:t>Sikt </a:t>
            </a:r>
          </a:p>
          <a:p>
            <a:pPr marL="285750" indent="-285750">
              <a:buFont typeface="Arial" panose="020B0604020202020204" pitchFamily="34" charset="0"/>
              <a:buChar char="•"/>
            </a:pPr>
            <a:r>
              <a:rPr lang="nb-NO" dirty="0"/>
              <a:t>Bilbelte og hodestøtte </a:t>
            </a:r>
          </a:p>
          <a:p>
            <a:pPr marL="285750" indent="-285750">
              <a:buFont typeface="Arial" panose="020B0604020202020204" pitchFamily="34" charset="0"/>
              <a:buChar char="•"/>
            </a:pPr>
            <a:r>
              <a:rPr lang="nb-NO" dirty="0"/>
              <a:t>Start og stopp av motoren</a:t>
            </a:r>
          </a:p>
          <a:p>
            <a:pPr marL="285750" indent="-285750">
              <a:buFont typeface="Arial" panose="020B0604020202020204" pitchFamily="34" charset="0"/>
              <a:buChar char="•"/>
            </a:pPr>
            <a:r>
              <a:rPr lang="nb-NO" dirty="0"/>
              <a:t>Bruk av pedaler, gir, parkeringsbrems og andre betjeningsinnretninger </a:t>
            </a:r>
          </a:p>
          <a:p>
            <a:pPr marL="285750" indent="-285750">
              <a:buFont typeface="Arial" panose="020B0604020202020204" pitchFamily="34" charset="0"/>
              <a:buChar char="•"/>
            </a:pPr>
            <a:r>
              <a:rPr lang="nb-NO" dirty="0"/>
              <a:t>Passasjerer, last m.m.</a:t>
            </a:r>
          </a:p>
          <a:p>
            <a:pPr marL="285750" indent="-285750">
              <a:buFont typeface="Arial" panose="020B0604020202020204" pitchFamily="34" charset="0"/>
              <a:buChar char="•"/>
            </a:pPr>
            <a:endParaRPr lang="nb-NO" dirty="0"/>
          </a:p>
        </p:txBody>
      </p:sp>
    </p:spTree>
    <p:extLst>
      <p:ext uri="{BB962C8B-B14F-4D97-AF65-F5344CB8AC3E}">
        <p14:creationId xmlns:p14="http://schemas.microsoft.com/office/powerpoint/2010/main" val="396923759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4" name="TekstSylinder 3">
            <a:extLst>
              <a:ext uri="{FF2B5EF4-FFF2-40B4-BE49-F238E27FC236}">
                <a16:creationId xmlns:a16="http://schemas.microsoft.com/office/drawing/2014/main" id="{A073D53F-A2C8-48F7-AFE2-04819C294FAD}"/>
              </a:ext>
            </a:extLst>
          </p:cNvPr>
          <p:cNvSpPr txBox="1"/>
          <p:nvPr/>
        </p:nvSpPr>
        <p:spPr>
          <a:xfrm>
            <a:off x="1087668" y="1664407"/>
            <a:ext cx="10369152" cy="1754326"/>
          </a:xfrm>
          <a:prstGeom prst="rect">
            <a:avLst/>
          </a:prstGeom>
          <a:solidFill>
            <a:schemeClr val="bg1"/>
          </a:solidFill>
        </p:spPr>
        <p:txBody>
          <a:bodyPr wrap="square" rtlCol="0">
            <a:spAutoFit/>
          </a:bodyPr>
          <a:lstStyle/>
          <a:p>
            <a:r>
              <a:rPr lang="nb-NO" dirty="0"/>
              <a:t>Hvordan lærer eleven best</a:t>
            </a:r>
          </a:p>
          <a:p>
            <a:r>
              <a:rPr lang="nb-NO" dirty="0"/>
              <a:t>Induktiv eller deduktiv. (Praksis først eller teori først)</a:t>
            </a:r>
          </a:p>
          <a:p>
            <a:r>
              <a:rPr lang="nb-NO" dirty="0"/>
              <a:t>Vi forventer at eleven har lært fra trafikalt  grunnkurs 1.4</a:t>
            </a:r>
          </a:p>
          <a:p>
            <a:r>
              <a:rPr lang="nb-NO" dirty="0"/>
              <a:t>Forventer også at eleven er villig til å samarbeide på punkt 1.4 og får kjenne selv på hvordan </a:t>
            </a:r>
            <a:r>
              <a:rPr lang="nb-NO" dirty="0" err="1"/>
              <a:t>f.eks</a:t>
            </a:r>
            <a:r>
              <a:rPr lang="nb-NO" dirty="0"/>
              <a:t> sittestillinger har betydning.</a:t>
            </a:r>
          </a:p>
          <a:p>
            <a:endParaRPr lang="nb-NO" dirty="0"/>
          </a:p>
        </p:txBody>
      </p:sp>
    </p:spTree>
    <p:extLst>
      <p:ext uri="{BB962C8B-B14F-4D97-AF65-F5344CB8AC3E}">
        <p14:creationId xmlns:p14="http://schemas.microsoft.com/office/powerpoint/2010/main" val="259157407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p:cNvSpPr txBox="1"/>
          <p:nvPr/>
        </p:nvSpPr>
        <p:spPr>
          <a:xfrm>
            <a:off x="1631950" y="1706824"/>
            <a:ext cx="10368706" cy="3693319"/>
          </a:xfrm>
          <a:prstGeom prst="rect">
            <a:avLst/>
          </a:prstGeom>
          <a:noFill/>
        </p:spPr>
        <p:txBody>
          <a:bodyPr wrap="square" rtlCol="0">
            <a:spAutoFit/>
          </a:bodyPr>
          <a:lstStyle/>
          <a:p>
            <a:r>
              <a:rPr lang="nb-NO" dirty="0"/>
              <a:t>Lærer bør beherske ulike metoder som f.eks.</a:t>
            </a:r>
          </a:p>
          <a:p>
            <a:pPr marL="285750" indent="-285750">
              <a:buFont typeface="Arial" panose="020B0604020202020204" pitchFamily="34" charset="0"/>
              <a:buChar char="•"/>
            </a:pPr>
            <a:r>
              <a:rPr lang="nb-NO" dirty="0"/>
              <a:t>Problemorientert undervisning</a:t>
            </a:r>
          </a:p>
          <a:p>
            <a:pPr marL="285750" indent="-285750">
              <a:buFont typeface="Arial" panose="020B0604020202020204" pitchFamily="34" charset="0"/>
              <a:buChar char="•"/>
            </a:pPr>
            <a:r>
              <a:rPr lang="nb-NO" dirty="0"/>
              <a:t>Veiledning</a:t>
            </a:r>
          </a:p>
          <a:p>
            <a:pPr marL="285750" indent="-285750">
              <a:buFont typeface="Arial" panose="020B0604020202020204" pitchFamily="34" charset="0"/>
              <a:buChar char="•"/>
            </a:pPr>
            <a:r>
              <a:rPr lang="nb-NO" dirty="0"/>
              <a:t>Demonstrasjon</a:t>
            </a:r>
          </a:p>
          <a:p>
            <a:pPr marL="285750" indent="-285750">
              <a:buFont typeface="Arial" panose="020B0604020202020204" pitchFamily="34" charset="0"/>
              <a:buChar char="•"/>
            </a:pPr>
            <a:r>
              <a:rPr lang="nb-NO" dirty="0"/>
              <a:t>Instruksjon</a:t>
            </a:r>
          </a:p>
          <a:p>
            <a:pPr marL="285750" indent="-285750">
              <a:buFont typeface="Arial" panose="020B0604020202020204" pitchFamily="34" charset="0"/>
              <a:buChar char="•"/>
            </a:pPr>
            <a:r>
              <a:rPr lang="nb-NO" dirty="0"/>
              <a:t>Spørrende</a:t>
            </a:r>
          </a:p>
          <a:p>
            <a:r>
              <a:rPr lang="nb-NO" dirty="0"/>
              <a:t>Beherske og kunne kombinere ulike undervisningsmetoder ut i fra elevens forutsetninger</a:t>
            </a:r>
          </a:p>
          <a:p>
            <a:endParaRPr lang="nb-NO" dirty="0"/>
          </a:p>
          <a:p>
            <a:r>
              <a:rPr lang="nb-NO" dirty="0"/>
              <a:t>Lærer må også kunne, beskrive, beherske, demonstrere, veilede i:</a:t>
            </a:r>
          </a:p>
          <a:p>
            <a:r>
              <a:rPr lang="nb-NO" dirty="0"/>
              <a:t>Riktig avstand og høyde i forhold til pedalene med fokus på gass/brems, hel under brems, hvilende ben med avstand mellom knærne. Riktig avstand til ratt, slik at rattet kan beveges i overkant, obs kollisjonspute. </a:t>
            </a:r>
            <a:r>
              <a:rPr lang="nb-NO" dirty="0" err="1"/>
              <a:t>Betjeningsinnrettninger</a:t>
            </a:r>
            <a:r>
              <a:rPr lang="nb-NO" dirty="0"/>
              <a:t> rundt og på rattet. Seterygg i forholdt til ratt og pedaler, kopling. Høydejustering i forhold til pedaler og sikt.</a:t>
            </a:r>
          </a:p>
        </p:txBody>
      </p:sp>
    </p:spTree>
    <p:extLst>
      <p:ext uri="{BB962C8B-B14F-4D97-AF65-F5344CB8AC3E}">
        <p14:creationId xmlns:p14="http://schemas.microsoft.com/office/powerpoint/2010/main" val="334370772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p:cNvSpPr txBox="1"/>
          <p:nvPr/>
        </p:nvSpPr>
        <p:spPr>
          <a:xfrm>
            <a:off x="1732482" y="1628775"/>
            <a:ext cx="10081120" cy="4247317"/>
          </a:xfrm>
          <a:prstGeom prst="rect">
            <a:avLst/>
          </a:prstGeom>
          <a:noFill/>
        </p:spPr>
        <p:txBody>
          <a:bodyPr wrap="square" rtlCol="0">
            <a:spAutoFit/>
          </a:bodyPr>
          <a:lstStyle/>
          <a:p>
            <a:r>
              <a:rPr lang="nb-NO" dirty="0"/>
              <a:t>Kombinerer ulike metoder ut i fra elevens forutsetninger</a:t>
            </a:r>
          </a:p>
          <a:p>
            <a:r>
              <a:rPr lang="nb-NO" dirty="0"/>
              <a:t>Veiledning/problemorientert undervisning</a:t>
            </a:r>
          </a:p>
          <a:p>
            <a:r>
              <a:rPr lang="nb-NO" dirty="0"/>
              <a:t>Demonstrasjon</a:t>
            </a:r>
          </a:p>
          <a:p>
            <a:r>
              <a:rPr lang="nb-NO" dirty="0"/>
              <a:t>Instruksjon</a:t>
            </a:r>
          </a:p>
          <a:p>
            <a:r>
              <a:rPr lang="nb-NO" dirty="0"/>
              <a:t>Spørrende</a:t>
            </a:r>
          </a:p>
          <a:p>
            <a:r>
              <a:rPr lang="nb-NO" dirty="0"/>
              <a:t>Refleksjon</a:t>
            </a:r>
          </a:p>
          <a:p>
            <a:r>
              <a:rPr lang="nb-NO" dirty="0"/>
              <a:t> </a:t>
            </a:r>
          </a:p>
          <a:p>
            <a:r>
              <a:rPr lang="nb-NO" dirty="0"/>
              <a:t>ARBEIDSTILLING:</a:t>
            </a:r>
          </a:p>
          <a:p>
            <a:r>
              <a:rPr lang="nb-NO" dirty="0"/>
              <a:t>(Riktig avstand og høyde i forhold til pedalene med fokus på brems/gass, hel under brems, hvilende ben med avstand mellom knærne. Riktig avstand til ratt, slik at rattet kan beveges i overkant, obs kollisjonspute. Betjeningsorganer rundt og på rattet. Seterygg i forholdt til ratt og pedaler, kopling. Høydejustering i forhold til pedaler og sikt)</a:t>
            </a:r>
          </a:p>
          <a:p>
            <a:r>
              <a:rPr lang="nb-NO" dirty="0"/>
              <a:t>(Ved manuell giring: Presis føring av girspaken, ved at eleven blir bevisst på hvor 0 punktet i fristillingen er. Når eleven skal føre giret igjennom 0 punktet, skal eleven kjenne dette. Ved giring til venstre/høyre for 0 punktet skal håndgrepet være riktig).  </a:t>
            </a:r>
          </a:p>
        </p:txBody>
      </p:sp>
    </p:spTree>
    <p:extLst>
      <p:ext uri="{BB962C8B-B14F-4D97-AF65-F5344CB8AC3E}">
        <p14:creationId xmlns:p14="http://schemas.microsoft.com/office/powerpoint/2010/main" val="208325555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a:extLst>
              <a:ext uri="{FF2B5EF4-FFF2-40B4-BE49-F238E27FC236}">
                <a16:creationId xmlns:a16="http://schemas.microsoft.com/office/drawing/2014/main" id="{3BCD464D-7B31-47D8-86CB-484D6F68F43D}"/>
              </a:ext>
            </a:extLst>
          </p:cNvPr>
          <p:cNvSpPr txBox="1"/>
          <p:nvPr/>
        </p:nvSpPr>
        <p:spPr>
          <a:xfrm>
            <a:off x="1631504" y="1979548"/>
            <a:ext cx="8496944" cy="369332"/>
          </a:xfrm>
          <a:prstGeom prst="rect">
            <a:avLst/>
          </a:prstGeom>
          <a:noFill/>
        </p:spPr>
        <p:txBody>
          <a:bodyPr wrap="square" rtlCol="0">
            <a:spAutoFit/>
          </a:bodyPr>
          <a:lstStyle/>
          <a:p>
            <a:r>
              <a:rPr lang="nb-NO" dirty="0"/>
              <a:t>Eks: Der hvor kjøretimen starter.</a:t>
            </a:r>
          </a:p>
        </p:txBody>
      </p:sp>
    </p:spTree>
    <p:extLst>
      <p:ext uri="{BB962C8B-B14F-4D97-AF65-F5344CB8AC3E}">
        <p14:creationId xmlns:p14="http://schemas.microsoft.com/office/powerpoint/2010/main" val="255978824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a:extLst>
              <a:ext uri="{FF2B5EF4-FFF2-40B4-BE49-F238E27FC236}">
                <a16:creationId xmlns:a16="http://schemas.microsoft.com/office/drawing/2014/main" id="{868416D3-EF69-4854-B26E-B5BB41FF7777}"/>
              </a:ext>
            </a:extLst>
          </p:cNvPr>
          <p:cNvSpPr txBox="1"/>
          <p:nvPr/>
        </p:nvSpPr>
        <p:spPr>
          <a:xfrm>
            <a:off x="1444450" y="2070115"/>
            <a:ext cx="9073008" cy="923330"/>
          </a:xfrm>
          <a:prstGeom prst="rect">
            <a:avLst/>
          </a:prstGeom>
          <a:noFill/>
        </p:spPr>
        <p:txBody>
          <a:bodyPr wrap="square" rtlCol="0">
            <a:spAutoFit/>
          </a:bodyPr>
          <a:lstStyle/>
          <a:p>
            <a:r>
              <a:rPr lang="nb-NO" dirty="0"/>
              <a:t>Eleven skal kjenne prioriteringen av at arbeidsstillingen bør være: Sikker effektiv og komfortabel.</a:t>
            </a:r>
          </a:p>
          <a:p>
            <a:r>
              <a:rPr lang="nb-NO" dirty="0"/>
              <a:t>										</a:t>
            </a:r>
          </a:p>
        </p:txBody>
      </p:sp>
    </p:spTree>
    <p:extLst>
      <p:ext uri="{BB962C8B-B14F-4D97-AF65-F5344CB8AC3E}">
        <p14:creationId xmlns:p14="http://schemas.microsoft.com/office/powerpoint/2010/main" val="308933364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kstSylinder 2"/>
          <p:cNvSpPr txBox="1"/>
          <p:nvPr/>
        </p:nvSpPr>
        <p:spPr>
          <a:xfrm>
            <a:off x="1444450" y="1700783"/>
            <a:ext cx="10369152" cy="923330"/>
          </a:xfrm>
          <a:prstGeom prst="rect">
            <a:avLst/>
          </a:prstGeom>
          <a:solidFill>
            <a:schemeClr val="bg1"/>
          </a:solidFill>
        </p:spPr>
        <p:txBody>
          <a:bodyPr wrap="square" rtlCol="0">
            <a:spAutoFit/>
          </a:bodyPr>
          <a:lstStyle/>
          <a:p>
            <a:r>
              <a:rPr lang="nb-NO" dirty="0"/>
              <a:t>Eleven skal </a:t>
            </a:r>
          </a:p>
          <a:p>
            <a:r>
              <a:rPr lang="nb-NO" dirty="0"/>
              <a:t>7. utføre igangsetting og stans, giring, styring, bremsing og rygging i variert terreng </a:t>
            </a:r>
          </a:p>
          <a:p>
            <a:endParaRPr lang="nb-NO" dirty="0"/>
          </a:p>
        </p:txBody>
      </p:sp>
    </p:spTree>
    <p:extLst>
      <p:ext uri="{BB962C8B-B14F-4D97-AF65-F5344CB8AC3E}">
        <p14:creationId xmlns:p14="http://schemas.microsoft.com/office/powerpoint/2010/main" val="214001463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87488" y="2132856"/>
            <a:ext cx="4188221" cy="3139321"/>
          </a:xfrm>
          <a:prstGeom prst="rect">
            <a:avLst/>
          </a:prstGeom>
          <a:solidFill>
            <a:schemeClr val="bg1"/>
          </a:solidFill>
        </p:spPr>
        <p:txBody>
          <a:bodyPr wrap="square" rtlCol="0">
            <a:spAutoFit/>
          </a:bodyPr>
          <a:lstStyle/>
          <a:p>
            <a:r>
              <a:rPr lang="nb-NO" dirty="0"/>
              <a:t>2.7 Grunnleggende bruk av bilen i variert terreng </a:t>
            </a:r>
          </a:p>
          <a:p>
            <a:r>
              <a:rPr lang="nb-NO" dirty="0"/>
              <a:t>Aktuelt innhold </a:t>
            </a:r>
          </a:p>
          <a:p>
            <a:pPr marL="285750" indent="-285750">
              <a:buFont typeface="Arial" panose="020B0604020202020204" pitchFamily="34" charset="0"/>
              <a:buChar char="•"/>
            </a:pPr>
            <a:r>
              <a:rPr lang="nb-NO" dirty="0"/>
              <a:t>Rattgrep og bruk av rattet </a:t>
            </a:r>
          </a:p>
          <a:p>
            <a:pPr marL="285750" indent="-285750">
              <a:buFont typeface="Arial" panose="020B0604020202020204" pitchFamily="34" charset="0"/>
              <a:buChar char="•"/>
            </a:pPr>
            <a:r>
              <a:rPr lang="nb-NO" dirty="0"/>
              <a:t>Observasjon og tegn ved igangsetting og stans </a:t>
            </a:r>
          </a:p>
          <a:p>
            <a:pPr marL="285750" indent="-285750">
              <a:buFont typeface="Arial" panose="020B0604020202020204" pitchFamily="34" charset="0"/>
              <a:buChar char="•"/>
            </a:pPr>
            <a:r>
              <a:rPr lang="nb-NO" dirty="0"/>
              <a:t>Kontrollert og behagelig igangsetting og stans, på flat veg, i med- og motbakke med og uten parkeringsbrems </a:t>
            </a:r>
          </a:p>
          <a:p>
            <a:pPr marL="285750" indent="-285750">
              <a:buFont typeface="Arial" panose="020B0604020202020204" pitchFamily="34" charset="0"/>
              <a:buChar char="•"/>
            </a:pPr>
            <a:r>
              <a:rPr lang="nb-NO" dirty="0"/>
              <a:t>Krypekjøring </a:t>
            </a:r>
          </a:p>
          <a:p>
            <a:pPr marL="285750" indent="-285750">
              <a:buFont typeface="Arial" panose="020B0604020202020204" pitchFamily="34" charset="0"/>
              <a:buChar char="•"/>
            </a:pPr>
            <a:r>
              <a:rPr lang="nb-NO" dirty="0"/>
              <a:t>Sikring av bil </a:t>
            </a:r>
          </a:p>
        </p:txBody>
      </p:sp>
      <p:sp>
        <p:nvSpPr>
          <p:cNvPr id="3" name="TekstSylinder 2"/>
          <p:cNvSpPr txBox="1"/>
          <p:nvPr/>
        </p:nvSpPr>
        <p:spPr>
          <a:xfrm>
            <a:off x="6312024" y="2132856"/>
            <a:ext cx="5472608" cy="3693319"/>
          </a:xfrm>
          <a:prstGeom prst="rect">
            <a:avLst/>
          </a:prstGeom>
          <a:noFill/>
        </p:spPr>
        <p:txBody>
          <a:bodyPr wrap="square" rtlCol="0">
            <a:spAutoFit/>
          </a:bodyPr>
          <a:lstStyle/>
          <a:p>
            <a:pPr marL="285750" indent="-285750">
              <a:buFont typeface="Arial" panose="020B0604020202020204" pitchFamily="34" charset="0"/>
              <a:buChar char="•"/>
            </a:pPr>
            <a:r>
              <a:rPr lang="nb-NO" dirty="0"/>
              <a:t>Kort stans ny start på flat veg og i bakke</a:t>
            </a:r>
          </a:p>
          <a:p>
            <a:pPr marL="285750" indent="-285750">
              <a:buFont typeface="Arial" panose="020B0604020202020204" pitchFamily="34" charset="0"/>
              <a:buChar char="•"/>
            </a:pPr>
            <a:r>
              <a:rPr lang="nb-NO" dirty="0"/>
              <a:t>Behagelig opp- og nedgiring på flat veg, i med- og motbakke </a:t>
            </a:r>
          </a:p>
          <a:p>
            <a:pPr marL="285750" indent="-285750">
              <a:buFont typeface="Arial" panose="020B0604020202020204" pitchFamily="34" charset="0"/>
              <a:buChar char="•"/>
            </a:pPr>
            <a:r>
              <a:rPr lang="nb-NO" dirty="0"/>
              <a:t>Normalakselerasjon opp til 60 km/t </a:t>
            </a:r>
          </a:p>
          <a:p>
            <a:pPr marL="285750" indent="-285750">
              <a:buFont typeface="Arial" panose="020B0604020202020204" pitchFamily="34" charset="0"/>
              <a:buChar char="•"/>
            </a:pPr>
            <a:r>
              <a:rPr lang="nb-NO" dirty="0"/>
              <a:t>Normalbremsing (1,5 – 2 m/s2) fra minst 60 km/t </a:t>
            </a:r>
          </a:p>
          <a:p>
            <a:pPr marL="285750" indent="-285750">
              <a:buFont typeface="Arial" panose="020B0604020202020204" pitchFamily="34" charset="0"/>
              <a:buChar char="•"/>
            </a:pPr>
            <a:r>
              <a:rPr lang="nb-NO" dirty="0"/>
              <a:t>Stans ved angitt sted fra forskjellige hastigheter </a:t>
            </a:r>
          </a:p>
          <a:p>
            <a:pPr marL="285750" indent="-285750">
              <a:buFont typeface="Arial" panose="020B0604020202020204" pitchFamily="34" charset="0"/>
              <a:buChar char="•"/>
            </a:pPr>
            <a:r>
              <a:rPr lang="nb-NO" dirty="0"/>
              <a:t>Hard nedbremsing for å kunne stanse foran en hindring</a:t>
            </a:r>
          </a:p>
          <a:p>
            <a:pPr marL="285750" indent="-285750">
              <a:buFont typeface="Arial" panose="020B0604020202020204" pitchFamily="34" charset="0"/>
              <a:buChar char="•"/>
            </a:pPr>
            <a:r>
              <a:rPr lang="nb-NO" dirty="0"/>
              <a:t>Valg av riktig gir i forhold til fart </a:t>
            </a:r>
          </a:p>
          <a:p>
            <a:pPr marL="285750" indent="-285750">
              <a:buFont typeface="Arial" panose="020B0604020202020204" pitchFamily="34" charset="0"/>
              <a:buChar char="•"/>
            </a:pPr>
            <a:r>
              <a:rPr lang="nb-NO" dirty="0"/>
              <a:t>Sving til høyre og venstre i vegkryss</a:t>
            </a:r>
          </a:p>
          <a:p>
            <a:pPr marL="285750" indent="-285750">
              <a:buFont typeface="Arial" panose="020B0604020202020204" pitchFamily="34" charset="0"/>
              <a:buChar char="•"/>
            </a:pPr>
            <a:r>
              <a:rPr lang="nb-NO" dirty="0"/>
              <a:t>Sittestilling og sikt ved rygging</a:t>
            </a:r>
          </a:p>
          <a:p>
            <a:pPr marL="285750" indent="-285750">
              <a:buFont typeface="Arial" panose="020B0604020202020204" pitchFamily="34" charset="0"/>
              <a:buChar char="•"/>
            </a:pPr>
            <a:r>
              <a:rPr lang="nb-NO" dirty="0"/>
              <a:t>Rygging rett bakover og i sving </a:t>
            </a:r>
          </a:p>
          <a:p>
            <a:pPr marL="285750" indent="-285750">
              <a:buFont typeface="Arial" panose="020B0604020202020204" pitchFamily="34" charset="0"/>
              <a:buChar char="•"/>
            </a:pPr>
            <a:r>
              <a:rPr lang="nb-NO" dirty="0"/>
              <a:t>Snuing og parkering, ulike metoder, i enkelt miljø</a:t>
            </a:r>
          </a:p>
        </p:txBody>
      </p:sp>
    </p:spTree>
    <p:extLst>
      <p:ext uri="{BB962C8B-B14F-4D97-AF65-F5344CB8AC3E}">
        <p14:creationId xmlns:p14="http://schemas.microsoft.com/office/powerpoint/2010/main" val="4645535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2308324"/>
          </a:xfrm>
          <a:prstGeom prst="rect">
            <a:avLst/>
          </a:prstGeom>
          <a:solidFill>
            <a:schemeClr val="bg1"/>
          </a:solidFill>
        </p:spPr>
        <p:txBody>
          <a:bodyPr wrap="square" rtlCol="0">
            <a:spAutoFit/>
          </a:bodyPr>
          <a:lstStyle/>
          <a:p>
            <a:r>
              <a:rPr lang="nb-NO" dirty="0"/>
              <a:t>2.7 Grunnleggende bruk av bilen i variert terreng </a:t>
            </a:r>
          </a:p>
          <a:p>
            <a:r>
              <a:rPr lang="nb-NO" dirty="0"/>
              <a:t>Aktuelt innhold</a:t>
            </a:r>
          </a:p>
          <a:p>
            <a:pPr marL="285750" indent="-285750">
              <a:buFont typeface="Arial" panose="020B0604020202020204" pitchFamily="34" charset="0"/>
              <a:buChar char="•"/>
            </a:pPr>
            <a:r>
              <a:rPr lang="nb-NO" dirty="0"/>
              <a:t>Normalakselerasjon opp til 60 km/t</a:t>
            </a:r>
          </a:p>
          <a:p>
            <a:pPr marL="285750" indent="-285750">
              <a:buFont typeface="Arial" panose="020B0604020202020204" pitchFamily="34" charset="0"/>
              <a:buChar char="•"/>
            </a:pPr>
            <a:r>
              <a:rPr lang="nb-NO" dirty="0"/>
              <a:t>Normalbremsing (1,5 – 2 m/s2) fra minst 60 km/t </a:t>
            </a:r>
          </a:p>
          <a:p>
            <a:pPr marL="285750" indent="-285750">
              <a:buFont typeface="Arial" panose="020B0604020202020204" pitchFamily="34" charset="0"/>
              <a:buChar char="•"/>
            </a:pPr>
            <a:r>
              <a:rPr lang="nb-NO" dirty="0"/>
              <a:t>Stans ved angitt sted fra forskjellige hastigheter </a:t>
            </a:r>
          </a:p>
          <a:p>
            <a:pPr marL="285750" indent="-285750">
              <a:buFont typeface="Arial" panose="020B0604020202020204" pitchFamily="34" charset="0"/>
              <a:buChar char="•"/>
            </a:pPr>
            <a:r>
              <a:rPr lang="nb-NO" dirty="0"/>
              <a:t>Hard nedbremsing for å kunne stanse foran en hindring , Valg av riktig gir i forhold til fart, Sving til høyre og venstre i vegkryss , Sittestilling og sikt ved rygging , Rygging rett bakover og i sving, Snuing og parkering, ulike metoder, i enkelt miljø</a:t>
            </a:r>
          </a:p>
        </p:txBody>
      </p:sp>
    </p:spTree>
    <p:extLst>
      <p:ext uri="{BB962C8B-B14F-4D97-AF65-F5344CB8AC3E}">
        <p14:creationId xmlns:p14="http://schemas.microsoft.com/office/powerpoint/2010/main" val="1934637217"/>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4" name="TekstSylinder 3">
            <a:extLst>
              <a:ext uri="{FF2B5EF4-FFF2-40B4-BE49-F238E27FC236}">
                <a16:creationId xmlns:a16="http://schemas.microsoft.com/office/drawing/2014/main" id="{2B91FF26-1F01-4730-B6E5-D5FBB45CC16B}"/>
              </a:ext>
            </a:extLst>
          </p:cNvPr>
          <p:cNvSpPr txBox="1"/>
          <p:nvPr/>
        </p:nvSpPr>
        <p:spPr>
          <a:xfrm>
            <a:off x="1847528" y="2780928"/>
            <a:ext cx="7776864" cy="2308324"/>
          </a:xfrm>
          <a:prstGeom prst="rect">
            <a:avLst/>
          </a:prstGeom>
          <a:noFill/>
        </p:spPr>
        <p:txBody>
          <a:bodyPr wrap="square" rtlCol="0">
            <a:spAutoFit/>
          </a:bodyPr>
          <a:lstStyle/>
          <a:p>
            <a:r>
              <a:rPr lang="nb-NO" dirty="0"/>
              <a:t>Viktig med riktig kjøretøybehandling for å få en sikker og trygg kjøring.</a:t>
            </a:r>
          </a:p>
          <a:p>
            <a:r>
              <a:rPr lang="nb-NO" dirty="0"/>
              <a:t>Kjøringen skal bli mest mulig automatisert.</a:t>
            </a:r>
          </a:p>
          <a:p>
            <a:endParaRPr lang="nb-NO" dirty="0"/>
          </a:p>
          <a:p>
            <a:r>
              <a:rPr lang="nb-NO" dirty="0"/>
              <a:t>Forstå grunnregel i praksis. Skal ikke kunne oppstå fare. </a:t>
            </a:r>
          </a:p>
          <a:p>
            <a:endParaRPr lang="nb-NO" dirty="0"/>
          </a:p>
          <a:p>
            <a:r>
              <a:rPr lang="nb-NO" dirty="0"/>
              <a:t>Arbeids fordeling i bil mellom lærer og elev for at det ikke skal kunne oppstå fare.</a:t>
            </a:r>
          </a:p>
          <a:p>
            <a:endParaRPr lang="nb-NO" dirty="0"/>
          </a:p>
          <a:p>
            <a:r>
              <a:rPr lang="nb-NO" dirty="0"/>
              <a:t>Enighet om å overta kontroll av bilen ut i fra elevens forutsetninger og behov.</a:t>
            </a:r>
          </a:p>
        </p:txBody>
      </p:sp>
      <p:sp>
        <p:nvSpPr>
          <p:cNvPr id="5" name="TekstSylinder 4">
            <a:extLst>
              <a:ext uri="{FF2B5EF4-FFF2-40B4-BE49-F238E27FC236}">
                <a16:creationId xmlns:a16="http://schemas.microsoft.com/office/drawing/2014/main" id="{D809C150-809D-4F5A-9C14-543D1AFE1CFB}"/>
              </a:ext>
            </a:extLst>
          </p:cNvPr>
          <p:cNvSpPr txBox="1"/>
          <p:nvPr/>
        </p:nvSpPr>
        <p:spPr>
          <a:xfrm>
            <a:off x="1847528" y="1664407"/>
            <a:ext cx="9609292" cy="923330"/>
          </a:xfrm>
          <a:prstGeom prst="rect">
            <a:avLst/>
          </a:prstGeom>
          <a:solidFill>
            <a:schemeClr val="bg1"/>
          </a:solidFill>
        </p:spPr>
        <p:txBody>
          <a:bodyPr wrap="square" rtlCol="0">
            <a:spAutoFit/>
          </a:bodyPr>
          <a:lstStyle/>
          <a:p>
            <a:r>
              <a:rPr lang="nb-NO" dirty="0"/>
              <a:t>Hvordan lærer eleven best</a:t>
            </a:r>
          </a:p>
          <a:p>
            <a:r>
              <a:rPr lang="nb-NO" dirty="0"/>
              <a:t>Induktiv eller deduktiv. (Praksis først eller teori først)</a:t>
            </a:r>
          </a:p>
          <a:p>
            <a:r>
              <a:rPr lang="nb-NO" dirty="0"/>
              <a:t>Vi forventer at eleven har lært fra trafikalt  grunnkurs 1.4</a:t>
            </a:r>
          </a:p>
        </p:txBody>
      </p:sp>
    </p:spTree>
    <p:extLst>
      <p:ext uri="{BB962C8B-B14F-4D97-AF65-F5344CB8AC3E}">
        <p14:creationId xmlns:p14="http://schemas.microsoft.com/office/powerpoint/2010/main" val="3478360609"/>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4" name="TekstSylinder 3">
            <a:extLst>
              <a:ext uri="{FF2B5EF4-FFF2-40B4-BE49-F238E27FC236}">
                <a16:creationId xmlns:a16="http://schemas.microsoft.com/office/drawing/2014/main" id="{3CE28C3F-587B-400B-8BAA-85CE080077F2}"/>
              </a:ext>
            </a:extLst>
          </p:cNvPr>
          <p:cNvSpPr txBox="1"/>
          <p:nvPr/>
        </p:nvSpPr>
        <p:spPr>
          <a:xfrm>
            <a:off x="1631950" y="1706824"/>
            <a:ext cx="10368706" cy="3693319"/>
          </a:xfrm>
          <a:prstGeom prst="rect">
            <a:avLst/>
          </a:prstGeom>
          <a:noFill/>
        </p:spPr>
        <p:txBody>
          <a:bodyPr wrap="square" rtlCol="0">
            <a:spAutoFit/>
          </a:bodyPr>
          <a:lstStyle/>
          <a:p>
            <a:r>
              <a:rPr lang="nb-NO" dirty="0"/>
              <a:t>Veiledning/problemorientert undervisning</a:t>
            </a:r>
          </a:p>
          <a:p>
            <a:r>
              <a:rPr lang="nb-NO" dirty="0"/>
              <a:t>Demonstrasjon</a:t>
            </a:r>
          </a:p>
          <a:p>
            <a:r>
              <a:rPr lang="nb-NO" dirty="0"/>
              <a:t>Instruksjon</a:t>
            </a:r>
          </a:p>
          <a:p>
            <a:r>
              <a:rPr lang="nb-NO" dirty="0"/>
              <a:t>Spørrende</a:t>
            </a:r>
          </a:p>
          <a:p>
            <a:r>
              <a:rPr lang="nb-NO" dirty="0"/>
              <a:t>Refleksjon</a:t>
            </a:r>
          </a:p>
          <a:p>
            <a:r>
              <a:rPr lang="nb-NO" dirty="0"/>
              <a:t>Beherske og kunne kombinere ulike undervisningsmetoder ut i fra elevens forutsetninger og trafikkopplæringsforskriftens mål.</a:t>
            </a:r>
          </a:p>
          <a:p>
            <a:endParaRPr lang="nb-NO" dirty="0"/>
          </a:p>
          <a:p>
            <a:r>
              <a:rPr lang="nb-NO" dirty="0"/>
              <a:t>Lærer må også kunne, beskrive, beherske, demonstrere, veilede i: </a:t>
            </a:r>
          </a:p>
          <a:p>
            <a:r>
              <a:rPr lang="nb-NO" dirty="0"/>
              <a:t>Riktig avstand og høyde i forhold til pedalene med fokus på gass/brems, hel under brems, hvilende ben med avstand mellom knærne. Riktig avstand til ratt, slik at rattet kan beveges i overkant, obs kollisjonspute. Betjeningsorganer rundt og på rattet. Seterygg i forholdt til ratt og pedaler, kopling. Høydejustering i forhold til pedaler og sikt. Lærer må kjenne til 0 punktet/fripunktet og håndgrepet/presset i forhold til girspaken.</a:t>
            </a:r>
          </a:p>
        </p:txBody>
      </p:sp>
    </p:spTree>
    <p:extLst>
      <p:ext uri="{BB962C8B-B14F-4D97-AF65-F5344CB8AC3E}">
        <p14:creationId xmlns:p14="http://schemas.microsoft.com/office/powerpoint/2010/main" val="192917656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p:cNvSpPr txBox="1"/>
          <p:nvPr/>
        </p:nvSpPr>
        <p:spPr>
          <a:xfrm>
            <a:off x="1991544" y="5486435"/>
            <a:ext cx="8568952" cy="369332"/>
          </a:xfrm>
          <a:prstGeom prst="rect">
            <a:avLst/>
          </a:prstGeom>
          <a:noFill/>
        </p:spPr>
        <p:txBody>
          <a:bodyPr wrap="square" rtlCol="0">
            <a:spAutoFit/>
          </a:bodyPr>
          <a:lstStyle/>
          <a:p>
            <a:r>
              <a:rPr lang="nb-NO" dirty="0"/>
              <a:t>Dette er en forutsetning for å lykkes med 3.4.</a:t>
            </a:r>
          </a:p>
        </p:txBody>
      </p:sp>
      <p:sp>
        <p:nvSpPr>
          <p:cNvPr id="4" name="TekstSylinder 3"/>
          <p:cNvSpPr txBox="1"/>
          <p:nvPr/>
        </p:nvSpPr>
        <p:spPr>
          <a:xfrm>
            <a:off x="1423098" y="1516117"/>
            <a:ext cx="10368706" cy="3970318"/>
          </a:xfrm>
          <a:prstGeom prst="rect">
            <a:avLst/>
          </a:prstGeom>
          <a:noFill/>
        </p:spPr>
        <p:txBody>
          <a:bodyPr wrap="square" rtlCol="0">
            <a:spAutoFit/>
          </a:bodyPr>
          <a:lstStyle/>
          <a:p>
            <a:r>
              <a:rPr lang="nb-NO" dirty="0"/>
              <a:t>Veiledning/problemorientert undervisning</a:t>
            </a:r>
          </a:p>
          <a:p>
            <a:r>
              <a:rPr lang="nb-NO" dirty="0"/>
              <a:t>Demonstrasjon</a:t>
            </a:r>
          </a:p>
          <a:p>
            <a:r>
              <a:rPr lang="nb-NO" dirty="0"/>
              <a:t>Instruksjon</a:t>
            </a:r>
          </a:p>
          <a:p>
            <a:r>
              <a:rPr lang="nb-NO" dirty="0"/>
              <a:t>Spørrende</a:t>
            </a:r>
          </a:p>
          <a:p>
            <a:r>
              <a:rPr lang="nb-NO" dirty="0"/>
              <a:t>Refleksjon</a:t>
            </a:r>
          </a:p>
          <a:p>
            <a:r>
              <a:rPr lang="nb-NO" dirty="0"/>
              <a:t>Beherske og kunne kombinere ulike undervisningsmetoder ut i fra elevens forutsetninger</a:t>
            </a:r>
          </a:p>
          <a:p>
            <a:endParaRPr lang="nb-NO" dirty="0"/>
          </a:p>
          <a:p>
            <a:r>
              <a:rPr lang="nb-NO" dirty="0"/>
              <a:t>Lærer må også kunne, beskrive, beherske, demonstrere, veilede i god og presis kjøreteknikk med utgangspunkt i riktig og god arbeidsstilling.</a:t>
            </a:r>
          </a:p>
          <a:p>
            <a:r>
              <a:rPr lang="nb-NO" dirty="0"/>
              <a:t>Riktig avstand og høyde i forhold til pedalene med fokus på gass/brems, hel under brems, hvilende ben med avstand mellom knærne. Riktig avstand til ratt, slik at rattet kan beveges i overkant, obs kollisjonspute. Betjeningsinnretninger rundt og på rattet. Seterygg i forholdt til ratt og pedaler, kopling. Høydejustering i forhold til pedaler og sikt. Lærer må kjenne til 0 punktet/fripunktet og håndgrepet/presset i forhold til girspaken.</a:t>
            </a:r>
          </a:p>
        </p:txBody>
      </p:sp>
    </p:spTree>
    <p:extLst>
      <p:ext uri="{BB962C8B-B14F-4D97-AF65-F5344CB8AC3E}">
        <p14:creationId xmlns:p14="http://schemas.microsoft.com/office/powerpoint/2010/main" val="319593703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Bilde 5" descr="Et bilde som inneholder tekst, kart&#10;&#10;Beskrivelse som er generert med svært høy visshet">
            <a:extLst>
              <a:ext uri="{FF2B5EF4-FFF2-40B4-BE49-F238E27FC236}">
                <a16:creationId xmlns:a16="http://schemas.microsoft.com/office/drawing/2014/main" id="{B0C1A8F2-B0C5-44A8-A83C-ECA975FACA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64222" y="1556918"/>
            <a:ext cx="4155714" cy="4495728"/>
          </a:xfrm>
          <a:prstGeom prst="rect">
            <a:avLst/>
          </a:prstGeom>
        </p:spPr>
      </p:pic>
      <p:sp>
        <p:nvSpPr>
          <p:cNvPr id="7" name="TekstSylinder 6">
            <a:extLst>
              <a:ext uri="{FF2B5EF4-FFF2-40B4-BE49-F238E27FC236}">
                <a16:creationId xmlns:a16="http://schemas.microsoft.com/office/drawing/2014/main" id="{FA822DA7-9324-4DD0-91E2-41094B49824F}"/>
              </a:ext>
            </a:extLst>
          </p:cNvPr>
          <p:cNvSpPr txBox="1"/>
          <p:nvPr/>
        </p:nvSpPr>
        <p:spPr>
          <a:xfrm>
            <a:off x="6096000" y="1844824"/>
            <a:ext cx="4896544" cy="1477328"/>
          </a:xfrm>
          <a:prstGeom prst="rect">
            <a:avLst/>
          </a:prstGeom>
          <a:noFill/>
        </p:spPr>
        <p:txBody>
          <a:bodyPr wrap="square" rtlCol="0">
            <a:spAutoFit/>
          </a:bodyPr>
          <a:lstStyle/>
          <a:p>
            <a:r>
              <a:rPr lang="nb-NO" dirty="0"/>
              <a:t>Område med liten trafikk.  </a:t>
            </a:r>
          </a:p>
          <a:p>
            <a:endParaRPr lang="nb-NO" dirty="0"/>
          </a:p>
          <a:p>
            <a:r>
              <a:rPr lang="nb-NO" dirty="0"/>
              <a:t>Strekninger med rundkjøringer med retur til trafikkskolen og området rundt. Bygge på steg for steg i henhold til målet.</a:t>
            </a:r>
          </a:p>
        </p:txBody>
      </p:sp>
      <p:sp>
        <p:nvSpPr>
          <p:cNvPr id="8" name="Ellipse 7">
            <a:extLst>
              <a:ext uri="{FF2B5EF4-FFF2-40B4-BE49-F238E27FC236}">
                <a16:creationId xmlns:a16="http://schemas.microsoft.com/office/drawing/2014/main" id="{D6921D57-4564-4541-8F9D-F0E0726607B6}"/>
              </a:ext>
            </a:extLst>
          </p:cNvPr>
          <p:cNvSpPr/>
          <p:nvPr/>
        </p:nvSpPr>
        <p:spPr>
          <a:xfrm>
            <a:off x="1559496" y="1556792"/>
            <a:ext cx="3322452" cy="4441242"/>
          </a:xfrm>
          <a:prstGeom prst="ellipse">
            <a:avLst/>
          </a:prstGeom>
          <a:noFill/>
          <a:ln w="222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9" name="TekstSylinder 8">
            <a:extLst>
              <a:ext uri="{FF2B5EF4-FFF2-40B4-BE49-F238E27FC236}">
                <a16:creationId xmlns:a16="http://schemas.microsoft.com/office/drawing/2014/main" id="{2EF9D301-4585-4BAF-8FB1-5C969DEA46C1}"/>
              </a:ext>
            </a:extLst>
          </p:cNvPr>
          <p:cNvSpPr txBox="1"/>
          <p:nvPr/>
        </p:nvSpPr>
        <p:spPr>
          <a:xfrm>
            <a:off x="6096000" y="3573063"/>
            <a:ext cx="4731778" cy="1200329"/>
          </a:xfrm>
          <a:prstGeom prst="rect">
            <a:avLst/>
          </a:prstGeom>
          <a:noFill/>
        </p:spPr>
        <p:txBody>
          <a:bodyPr wrap="square" rtlCol="0">
            <a:spAutoFit/>
          </a:bodyPr>
          <a:lstStyle/>
          <a:p>
            <a:r>
              <a:rPr lang="nb-NO" dirty="0"/>
              <a:t>fokus blir rattbruk, arbeidsstilling, stans, igangsetting, svingning. Området gir mulighet til å øve på rattbruk, og i igangsetting, stans angitt sted, gangfelt, ref. punkt for stans, vikelinje.</a:t>
            </a:r>
          </a:p>
        </p:txBody>
      </p:sp>
      <p:sp>
        <p:nvSpPr>
          <p:cNvPr id="10" name="TekstSylinder 9">
            <a:extLst>
              <a:ext uri="{FF2B5EF4-FFF2-40B4-BE49-F238E27FC236}">
                <a16:creationId xmlns:a16="http://schemas.microsoft.com/office/drawing/2014/main" id="{A674F126-5C45-45DE-A0F9-E11414CAD389}"/>
              </a:ext>
            </a:extLst>
          </p:cNvPr>
          <p:cNvSpPr txBox="1"/>
          <p:nvPr/>
        </p:nvSpPr>
        <p:spPr>
          <a:xfrm>
            <a:off x="8895668" y="5628702"/>
            <a:ext cx="2113912" cy="369332"/>
          </a:xfrm>
          <a:prstGeom prst="rect">
            <a:avLst/>
          </a:prstGeom>
          <a:noFill/>
        </p:spPr>
        <p:txBody>
          <a:bodyPr wrap="none" rtlCol="0">
            <a:spAutoFit/>
          </a:bodyPr>
          <a:lstStyle/>
          <a:p>
            <a:r>
              <a:rPr lang="nb-NO" dirty="0"/>
              <a:t>Fortsetter neste side</a:t>
            </a:r>
          </a:p>
        </p:txBody>
      </p:sp>
    </p:spTree>
    <p:extLst>
      <p:ext uri="{BB962C8B-B14F-4D97-AF65-F5344CB8AC3E}">
        <p14:creationId xmlns:p14="http://schemas.microsoft.com/office/powerpoint/2010/main" val="10401234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Bilde 2" descr="Et bilde som inneholder tekst, kart, himmel&#10;&#10;Automatisk generert beskrivelse">
            <a:extLst>
              <a:ext uri="{FF2B5EF4-FFF2-40B4-BE49-F238E27FC236}">
                <a16:creationId xmlns:a16="http://schemas.microsoft.com/office/drawing/2014/main" id="{79992435-EFB5-42E5-9BA1-32CABE3D5A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64184" y="1628800"/>
            <a:ext cx="4606312" cy="4423582"/>
          </a:xfrm>
          <a:prstGeom prst="rect">
            <a:avLst/>
          </a:prstGeom>
        </p:spPr>
      </p:pic>
      <p:sp>
        <p:nvSpPr>
          <p:cNvPr id="4" name="TekstSylinder 3">
            <a:extLst>
              <a:ext uri="{FF2B5EF4-FFF2-40B4-BE49-F238E27FC236}">
                <a16:creationId xmlns:a16="http://schemas.microsoft.com/office/drawing/2014/main" id="{1BBB5A03-11C6-48E3-9C8D-A22011BC0F96}"/>
              </a:ext>
            </a:extLst>
          </p:cNvPr>
          <p:cNvSpPr txBox="1"/>
          <p:nvPr/>
        </p:nvSpPr>
        <p:spPr>
          <a:xfrm>
            <a:off x="6312024" y="1772816"/>
            <a:ext cx="5616624" cy="3293209"/>
          </a:xfrm>
          <a:prstGeom prst="rect">
            <a:avLst/>
          </a:prstGeom>
          <a:noFill/>
        </p:spPr>
        <p:txBody>
          <a:bodyPr wrap="square" rtlCol="0">
            <a:spAutoFit/>
          </a:bodyPr>
          <a:lstStyle/>
          <a:p>
            <a:r>
              <a:rPr lang="nb-NO" sz="1600" dirty="0"/>
              <a:t>Området rundt skolen egner seg godt til igangsetting og stans. Bakkestart og krypkjøring. Bruk av ratt.</a:t>
            </a:r>
          </a:p>
          <a:p>
            <a:r>
              <a:rPr lang="nb-NO" sz="1600" dirty="0"/>
              <a:t>Ved å starte på parkeringsplassen bak skolen kan eleven øve på arbeidsstilling, rattbruk, krypekjøring, igangsetting og stans. I tillegg er det egnet til rygging, vending og parkering, samt sikkerhetskontroll.</a:t>
            </a:r>
          </a:p>
          <a:p>
            <a:endParaRPr lang="nb-NO" sz="1600" dirty="0"/>
          </a:p>
          <a:p>
            <a:r>
              <a:rPr lang="nb-NO" sz="1600" dirty="0"/>
              <a:t>Stallerudveien bak skolen  egner seg godt også til test av bremsekraftforsterker, servo ved å la elevene kjenne på dette med avslått motor fra boligblokkene som ligger høyest.</a:t>
            </a:r>
          </a:p>
          <a:p>
            <a:endParaRPr lang="nb-NO" sz="1600" dirty="0"/>
          </a:p>
          <a:p>
            <a:r>
              <a:rPr lang="nb-NO" sz="1600" dirty="0"/>
              <a:t>Bensinstasjonen Uno </a:t>
            </a:r>
            <a:r>
              <a:rPr lang="nb-NO" sz="1600" dirty="0" err="1"/>
              <a:t>X</a:t>
            </a:r>
            <a:r>
              <a:rPr lang="nb-NO" sz="1600" dirty="0"/>
              <a:t> kan benyttes til rattbruk kombinert med krypekjøring.</a:t>
            </a:r>
          </a:p>
        </p:txBody>
      </p:sp>
      <p:sp>
        <p:nvSpPr>
          <p:cNvPr id="5" name="TekstSylinder 4">
            <a:extLst>
              <a:ext uri="{FF2B5EF4-FFF2-40B4-BE49-F238E27FC236}">
                <a16:creationId xmlns:a16="http://schemas.microsoft.com/office/drawing/2014/main" id="{0FB25F73-84DC-48A8-9FC2-0BEFE724F315}"/>
              </a:ext>
            </a:extLst>
          </p:cNvPr>
          <p:cNvSpPr txBox="1"/>
          <p:nvPr/>
        </p:nvSpPr>
        <p:spPr>
          <a:xfrm>
            <a:off x="8895668" y="5628702"/>
            <a:ext cx="2113912" cy="369332"/>
          </a:xfrm>
          <a:prstGeom prst="rect">
            <a:avLst/>
          </a:prstGeom>
          <a:noFill/>
        </p:spPr>
        <p:txBody>
          <a:bodyPr wrap="none" rtlCol="0">
            <a:spAutoFit/>
          </a:bodyPr>
          <a:lstStyle/>
          <a:p>
            <a:r>
              <a:rPr lang="nb-NO" dirty="0"/>
              <a:t>Fortsetter neste side</a:t>
            </a:r>
          </a:p>
        </p:txBody>
      </p:sp>
    </p:spTree>
    <p:extLst>
      <p:ext uri="{BB962C8B-B14F-4D97-AF65-F5344CB8AC3E}">
        <p14:creationId xmlns:p14="http://schemas.microsoft.com/office/powerpoint/2010/main" val="3197418646"/>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a:extLst>
              <a:ext uri="{FF2B5EF4-FFF2-40B4-BE49-F238E27FC236}">
                <a16:creationId xmlns:a16="http://schemas.microsoft.com/office/drawing/2014/main" id="{97FAD2CD-3639-4044-9EF7-68D984E42531}"/>
              </a:ext>
            </a:extLst>
          </p:cNvPr>
          <p:cNvSpPr txBox="1"/>
          <p:nvPr/>
        </p:nvSpPr>
        <p:spPr>
          <a:xfrm>
            <a:off x="4223792" y="2924944"/>
            <a:ext cx="7157762" cy="2554545"/>
          </a:xfrm>
          <a:prstGeom prst="rect">
            <a:avLst/>
          </a:prstGeom>
          <a:solidFill>
            <a:schemeClr val="bg1"/>
          </a:solidFill>
        </p:spPr>
        <p:txBody>
          <a:bodyPr wrap="square" rtlCol="0">
            <a:spAutoFit/>
          </a:bodyPr>
          <a:lstStyle/>
          <a:p>
            <a:r>
              <a:rPr lang="nb-NO" sz="1600" dirty="0"/>
              <a:t>2.7 Grunnleggende bruk av bilen i variert terreng </a:t>
            </a:r>
          </a:p>
          <a:p>
            <a:r>
              <a:rPr lang="nb-NO" sz="1600" dirty="0"/>
              <a:t>Aktuelt innhold </a:t>
            </a:r>
          </a:p>
          <a:p>
            <a:endParaRPr lang="nb-NO" sz="1600" dirty="0"/>
          </a:p>
          <a:p>
            <a:pPr marL="285750" indent="-285750">
              <a:buFont typeface="Arial" panose="020B0604020202020204" pitchFamily="34" charset="0"/>
              <a:buChar char="•"/>
            </a:pPr>
            <a:r>
              <a:rPr lang="nb-NO" sz="1600" dirty="0"/>
              <a:t>Normalakselerasjon opp til 60 km/t</a:t>
            </a:r>
          </a:p>
          <a:p>
            <a:pPr marL="285750" indent="-285750">
              <a:buFont typeface="Arial" panose="020B0604020202020204" pitchFamily="34" charset="0"/>
              <a:buChar char="•"/>
            </a:pPr>
            <a:r>
              <a:rPr lang="nb-NO" sz="1600" dirty="0"/>
              <a:t>Normalbremsing (1,5 – 2 m/s2) fra minst 60 km/t </a:t>
            </a:r>
          </a:p>
          <a:p>
            <a:pPr marL="285750" indent="-285750">
              <a:buFont typeface="Arial" panose="020B0604020202020204" pitchFamily="34" charset="0"/>
              <a:buChar char="•"/>
            </a:pPr>
            <a:r>
              <a:rPr lang="nb-NO" sz="1600" dirty="0"/>
              <a:t>Stans ved angitt sted fra forskjellige hastigheter </a:t>
            </a:r>
          </a:p>
          <a:p>
            <a:pPr marL="285750" indent="-285750">
              <a:buFont typeface="Arial" panose="020B0604020202020204" pitchFamily="34" charset="0"/>
              <a:buChar char="•"/>
            </a:pPr>
            <a:r>
              <a:rPr lang="nb-NO" sz="1600" dirty="0"/>
              <a:t>Hard nedbremsing for å kunne stanse foran en hindring , Valg av riktig gir i forhold til fart, Sving til høyre og venstre i vegkryss , Sittestilling og sikt ved rygging , Rygging rett bakover og i sving, Snuing og parkering, ulike metoder, i enkelt miljø</a:t>
            </a:r>
          </a:p>
        </p:txBody>
      </p:sp>
      <p:pic>
        <p:nvPicPr>
          <p:cNvPr id="4" name="Bilde 3" descr="Et bilde som inneholder tekst, kart&#10;&#10;Automatisk generert beskrivelse">
            <a:extLst>
              <a:ext uri="{FF2B5EF4-FFF2-40B4-BE49-F238E27FC236}">
                <a16:creationId xmlns:a16="http://schemas.microsoft.com/office/drawing/2014/main" id="{47B40FB5-7A1E-4BBC-877E-93D51667F3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87488" y="1556792"/>
            <a:ext cx="2528338" cy="4399767"/>
          </a:xfrm>
          <a:prstGeom prst="rect">
            <a:avLst/>
          </a:prstGeom>
        </p:spPr>
      </p:pic>
      <p:sp>
        <p:nvSpPr>
          <p:cNvPr id="5" name="TekstSylinder 4">
            <a:extLst>
              <a:ext uri="{FF2B5EF4-FFF2-40B4-BE49-F238E27FC236}">
                <a16:creationId xmlns:a16="http://schemas.microsoft.com/office/drawing/2014/main" id="{6828D087-F7C8-4192-BB2C-887D93675A3E}"/>
              </a:ext>
            </a:extLst>
          </p:cNvPr>
          <p:cNvSpPr txBox="1"/>
          <p:nvPr/>
        </p:nvSpPr>
        <p:spPr>
          <a:xfrm>
            <a:off x="4223792" y="1844824"/>
            <a:ext cx="7157762" cy="646331"/>
          </a:xfrm>
          <a:prstGeom prst="rect">
            <a:avLst/>
          </a:prstGeom>
          <a:noFill/>
        </p:spPr>
        <p:txBody>
          <a:bodyPr wrap="square" rtlCol="0">
            <a:spAutoFit/>
          </a:bodyPr>
          <a:lstStyle/>
          <a:p>
            <a:r>
              <a:rPr lang="nb-NO" dirty="0"/>
              <a:t>Strekningen Uno </a:t>
            </a:r>
            <a:r>
              <a:rPr lang="nb-NO" dirty="0" err="1"/>
              <a:t>X</a:t>
            </a:r>
            <a:r>
              <a:rPr lang="nb-NO" dirty="0"/>
              <a:t> med retur i rundkjøringen på Ulsrud kan benyttes til akselerasjon, giring, styring, kort stans ny start, bremsing ulike metoder.</a:t>
            </a:r>
          </a:p>
        </p:txBody>
      </p:sp>
    </p:spTree>
    <p:extLst>
      <p:ext uri="{BB962C8B-B14F-4D97-AF65-F5344CB8AC3E}">
        <p14:creationId xmlns:p14="http://schemas.microsoft.com/office/powerpoint/2010/main" val="1355870696"/>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a:extLst>
              <a:ext uri="{FF2B5EF4-FFF2-40B4-BE49-F238E27FC236}">
                <a16:creationId xmlns:a16="http://schemas.microsoft.com/office/drawing/2014/main" id="{6853667E-E18B-440E-A901-69D0E2AC705B}"/>
              </a:ext>
            </a:extLst>
          </p:cNvPr>
          <p:cNvSpPr txBox="1"/>
          <p:nvPr/>
        </p:nvSpPr>
        <p:spPr>
          <a:xfrm>
            <a:off x="1703512" y="1859339"/>
            <a:ext cx="9361040" cy="3139321"/>
          </a:xfrm>
          <a:prstGeom prst="rect">
            <a:avLst/>
          </a:prstGeom>
          <a:noFill/>
        </p:spPr>
        <p:txBody>
          <a:bodyPr wrap="square" rtlCol="0">
            <a:spAutoFit/>
          </a:bodyPr>
          <a:lstStyle/>
          <a:p>
            <a:r>
              <a:rPr lang="nb-NO" dirty="0"/>
              <a:t>Eleven bør se selv at om han behersker målene som er satt i LP. </a:t>
            </a:r>
          </a:p>
          <a:p>
            <a:endParaRPr lang="nb-NO" dirty="0"/>
          </a:p>
          <a:p>
            <a:r>
              <a:rPr lang="nb-NO" dirty="0"/>
              <a:t>Ønsket er at eleven kan utføre:</a:t>
            </a:r>
          </a:p>
          <a:p>
            <a:endParaRPr lang="nb-NO" dirty="0"/>
          </a:p>
          <a:p>
            <a:pPr marL="285750" indent="-285750">
              <a:buFont typeface="Arial" panose="020B0604020202020204" pitchFamily="34" charset="0"/>
              <a:buChar char="•"/>
            </a:pPr>
            <a:r>
              <a:rPr lang="nb-NO" dirty="0"/>
              <a:t>Normalakselerasjon opp til 60 km/t</a:t>
            </a:r>
          </a:p>
          <a:p>
            <a:pPr marL="285750" indent="-285750">
              <a:buFont typeface="Arial" panose="020B0604020202020204" pitchFamily="34" charset="0"/>
              <a:buChar char="•"/>
            </a:pPr>
            <a:r>
              <a:rPr lang="nb-NO" dirty="0"/>
              <a:t>Normalbremsing (1,5 – 2 m/s2) fra minst 60 km/t </a:t>
            </a:r>
          </a:p>
          <a:p>
            <a:pPr marL="285750" indent="-285750">
              <a:buFont typeface="Arial" panose="020B0604020202020204" pitchFamily="34" charset="0"/>
              <a:buChar char="•"/>
            </a:pPr>
            <a:r>
              <a:rPr lang="nb-NO" dirty="0"/>
              <a:t>Stans ved angitt sted fra forskjellige hastigheter </a:t>
            </a:r>
          </a:p>
          <a:p>
            <a:pPr marL="285750" indent="-285750">
              <a:buFont typeface="Arial" panose="020B0604020202020204" pitchFamily="34" charset="0"/>
              <a:buChar char="•"/>
            </a:pPr>
            <a:r>
              <a:rPr lang="nb-NO" dirty="0"/>
              <a:t>Hard nedbremsing for å kunne stanse foran en hindring </a:t>
            </a:r>
          </a:p>
          <a:p>
            <a:pPr marL="285750" indent="-285750">
              <a:buFont typeface="Arial" panose="020B0604020202020204" pitchFamily="34" charset="0"/>
              <a:buChar char="•"/>
            </a:pPr>
            <a:r>
              <a:rPr lang="nb-NO" dirty="0"/>
              <a:t>Valg av riktig gir i forhold til fart, sving til høyre og venstre i vegkryss.</a:t>
            </a:r>
          </a:p>
          <a:p>
            <a:pPr marL="285750" indent="-285750">
              <a:buFont typeface="Arial" panose="020B0604020202020204" pitchFamily="34" charset="0"/>
              <a:buChar char="•"/>
            </a:pPr>
            <a:r>
              <a:rPr lang="nb-NO" dirty="0"/>
              <a:t>Sittestilling og sikt ved rygging.</a:t>
            </a:r>
          </a:p>
          <a:p>
            <a:pPr marL="285750" indent="-285750">
              <a:buFont typeface="Arial" panose="020B0604020202020204" pitchFamily="34" charset="0"/>
              <a:buChar char="•"/>
            </a:pPr>
            <a:r>
              <a:rPr lang="nb-NO" dirty="0"/>
              <a:t>Rygging rett bakover og i sving, snuing og parkering, ulike metoder, i enkelt miljø.</a:t>
            </a:r>
          </a:p>
        </p:txBody>
      </p:sp>
    </p:spTree>
    <p:extLst>
      <p:ext uri="{BB962C8B-B14F-4D97-AF65-F5344CB8AC3E}">
        <p14:creationId xmlns:p14="http://schemas.microsoft.com/office/powerpoint/2010/main" val="3457767076"/>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923330"/>
          </a:xfrm>
          <a:prstGeom prst="rect">
            <a:avLst/>
          </a:prstGeom>
          <a:solidFill>
            <a:schemeClr val="bg1"/>
          </a:solidFill>
        </p:spPr>
        <p:txBody>
          <a:bodyPr wrap="square" rtlCol="0">
            <a:spAutoFit/>
          </a:bodyPr>
          <a:lstStyle/>
          <a:p>
            <a:r>
              <a:rPr lang="nb-NO" dirty="0"/>
              <a:t>Eleven skal </a:t>
            </a:r>
          </a:p>
          <a:p>
            <a:r>
              <a:rPr lang="nb-NO" dirty="0"/>
              <a:t>8. beherske grunnleggende kjøretøybehandling i områder med liten trafikk</a:t>
            </a:r>
          </a:p>
          <a:p>
            <a:endParaRPr lang="nb-NO" dirty="0"/>
          </a:p>
        </p:txBody>
      </p:sp>
    </p:spTree>
    <p:extLst>
      <p:ext uri="{BB962C8B-B14F-4D97-AF65-F5344CB8AC3E}">
        <p14:creationId xmlns:p14="http://schemas.microsoft.com/office/powerpoint/2010/main" val="14180159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kstSylinder 2"/>
          <p:cNvSpPr txBox="1"/>
          <p:nvPr/>
        </p:nvSpPr>
        <p:spPr>
          <a:xfrm>
            <a:off x="1444450" y="1700783"/>
            <a:ext cx="10369152" cy="1477328"/>
          </a:xfrm>
          <a:prstGeom prst="rect">
            <a:avLst/>
          </a:prstGeom>
          <a:solidFill>
            <a:schemeClr val="bg1"/>
          </a:solidFill>
        </p:spPr>
        <p:txBody>
          <a:bodyPr wrap="square" rtlCol="0">
            <a:spAutoFit/>
          </a:bodyPr>
          <a:lstStyle/>
          <a:p>
            <a:r>
              <a:rPr lang="nb-NO" dirty="0"/>
              <a:t>2.8 Grunnleggende kjøretøybehandling i områder med liten trafikk </a:t>
            </a:r>
          </a:p>
          <a:p>
            <a:r>
              <a:rPr lang="nb-NO" dirty="0"/>
              <a:t>Aktuelt innhold </a:t>
            </a:r>
          </a:p>
          <a:p>
            <a:pPr marL="285750" indent="-285750">
              <a:buFont typeface="Arial" panose="020B0604020202020204" pitchFamily="34" charset="0"/>
              <a:buChar char="•"/>
            </a:pPr>
            <a:r>
              <a:rPr lang="nb-NO" dirty="0"/>
              <a:t>Funksjonell øving ved sammenhengende kjøring i områder med liten trafikk</a:t>
            </a:r>
          </a:p>
          <a:p>
            <a:pPr marL="285750" indent="-285750">
              <a:buFont typeface="Arial" panose="020B0604020202020204" pitchFamily="34" charset="0"/>
              <a:buChar char="•"/>
            </a:pPr>
            <a:r>
              <a:rPr lang="nb-NO" dirty="0"/>
              <a:t>Økonomisk og miljøvennlig kjøring</a:t>
            </a:r>
          </a:p>
          <a:p>
            <a:endParaRPr lang="nb-NO" dirty="0"/>
          </a:p>
        </p:txBody>
      </p:sp>
    </p:spTree>
    <p:extLst>
      <p:ext uri="{BB962C8B-B14F-4D97-AF65-F5344CB8AC3E}">
        <p14:creationId xmlns:p14="http://schemas.microsoft.com/office/powerpoint/2010/main" val="74577225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a:extLst>
              <a:ext uri="{FF2B5EF4-FFF2-40B4-BE49-F238E27FC236}">
                <a16:creationId xmlns:a16="http://schemas.microsoft.com/office/drawing/2014/main" id="{D7DA9F12-A3C7-4E01-B52A-8975C2E3E91C}"/>
              </a:ext>
            </a:extLst>
          </p:cNvPr>
          <p:cNvSpPr txBox="1"/>
          <p:nvPr/>
        </p:nvSpPr>
        <p:spPr>
          <a:xfrm>
            <a:off x="1732482" y="1948818"/>
            <a:ext cx="9793088" cy="369332"/>
          </a:xfrm>
          <a:prstGeom prst="rect">
            <a:avLst/>
          </a:prstGeom>
          <a:noFill/>
        </p:spPr>
        <p:txBody>
          <a:bodyPr wrap="square" rtlCol="0">
            <a:spAutoFit/>
          </a:bodyPr>
          <a:lstStyle/>
          <a:p>
            <a:r>
              <a:rPr lang="nb-NO" dirty="0"/>
              <a:t>Skal beherske grunnleggende kjøretøysbehandling slik at oppmerksomheten rettes mot trafikkbildet.</a:t>
            </a:r>
          </a:p>
        </p:txBody>
      </p:sp>
      <p:sp>
        <p:nvSpPr>
          <p:cNvPr id="4" name="TekstSylinder 3">
            <a:extLst>
              <a:ext uri="{FF2B5EF4-FFF2-40B4-BE49-F238E27FC236}">
                <a16:creationId xmlns:a16="http://schemas.microsoft.com/office/drawing/2014/main" id="{BB9BACC6-29B5-4A4E-8893-8B5F271D79EF}"/>
              </a:ext>
            </a:extLst>
          </p:cNvPr>
          <p:cNvSpPr txBox="1"/>
          <p:nvPr/>
        </p:nvSpPr>
        <p:spPr>
          <a:xfrm>
            <a:off x="1732482" y="4005064"/>
            <a:ext cx="8972030" cy="646331"/>
          </a:xfrm>
          <a:prstGeom prst="rect">
            <a:avLst/>
          </a:prstGeom>
          <a:noFill/>
        </p:spPr>
        <p:txBody>
          <a:bodyPr wrap="square" rtlCol="0">
            <a:spAutoFit/>
          </a:bodyPr>
          <a:lstStyle/>
          <a:p>
            <a:r>
              <a:rPr lang="nb-NO" dirty="0"/>
              <a:t>Viktig at eleven har automatisert kjøring slik at det kan kjøres i områder med liten trafikk.</a:t>
            </a:r>
            <a:br>
              <a:rPr lang="nb-NO" dirty="0"/>
            </a:br>
            <a:r>
              <a:rPr lang="nb-NO" dirty="0"/>
              <a:t>Eleven skal også ha fokus på økonomisk og miljøvennlig kjøring.</a:t>
            </a:r>
          </a:p>
        </p:txBody>
      </p:sp>
      <p:sp>
        <p:nvSpPr>
          <p:cNvPr id="5" name="TekstSylinder 4">
            <a:extLst>
              <a:ext uri="{FF2B5EF4-FFF2-40B4-BE49-F238E27FC236}">
                <a16:creationId xmlns:a16="http://schemas.microsoft.com/office/drawing/2014/main" id="{A3BB129D-0B05-4E93-97E6-10C88B5451A9}"/>
              </a:ext>
            </a:extLst>
          </p:cNvPr>
          <p:cNvSpPr txBox="1"/>
          <p:nvPr/>
        </p:nvSpPr>
        <p:spPr>
          <a:xfrm>
            <a:off x="1732482" y="2699942"/>
            <a:ext cx="10369152" cy="369332"/>
          </a:xfrm>
          <a:prstGeom prst="rect">
            <a:avLst/>
          </a:prstGeom>
          <a:solidFill>
            <a:schemeClr val="bg1"/>
          </a:solidFill>
        </p:spPr>
        <p:txBody>
          <a:bodyPr wrap="square" rtlCol="0">
            <a:spAutoFit/>
          </a:bodyPr>
          <a:lstStyle/>
          <a:p>
            <a:r>
              <a:rPr lang="nb-NO" dirty="0"/>
              <a:t>Kunne bruke speil og sjekke blindsone automatisk</a:t>
            </a:r>
          </a:p>
        </p:txBody>
      </p:sp>
    </p:spTree>
    <p:extLst>
      <p:ext uri="{BB962C8B-B14F-4D97-AF65-F5344CB8AC3E}">
        <p14:creationId xmlns:p14="http://schemas.microsoft.com/office/powerpoint/2010/main" val="37441944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kstSylinder 2"/>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4" name="TekstSylinder 3"/>
          <p:cNvSpPr txBox="1"/>
          <p:nvPr/>
        </p:nvSpPr>
        <p:spPr>
          <a:xfrm>
            <a:off x="1631950" y="1706824"/>
            <a:ext cx="10368706" cy="3416320"/>
          </a:xfrm>
          <a:prstGeom prst="rect">
            <a:avLst/>
          </a:prstGeom>
          <a:noFill/>
        </p:spPr>
        <p:txBody>
          <a:bodyPr wrap="square" rtlCol="0">
            <a:spAutoFit/>
          </a:bodyPr>
          <a:lstStyle/>
          <a:p>
            <a:r>
              <a:rPr lang="nb-NO" dirty="0"/>
              <a:t>Veiledning/problemorientert undervisning</a:t>
            </a:r>
          </a:p>
          <a:p>
            <a:r>
              <a:rPr lang="nb-NO" dirty="0"/>
              <a:t>Demonstrasjon</a:t>
            </a:r>
          </a:p>
          <a:p>
            <a:r>
              <a:rPr lang="nb-NO" dirty="0"/>
              <a:t>Instruksjon</a:t>
            </a:r>
          </a:p>
          <a:p>
            <a:r>
              <a:rPr lang="nb-NO" dirty="0"/>
              <a:t>Spørrende</a:t>
            </a:r>
          </a:p>
          <a:p>
            <a:r>
              <a:rPr lang="nb-NO" dirty="0"/>
              <a:t>Reflekterende team</a:t>
            </a:r>
          </a:p>
          <a:p>
            <a:r>
              <a:rPr lang="nb-NO" dirty="0"/>
              <a:t>Refleksjon</a:t>
            </a:r>
          </a:p>
          <a:p>
            <a:r>
              <a:rPr lang="nb-NO" dirty="0"/>
              <a:t>Beherske og kunne kombinere ulike undervisningsmetoder ut i fra elevens forutsetninger</a:t>
            </a:r>
          </a:p>
          <a:p>
            <a:endParaRPr lang="nb-NO" dirty="0"/>
          </a:p>
          <a:p>
            <a:r>
              <a:rPr lang="nb-NO" dirty="0"/>
              <a:t>Lærer må også kunne:</a:t>
            </a:r>
          </a:p>
          <a:p>
            <a:pPr marL="285750" indent="-285750">
              <a:buFont typeface="Arial" panose="020B0604020202020204" pitchFamily="34" charset="0"/>
              <a:buChar char="•"/>
            </a:pPr>
            <a:r>
              <a:rPr lang="nb-NO" dirty="0"/>
              <a:t>Beskrive, beherske.</a:t>
            </a:r>
          </a:p>
          <a:p>
            <a:pPr marL="285750" indent="-285750">
              <a:buFont typeface="Arial" panose="020B0604020202020204" pitchFamily="34" charset="0"/>
              <a:buChar char="•"/>
            </a:pPr>
            <a:r>
              <a:rPr lang="nb-NO" dirty="0"/>
              <a:t>Demonstrere.</a:t>
            </a:r>
          </a:p>
          <a:p>
            <a:pPr marL="285750" indent="-285750">
              <a:buFont typeface="Arial" panose="020B0604020202020204" pitchFamily="34" charset="0"/>
              <a:buChar char="•"/>
            </a:pPr>
            <a:r>
              <a:rPr lang="nb-NO" dirty="0"/>
              <a:t>Veilede i grunnleggende kjøretøybehandling.</a:t>
            </a:r>
          </a:p>
        </p:txBody>
      </p:sp>
    </p:spTree>
    <p:extLst>
      <p:ext uri="{BB962C8B-B14F-4D97-AF65-F5344CB8AC3E}">
        <p14:creationId xmlns:p14="http://schemas.microsoft.com/office/powerpoint/2010/main" val="2711367570"/>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kstSylinder 2"/>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2" name="TekstSylinder 1">
            <a:extLst>
              <a:ext uri="{FF2B5EF4-FFF2-40B4-BE49-F238E27FC236}">
                <a16:creationId xmlns:a16="http://schemas.microsoft.com/office/drawing/2014/main" id="{F12D1060-471F-4C20-A7F2-6B926D787B32}"/>
              </a:ext>
            </a:extLst>
          </p:cNvPr>
          <p:cNvSpPr txBox="1"/>
          <p:nvPr/>
        </p:nvSpPr>
        <p:spPr>
          <a:xfrm>
            <a:off x="1559496" y="1895166"/>
            <a:ext cx="9908134" cy="646331"/>
          </a:xfrm>
          <a:prstGeom prst="rect">
            <a:avLst/>
          </a:prstGeom>
          <a:noFill/>
        </p:spPr>
        <p:txBody>
          <a:bodyPr wrap="square" rtlCol="0">
            <a:spAutoFit/>
          </a:bodyPr>
          <a:lstStyle/>
          <a:p>
            <a:r>
              <a:rPr lang="nb-NO" dirty="0"/>
              <a:t>Det tas utgangspunkt i elevens behov ved valg av metode, samt å legge best mulig til rette for elevens læring.</a:t>
            </a:r>
          </a:p>
        </p:txBody>
      </p:sp>
      <p:sp>
        <p:nvSpPr>
          <p:cNvPr id="4" name="TekstSylinder 3">
            <a:extLst>
              <a:ext uri="{FF2B5EF4-FFF2-40B4-BE49-F238E27FC236}">
                <a16:creationId xmlns:a16="http://schemas.microsoft.com/office/drawing/2014/main" id="{EE5A8C3F-1B6E-4220-B780-449A83B2CC6F}"/>
              </a:ext>
            </a:extLst>
          </p:cNvPr>
          <p:cNvSpPr txBox="1"/>
          <p:nvPr/>
        </p:nvSpPr>
        <p:spPr>
          <a:xfrm>
            <a:off x="1559496" y="2924944"/>
            <a:ext cx="10729192" cy="2031325"/>
          </a:xfrm>
          <a:prstGeom prst="rect">
            <a:avLst/>
          </a:prstGeom>
          <a:noFill/>
        </p:spPr>
        <p:txBody>
          <a:bodyPr wrap="square" rtlCol="0">
            <a:spAutoFit/>
          </a:bodyPr>
          <a:lstStyle/>
          <a:p>
            <a:pPr lvl="0"/>
            <a:r>
              <a:rPr lang="nb-NO" dirty="0">
                <a:solidFill>
                  <a:prstClr val="black"/>
                </a:solidFill>
              </a:rPr>
              <a:t>Metoder kan være:</a:t>
            </a:r>
          </a:p>
          <a:p>
            <a:pPr marL="285750" lvl="0" indent="-285750">
              <a:buFont typeface="Arial" panose="020B0604020202020204" pitchFamily="34" charset="0"/>
              <a:buChar char="•"/>
            </a:pPr>
            <a:r>
              <a:rPr lang="nb-NO" dirty="0">
                <a:solidFill>
                  <a:prstClr val="black"/>
                </a:solidFill>
              </a:rPr>
              <a:t>Veiledning/problemorientert undervisning</a:t>
            </a:r>
          </a:p>
          <a:p>
            <a:pPr marL="285750" lvl="0" indent="-285750">
              <a:buFont typeface="Arial" panose="020B0604020202020204" pitchFamily="34" charset="0"/>
              <a:buChar char="•"/>
            </a:pPr>
            <a:r>
              <a:rPr lang="nb-NO" dirty="0">
                <a:solidFill>
                  <a:prstClr val="black"/>
                </a:solidFill>
              </a:rPr>
              <a:t>Demonstrasjon</a:t>
            </a:r>
          </a:p>
          <a:p>
            <a:pPr marL="285750" lvl="0" indent="-285750">
              <a:buFont typeface="Arial" panose="020B0604020202020204" pitchFamily="34" charset="0"/>
              <a:buChar char="•"/>
            </a:pPr>
            <a:r>
              <a:rPr lang="nb-NO" dirty="0">
                <a:solidFill>
                  <a:prstClr val="black"/>
                </a:solidFill>
              </a:rPr>
              <a:t>Instruksjon</a:t>
            </a:r>
          </a:p>
          <a:p>
            <a:pPr marL="285750" lvl="0" indent="-285750">
              <a:buFont typeface="Arial" panose="020B0604020202020204" pitchFamily="34" charset="0"/>
              <a:buChar char="•"/>
            </a:pPr>
            <a:r>
              <a:rPr lang="nb-NO" dirty="0">
                <a:solidFill>
                  <a:prstClr val="black"/>
                </a:solidFill>
              </a:rPr>
              <a:t>Spørrende</a:t>
            </a:r>
          </a:p>
          <a:p>
            <a:pPr marL="285750" lvl="0" indent="-285750">
              <a:buFont typeface="Arial" panose="020B0604020202020204" pitchFamily="34" charset="0"/>
              <a:buChar char="•"/>
            </a:pPr>
            <a:r>
              <a:rPr lang="nb-NO" dirty="0">
                <a:solidFill>
                  <a:prstClr val="black"/>
                </a:solidFill>
              </a:rPr>
              <a:t>Refleksjon</a:t>
            </a:r>
          </a:p>
          <a:p>
            <a:pPr lvl="0"/>
            <a:r>
              <a:rPr lang="nb-NO" dirty="0">
                <a:solidFill>
                  <a:prstClr val="black"/>
                </a:solidFill>
              </a:rPr>
              <a:t>Beherske og kunne kombinere ulike undervisningsmetoder ut i fra elevens forutsetninger</a:t>
            </a:r>
          </a:p>
        </p:txBody>
      </p:sp>
    </p:spTree>
    <p:extLst>
      <p:ext uri="{BB962C8B-B14F-4D97-AF65-F5344CB8AC3E}">
        <p14:creationId xmlns:p14="http://schemas.microsoft.com/office/powerpoint/2010/main" val="1230342017"/>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Bilde 9" descr="Et bilde som inneholder tekst, kart&#10;&#10;Beskrivelse som er generert med svært høy visshet">
            <a:extLst>
              <a:ext uri="{FF2B5EF4-FFF2-40B4-BE49-F238E27FC236}">
                <a16:creationId xmlns:a16="http://schemas.microsoft.com/office/drawing/2014/main" id="{79A8E22C-123C-407D-96CE-9266B66D89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38783" y="1563648"/>
            <a:ext cx="3482764" cy="4457640"/>
          </a:xfrm>
          <a:prstGeom prst="rect">
            <a:avLst/>
          </a:prstGeom>
        </p:spPr>
      </p:pic>
      <p:sp>
        <p:nvSpPr>
          <p:cNvPr id="6" name="TekstSylinder 5">
            <a:extLst>
              <a:ext uri="{FF2B5EF4-FFF2-40B4-BE49-F238E27FC236}">
                <a16:creationId xmlns:a16="http://schemas.microsoft.com/office/drawing/2014/main" id="{DDBFCE8D-56C7-4A38-9595-16373923795F}"/>
              </a:ext>
            </a:extLst>
          </p:cNvPr>
          <p:cNvSpPr txBox="1"/>
          <p:nvPr/>
        </p:nvSpPr>
        <p:spPr>
          <a:xfrm>
            <a:off x="6293716" y="2194565"/>
            <a:ext cx="5357562" cy="1200329"/>
          </a:xfrm>
          <a:prstGeom prst="rect">
            <a:avLst/>
          </a:prstGeom>
          <a:solidFill>
            <a:schemeClr val="bg1"/>
          </a:solidFill>
        </p:spPr>
        <p:txBody>
          <a:bodyPr wrap="square" rtlCol="0">
            <a:spAutoFit/>
          </a:bodyPr>
          <a:lstStyle/>
          <a:p>
            <a:r>
              <a:rPr lang="nb-NO" dirty="0"/>
              <a:t>Fokus forblir på det kjøretekniske.</a:t>
            </a:r>
          </a:p>
          <a:p>
            <a:r>
              <a:rPr lang="nb-NO" dirty="0"/>
              <a:t>beherske grunnleggende kjøretøybehandling i områder med liten trafikk</a:t>
            </a:r>
          </a:p>
          <a:p>
            <a:endParaRPr lang="nb-NO" dirty="0"/>
          </a:p>
        </p:txBody>
      </p:sp>
      <p:sp>
        <p:nvSpPr>
          <p:cNvPr id="7" name="Ellipse 6">
            <a:extLst>
              <a:ext uri="{FF2B5EF4-FFF2-40B4-BE49-F238E27FC236}">
                <a16:creationId xmlns:a16="http://schemas.microsoft.com/office/drawing/2014/main" id="{A52142F7-E3C1-4BEA-9D63-6BD9B1729B0C}"/>
              </a:ext>
            </a:extLst>
          </p:cNvPr>
          <p:cNvSpPr/>
          <p:nvPr/>
        </p:nvSpPr>
        <p:spPr>
          <a:xfrm rot="1297552">
            <a:off x="2237858" y="1653484"/>
            <a:ext cx="2831105" cy="4277967"/>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3415159947"/>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kstSylinder 2"/>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4" name="TekstSylinder 3"/>
          <p:cNvSpPr txBox="1"/>
          <p:nvPr/>
        </p:nvSpPr>
        <p:spPr>
          <a:xfrm>
            <a:off x="1631950" y="1706824"/>
            <a:ext cx="10368706" cy="646331"/>
          </a:xfrm>
          <a:prstGeom prst="rect">
            <a:avLst/>
          </a:prstGeom>
          <a:noFill/>
        </p:spPr>
        <p:txBody>
          <a:bodyPr wrap="square" rtlCol="0">
            <a:spAutoFit/>
          </a:bodyPr>
          <a:lstStyle/>
          <a:p>
            <a:r>
              <a:rPr lang="nb-NO" dirty="0"/>
              <a:t>Eleven bør selv være i stand til å se om han behersker de kjøretekniske ferdigheter som kreves for å kunne konsentrere seg om veien og det som foregår rundt kjøretøyet.</a:t>
            </a:r>
          </a:p>
        </p:txBody>
      </p:sp>
    </p:spTree>
    <p:extLst>
      <p:ext uri="{BB962C8B-B14F-4D97-AF65-F5344CB8AC3E}">
        <p14:creationId xmlns:p14="http://schemas.microsoft.com/office/powerpoint/2010/main" val="1487783051"/>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923330"/>
          </a:xfrm>
          <a:prstGeom prst="rect">
            <a:avLst/>
          </a:prstGeom>
          <a:solidFill>
            <a:schemeClr val="bg1"/>
          </a:solidFill>
        </p:spPr>
        <p:txBody>
          <a:bodyPr wrap="square" rtlCol="0">
            <a:spAutoFit/>
          </a:bodyPr>
          <a:lstStyle/>
          <a:p>
            <a:r>
              <a:rPr lang="nb-NO" dirty="0"/>
              <a:t>Eleven skal </a:t>
            </a:r>
          </a:p>
          <a:p>
            <a:r>
              <a:rPr lang="nb-NO" dirty="0"/>
              <a:t>9. utføre aktuell sikkerhetskontroll av bilen</a:t>
            </a:r>
          </a:p>
          <a:p>
            <a:endParaRPr lang="nb-NO" dirty="0"/>
          </a:p>
        </p:txBody>
      </p:sp>
    </p:spTree>
    <p:extLst>
      <p:ext uri="{BB962C8B-B14F-4D97-AF65-F5344CB8AC3E}">
        <p14:creationId xmlns:p14="http://schemas.microsoft.com/office/powerpoint/2010/main" val="2981118831"/>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416320"/>
          </a:xfrm>
          <a:prstGeom prst="rect">
            <a:avLst/>
          </a:prstGeom>
          <a:solidFill>
            <a:schemeClr val="bg1"/>
          </a:solidFill>
        </p:spPr>
        <p:txBody>
          <a:bodyPr wrap="square" rtlCol="0">
            <a:spAutoFit/>
          </a:bodyPr>
          <a:lstStyle/>
          <a:p>
            <a:r>
              <a:rPr lang="nb-NO" dirty="0"/>
              <a:t>2.2 Bilens oppbygning med tanke på sikkerhet og miljø</a:t>
            </a:r>
          </a:p>
          <a:p>
            <a:r>
              <a:rPr lang="nb-NO" dirty="0"/>
              <a:t> </a:t>
            </a:r>
          </a:p>
          <a:p>
            <a:r>
              <a:rPr lang="nb-NO" dirty="0"/>
              <a:t>Aktuelt innhold</a:t>
            </a:r>
          </a:p>
          <a:p>
            <a:pPr marL="285750" indent="-285750">
              <a:buFont typeface="Arial" panose="020B0604020202020204" pitchFamily="34" charset="0"/>
              <a:buChar char="•"/>
            </a:pPr>
            <a:r>
              <a:rPr lang="nb-NO" dirty="0"/>
              <a:t>Lasteevne og kjøring med tilhenger</a:t>
            </a:r>
          </a:p>
          <a:p>
            <a:pPr marL="285750" indent="-285750">
              <a:buFont typeface="Arial" panose="020B0604020202020204" pitchFamily="34" charset="0"/>
              <a:buChar char="•"/>
            </a:pPr>
            <a:r>
              <a:rPr lang="nb-NO" dirty="0"/>
              <a:t>Bremser </a:t>
            </a:r>
          </a:p>
          <a:p>
            <a:pPr marL="285750" indent="-285750">
              <a:buFont typeface="Arial" panose="020B0604020202020204" pitchFamily="34" charset="0"/>
              <a:buChar char="•"/>
            </a:pPr>
            <a:r>
              <a:rPr lang="nb-NO" dirty="0"/>
              <a:t>Hjul og dekk </a:t>
            </a:r>
          </a:p>
          <a:p>
            <a:pPr marL="285750" indent="-285750">
              <a:buFont typeface="Arial" panose="020B0604020202020204" pitchFamily="34" charset="0"/>
              <a:buChar char="•"/>
            </a:pPr>
            <a:r>
              <a:rPr lang="nb-NO" dirty="0"/>
              <a:t>Styring </a:t>
            </a:r>
          </a:p>
          <a:p>
            <a:pPr marL="285750" indent="-285750">
              <a:buFont typeface="Arial" panose="020B0604020202020204" pitchFamily="34" charset="0"/>
              <a:buChar char="•"/>
            </a:pPr>
            <a:r>
              <a:rPr lang="nb-NO" dirty="0"/>
              <a:t>Lys </a:t>
            </a:r>
          </a:p>
          <a:p>
            <a:pPr marL="285750" indent="-285750">
              <a:buFont typeface="Arial" panose="020B0604020202020204" pitchFamily="34" charset="0"/>
              <a:buChar char="•"/>
            </a:pPr>
            <a:r>
              <a:rPr lang="nb-NO" dirty="0"/>
              <a:t>Sikt </a:t>
            </a:r>
          </a:p>
          <a:p>
            <a:pPr marL="285750" indent="-285750">
              <a:buFont typeface="Arial" panose="020B0604020202020204" pitchFamily="34" charset="0"/>
              <a:buChar char="•"/>
            </a:pPr>
            <a:r>
              <a:rPr lang="nb-NO" dirty="0"/>
              <a:t>Driftssikkerhet </a:t>
            </a:r>
          </a:p>
          <a:p>
            <a:pPr marL="285750" indent="-285750">
              <a:buFont typeface="Arial" panose="020B0604020202020204" pitchFamily="34" charset="0"/>
              <a:buChar char="•"/>
            </a:pPr>
            <a:r>
              <a:rPr lang="nb-NO" dirty="0"/>
              <a:t>Sikkerhetsutstyr </a:t>
            </a:r>
          </a:p>
          <a:p>
            <a:pPr marL="285750" indent="-285750">
              <a:buFont typeface="Arial" panose="020B0604020202020204" pitchFamily="34" charset="0"/>
              <a:buChar char="•"/>
            </a:pPr>
            <a:r>
              <a:rPr lang="nb-NO" dirty="0"/>
              <a:t>Varselinnretninger</a:t>
            </a:r>
          </a:p>
        </p:txBody>
      </p:sp>
    </p:spTree>
    <p:extLst>
      <p:ext uri="{BB962C8B-B14F-4D97-AF65-F5344CB8AC3E}">
        <p14:creationId xmlns:p14="http://schemas.microsoft.com/office/powerpoint/2010/main" val="3365428358"/>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Tree>
    <p:extLst>
      <p:ext uri="{BB962C8B-B14F-4D97-AF65-F5344CB8AC3E}">
        <p14:creationId xmlns:p14="http://schemas.microsoft.com/office/powerpoint/2010/main" val="40023219"/>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r>
              <a:rPr lang="nb-NO" dirty="0"/>
              <a:t>Lærer bør ha forståelse for kjøretøyets konstruksjon og virkemåte, samt evne til å formidle dette.</a:t>
            </a:r>
          </a:p>
        </p:txBody>
      </p:sp>
    </p:spTree>
    <p:extLst>
      <p:ext uri="{BB962C8B-B14F-4D97-AF65-F5344CB8AC3E}">
        <p14:creationId xmlns:p14="http://schemas.microsoft.com/office/powerpoint/2010/main" val="3487607290"/>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p:cNvSpPr txBox="1"/>
          <p:nvPr/>
        </p:nvSpPr>
        <p:spPr>
          <a:xfrm>
            <a:off x="1444450" y="1844824"/>
            <a:ext cx="9908134" cy="1200329"/>
          </a:xfrm>
          <a:prstGeom prst="rect">
            <a:avLst/>
          </a:prstGeom>
          <a:noFill/>
        </p:spPr>
        <p:txBody>
          <a:bodyPr wrap="square" rtlCol="0">
            <a:spAutoFit/>
          </a:bodyPr>
          <a:lstStyle/>
          <a:p>
            <a:r>
              <a:rPr lang="nb-NO" dirty="0"/>
              <a:t>Sikkerhetskontroll av bil er et tema som blir implementert i andre øvelser som er naturlige å koble det til.</a:t>
            </a:r>
          </a:p>
          <a:p>
            <a:r>
              <a:rPr lang="nb-NO" dirty="0"/>
              <a:t>Styring, bremser hjul og dekk kobles til 2.7 for å belyse ansvaret </a:t>
            </a:r>
            <a:r>
              <a:rPr lang="nb-NO" dirty="0" err="1"/>
              <a:t>ihht</a:t>
            </a:r>
            <a:r>
              <a:rPr lang="nb-NO" dirty="0"/>
              <a:t> til </a:t>
            </a:r>
            <a:r>
              <a:rPr lang="nb-NO" dirty="0" err="1"/>
              <a:t>Vtr.l</a:t>
            </a:r>
            <a:r>
              <a:rPr lang="nb-NO" dirty="0"/>
              <a:t> § 23.</a:t>
            </a:r>
          </a:p>
          <a:p>
            <a:r>
              <a:rPr lang="nb-NO" dirty="0"/>
              <a:t>Uti fra elevens forutsetninger velges metode.</a:t>
            </a:r>
          </a:p>
          <a:p>
            <a:r>
              <a:rPr lang="nb-NO" dirty="0"/>
              <a:t>Instruksjon og demonstrasjon kan være egnede metoder. POU blir ofte hemmet av tid.</a:t>
            </a:r>
          </a:p>
        </p:txBody>
      </p:sp>
    </p:spTree>
    <p:extLst>
      <p:ext uri="{BB962C8B-B14F-4D97-AF65-F5344CB8AC3E}">
        <p14:creationId xmlns:p14="http://schemas.microsoft.com/office/powerpoint/2010/main" val="3624781599"/>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a:extLst>
              <a:ext uri="{FF2B5EF4-FFF2-40B4-BE49-F238E27FC236}">
                <a16:creationId xmlns:a16="http://schemas.microsoft.com/office/drawing/2014/main" id="{E4621A38-7244-4944-9923-026985E29F9C}"/>
              </a:ext>
            </a:extLst>
          </p:cNvPr>
          <p:cNvSpPr txBox="1"/>
          <p:nvPr/>
        </p:nvSpPr>
        <p:spPr>
          <a:xfrm>
            <a:off x="1596850" y="1853183"/>
            <a:ext cx="10369152" cy="646331"/>
          </a:xfrm>
          <a:prstGeom prst="rect">
            <a:avLst/>
          </a:prstGeom>
          <a:solidFill>
            <a:schemeClr val="bg1"/>
          </a:solidFill>
        </p:spPr>
        <p:txBody>
          <a:bodyPr wrap="square" rtlCol="0">
            <a:spAutoFit/>
          </a:bodyPr>
          <a:lstStyle/>
          <a:p>
            <a:r>
              <a:rPr lang="nb-NO" dirty="0"/>
              <a:t>Dette bør gjennomføres som en del av kjøretreningen. Eksempelvis bør sikkerhetskontroll av bremser utføres under bremseøvelser, styring i fm rattbruk osv.</a:t>
            </a:r>
          </a:p>
        </p:txBody>
      </p:sp>
    </p:spTree>
    <p:extLst>
      <p:ext uri="{BB962C8B-B14F-4D97-AF65-F5344CB8AC3E}">
        <p14:creationId xmlns:p14="http://schemas.microsoft.com/office/powerpoint/2010/main" val="206162633"/>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a:extLst>
              <a:ext uri="{FF2B5EF4-FFF2-40B4-BE49-F238E27FC236}">
                <a16:creationId xmlns:a16="http://schemas.microsoft.com/office/drawing/2014/main" id="{F68B2E22-0112-4A23-8206-B700B0634C9F}"/>
              </a:ext>
            </a:extLst>
          </p:cNvPr>
          <p:cNvSpPr txBox="1"/>
          <p:nvPr/>
        </p:nvSpPr>
        <p:spPr>
          <a:xfrm>
            <a:off x="1847528" y="2348880"/>
            <a:ext cx="9217024" cy="369332"/>
          </a:xfrm>
          <a:prstGeom prst="rect">
            <a:avLst/>
          </a:prstGeom>
          <a:noFill/>
        </p:spPr>
        <p:txBody>
          <a:bodyPr wrap="square" rtlCol="0">
            <a:spAutoFit/>
          </a:bodyPr>
          <a:lstStyle/>
          <a:p>
            <a:r>
              <a:rPr lang="nb-NO" dirty="0"/>
              <a:t>Eleven skal kunne forklare hvordan man sjekker bilen slik at kjøreturen blir sikrest mulig.</a:t>
            </a:r>
          </a:p>
        </p:txBody>
      </p:sp>
    </p:spTree>
    <p:extLst>
      <p:ext uri="{BB962C8B-B14F-4D97-AF65-F5344CB8AC3E}">
        <p14:creationId xmlns:p14="http://schemas.microsoft.com/office/powerpoint/2010/main" val="798177201"/>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970318"/>
          </a:xfrm>
          <a:prstGeom prst="rect">
            <a:avLst/>
          </a:prstGeom>
          <a:solidFill>
            <a:schemeClr val="bg1"/>
          </a:solidFill>
        </p:spPr>
        <p:txBody>
          <a:bodyPr wrap="square" rtlCol="0">
            <a:spAutoFit/>
          </a:bodyPr>
          <a:lstStyle/>
          <a:p>
            <a:r>
              <a:rPr lang="nb-NO" dirty="0"/>
              <a:t>2.10 Trinnvurdering jf. § 7.5 </a:t>
            </a:r>
          </a:p>
          <a:p>
            <a:r>
              <a:rPr lang="nb-NO" dirty="0"/>
              <a:t>Eleven skal, med utgangspunkt i sine prestasjoner, ta stilling til i hvilken grad målet for trinnet er nådd og om grunnlaget for videre opplæring er tilstrekkelig. Læreren skal gi eleven en tilråding i spørsmålet om eleven har den kompetansen som er nødvendig for å få et godt utbytte av opplæringen i neste trinn. Trinnvurderingen skal vare 45 minutter og inneholde før- og </a:t>
            </a:r>
            <a:r>
              <a:rPr lang="nb-NO" dirty="0" err="1"/>
              <a:t>ettersamtale</a:t>
            </a:r>
            <a:r>
              <a:rPr lang="nb-NO" dirty="0"/>
              <a:t>, i tillegg til praktisk kjøring. </a:t>
            </a:r>
          </a:p>
          <a:p>
            <a:r>
              <a:rPr lang="nb-NO" dirty="0"/>
              <a:t>Hensikten med før- og ettersamtalen er å veilede eleven i forhold til faglig ståsted og videre læreprosess. Samtidig skal vurderingen bidra til å utvikle elevens selvinnsikt og evne til å vurdere egne sterke og svake sider.  </a:t>
            </a:r>
          </a:p>
          <a:p>
            <a:r>
              <a:rPr lang="nb-NO" dirty="0"/>
              <a:t>Eleven kan selv velge om lærerens tilrådning skal følges. Hvis læreren anbefaler at eleven skal øve mer i trinn 2 eller 3, stilles det ikke krav om ny trinnvurdering når denne øvingen er gjennomført. Først ved gjennomføring av den praktiske obligatoriske opplæringen kan en elev avvises. Forskrifta fastsetter at opplæringsinstitusjonen kan avvise eleven hvis det oppstår tvil om en elev har tilstrekkelige kjøreferdigheter til å gjennomføre den praktiske obligatoriske opplæringen på en meningsfull måte</a:t>
            </a:r>
          </a:p>
          <a:p>
            <a:endParaRPr lang="nb-NO" dirty="0"/>
          </a:p>
        </p:txBody>
      </p:sp>
    </p:spTree>
    <p:extLst>
      <p:ext uri="{BB962C8B-B14F-4D97-AF65-F5344CB8AC3E}">
        <p14:creationId xmlns:p14="http://schemas.microsoft.com/office/powerpoint/2010/main" val="470141663"/>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2031325"/>
          </a:xfrm>
          <a:prstGeom prst="rect">
            <a:avLst/>
          </a:prstGeom>
          <a:solidFill>
            <a:schemeClr val="bg1"/>
          </a:solidFill>
        </p:spPr>
        <p:txBody>
          <a:bodyPr wrap="square" rtlCol="0">
            <a:spAutoFit/>
          </a:bodyPr>
          <a:lstStyle/>
          <a:p>
            <a:r>
              <a:rPr lang="nb-NO" dirty="0"/>
              <a:t>Den obligatoriske trinnvurderingen gjennomføres mot slutten av trinnet. Hensikten med trinnvurderingen er å gi eleven anledning til selv å ta stilling til om målene for trinnet er nådd tilstrekkelig godt til at det er grunnlag for å ha utbytte av opplæringen i neste trinn. Læreren skal dessuten gi sin tilråding i spørsmålet om eleven har den kompetansen som er nødvendig for å ha godt utbytte av videre opplæring. Det er viktig at eleven før gjennomføringen er forberedt og godt kjent med hensikten med trinnvurderingen og hvordan denne bli gjennomført. Eventuelle oppgaver og klargjøringer i forhold til gjennomføringen kan med fordel gis allerede ved innledningen til trinnet.</a:t>
            </a:r>
          </a:p>
        </p:txBody>
      </p:sp>
      <p:sp>
        <p:nvSpPr>
          <p:cNvPr id="3" name="TekstSylinder 2"/>
          <p:cNvSpPr txBox="1"/>
          <p:nvPr/>
        </p:nvSpPr>
        <p:spPr>
          <a:xfrm>
            <a:off x="1475785" y="3861048"/>
            <a:ext cx="10225136" cy="2308324"/>
          </a:xfrm>
          <a:prstGeom prst="rect">
            <a:avLst/>
          </a:prstGeom>
          <a:noFill/>
        </p:spPr>
        <p:txBody>
          <a:bodyPr wrap="square" rtlCol="0">
            <a:spAutoFit/>
          </a:bodyPr>
          <a:lstStyle/>
          <a:p>
            <a:r>
              <a:rPr lang="nb-NO" dirty="0"/>
              <a:t>På trinn 2 skal eleven lære å mestre bilen rent kjøreteknisk, uten å måtte rette oppmerksomheten mot andre trafikanter. God kjøreteknisk ferdighet er nødvendig for å få utbytte av treningen på trinn 3, og vil også innebære at kjøringen er økonomisk og mest mulig miljøvennlig.</a:t>
            </a:r>
          </a:p>
          <a:p>
            <a:r>
              <a:rPr lang="nb-NO" dirty="0"/>
              <a:t>Elevene skal få kunnskap om kjøretøyet og bilføreransvaret, i tillegg til grunnleggende kunnskap om mennesket og vegen. Denne kunnskapen skal bidra til at elevene lærer de kjøretekniske ferdighetene raskere og med mer forståelse, og til at elevene skal kunne ivareta førerens ansvar for kontroll og tilsyn med kjøretøyet. Omfanget av undervisningen må tilpasses elevens forutsetninger og muligheter for øvingskjøring.</a:t>
            </a:r>
          </a:p>
        </p:txBody>
      </p:sp>
    </p:spTree>
    <p:extLst>
      <p:ext uri="{BB962C8B-B14F-4D97-AF65-F5344CB8AC3E}">
        <p14:creationId xmlns:p14="http://schemas.microsoft.com/office/powerpoint/2010/main" val="1066941551"/>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1754326"/>
          </a:xfrm>
          <a:prstGeom prst="rect">
            <a:avLst/>
          </a:prstGeom>
          <a:solidFill>
            <a:schemeClr val="bg1"/>
          </a:solidFill>
        </p:spPr>
        <p:txBody>
          <a:bodyPr wrap="square" rtlCol="0">
            <a:spAutoFit/>
          </a:bodyPr>
          <a:lstStyle/>
          <a:p>
            <a:r>
              <a:rPr lang="nb-NO" dirty="0"/>
              <a:t>Deltakerforutsetningene vil være ulike ut fra elevenes kunnskaper ferdigheter holdninger og motivasjon. Trafikkskolens oppgave blir å fange opp dette under opplæringsforløpet og en kartlegging i forkant av trinnvurderingen i form av en før-samtale. Elevene ved skolen får i oppgave å beskrive tekniske ferdigheter som er nødvendig og beherske for å kunne kjøre etter hovedmålet. Dette skal danne rammene for timen med tanke på valg av øvelsesområde og arbeidsoppgaver under kjøreturen.</a:t>
            </a:r>
          </a:p>
          <a:p>
            <a:endParaRPr lang="nb-NO" dirty="0"/>
          </a:p>
        </p:txBody>
      </p:sp>
    </p:spTree>
    <p:extLst>
      <p:ext uri="{BB962C8B-B14F-4D97-AF65-F5344CB8AC3E}">
        <p14:creationId xmlns:p14="http://schemas.microsoft.com/office/powerpoint/2010/main" val="3005657524"/>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1200329"/>
          </a:xfrm>
          <a:prstGeom prst="rect">
            <a:avLst/>
          </a:prstGeom>
          <a:solidFill>
            <a:schemeClr val="bg1"/>
          </a:solidFill>
        </p:spPr>
        <p:txBody>
          <a:bodyPr wrap="square" rtlCol="0">
            <a:spAutoFit/>
          </a:bodyPr>
          <a:lstStyle/>
          <a:p>
            <a:r>
              <a:rPr lang="nb-NO" dirty="0"/>
              <a:t>Må  kjenne hovedmålet og hvilke tekniske ferdigheter som kreves for å nå hovedmålet.</a:t>
            </a:r>
          </a:p>
          <a:p>
            <a:r>
              <a:rPr lang="nb-NO" dirty="0"/>
              <a:t>Kunne beskrive, motivere og skape forståelse for nødvendigheten av at grunnleggende kjøretøybehandling er vesentlig for å lykkes på trinn 3 og 4.</a:t>
            </a:r>
          </a:p>
          <a:p>
            <a:r>
              <a:rPr lang="nb-NO" dirty="0"/>
              <a:t>Kunne beskrive presist hvordan arbeidsteknikk påvirker kjøretøyet .</a:t>
            </a:r>
          </a:p>
        </p:txBody>
      </p:sp>
    </p:spTree>
    <p:extLst>
      <p:ext uri="{BB962C8B-B14F-4D97-AF65-F5344CB8AC3E}">
        <p14:creationId xmlns:p14="http://schemas.microsoft.com/office/powerpoint/2010/main" val="2457890023"/>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139321"/>
          </a:xfrm>
          <a:prstGeom prst="rect">
            <a:avLst/>
          </a:prstGeom>
          <a:solidFill>
            <a:schemeClr val="bg1"/>
          </a:solidFill>
        </p:spPr>
        <p:txBody>
          <a:bodyPr wrap="square" rtlCol="0">
            <a:spAutoFit/>
          </a:bodyPr>
          <a:lstStyle/>
          <a:p>
            <a:r>
              <a:rPr lang="nb-NO" dirty="0"/>
              <a:t>Trafikkskolen søker å nå målverbene i læreplanen ved de aktuelle delmålene. Skolen benytter programmet 4t som forberedelse til trinnvurderingen under trinn 2 . Vi forutsetter at trafikklærer benytter problemorientert undervisning som utgangspunkt for all opplæring ved vår trafikkskole. Dette betyr at trafikkskolen angir målene og at elevene søker å finne løsningene. Spørsmålene skal i utgangspunktet være åpne for ikke å kunne gi et ja eller nei til svar, men at svarene igjen skal kunne føre til en videre dialog med eleven. Under førsamtalen er det viktig med slike spørsmålstillinger. Eksempelvis: Hva legger du i «presis kjøreteknikk?» Under selve kjøreturen kan lukkede spørsmål benyttes med fordel for å avklare elevenes oppfatning av egen kjøredyktighet. Eksempelvis: Var dette en presis kjøremåte? Lærerens arbeidsmåter under trinnvurderingen er forskjellige ut ifra elevens behov.</a:t>
            </a:r>
          </a:p>
          <a:p>
            <a:r>
              <a:rPr lang="nb-NO" dirty="0"/>
              <a:t>Gjøre rede for, utføre og beherske er målverb som krever at eleven selv kan gjennomfører en teknisk kjøretur med vekt på kjøretøybehandling </a:t>
            </a:r>
            <a:r>
              <a:rPr lang="nb-NO" dirty="0" err="1"/>
              <a:t>mht</a:t>
            </a:r>
            <a:r>
              <a:rPr lang="nb-NO" dirty="0"/>
              <a:t> kunnskap og ferdighet.</a:t>
            </a:r>
          </a:p>
        </p:txBody>
      </p:sp>
    </p:spTree>
    <p:extLst>
      <p:ext uri="{BB962C8B-B14F-4D97-AF65-F5344CB8AC3E}">
        <p14:creationId xmlns:p14="http://schemas.microsoft.com/office/powerpoint/2010/main" val="2634475320"/>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5" name="Rektangel 4">
            <a:extLst>
              <a:ext uri="{FF2B5EF4-FFF2-40B4-BE49-F238E27FC236}">
                <a16:creationId xmlns:a16="http://schemas.microsoft.com/office/drawing/2014/main" id="{55355363-F13C-4A8D-B44A-B996F171CFAF}"/>
              </a:ext>
            </a:extLst>
          </p:cNvPr>
          <p:cNvSpPr/>
          <p:nvPr/>
        </p:nvSpPr>
        <p:spPr>
          <a:xfrm>
            <a:off x="1307691" y="1556792"/>
            <a:ext cx="9576618" cy="1754326"/>
          </a:xfrm>
          <a:prstGeom prst="rect">
            <a:avLst/>
          </a:prstGeom>
        </p:spPr>
        <p:txBody>
          <a:bodyPr wrap="square">
            <a:spAutoFit/>
          </a:bodyPr>
          <a:lstStyle/>
          <a:p>
            <a:r>
              <a:rPr lang="nb-NO" dirty="0"/>
              <a:t>Området som velges for trinnvurderingen er avhengig av elevens forutsetninger og lærers vurdering av eleven. Det er som oftest samme rute som kjøres av de fleste elever, der de får kjørt i område med lite trafikk og mulighet til å utføre de oppgavene lærer har gitt. Det er også mulighet å komme opp i hastighet til 60 km/t. Ruten bør i hovedsak bidra til at eleven oppnår selvinnsikt innen egne ferdigheter hva kjøreteknikk angår.</a:t>
            </a:r>
          </a:p>
          <a:p>
            <a:r>
              <a:rPr lang="nb-NO" dirty="0"/>
              <a:t>Elevene får konkrete arbeidsoppgaver som skal kartlegge eget ståsted i forhold til målverbene.</a:t>
            </a:r>
          </a:p>
        </p:txBody>
      </p:sp>
    </p:spTree>
    <p:extLst>
      <p:ext uri="{BB962C8B-B14F-4D97-AF65-F5344CB8AC3E}">
        <p14:creationId xmlns:p14="http://schemas.microsoft.com/office/powerpoint/2010/main" val="1449218759"/>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15480" y="1916832"/>
            <a:ext cx="10369152" cy="2031325"/>
          </a:xfrm>
          <a:prstGeom prst="rect">
            <a:avLst/>
          </a:prstGeom>
          <a:solidFill>
            <a:schemeClr val="bg1"/>
          </a:solidFill>
        </p:spPr>
        <p:txBody>
          <a:bodyPr wrap="square" rtlCol="0">
            <a:spAutoFit/>
          </a:bodyPr>
          <a:lstStyle/>
          <a:p>
            <a:r>
              <a:rPr lang="nb-NO" dirty="0"/>
              <a:t>Med utgangspunkt i egne prestasjoner skal elevene gis mulighet til selv å vurdere egen kjøreferdighet under kjøreturen. Det vil si at evalueringen ikke skal ses på som en slutteprosess, men en kontinuerlig prosess gjennom hele kjøreturen. Trafikklærers oppgave blir under denne kjøreturen å rette fokus mot de oppgaver eleven utfører på en beskrivende måte slik at elevene selv kan ta stilling prestasjonene. Et eksempel kan være at lærer sier: Jeg registrerer at du velger å benytte koblingspedal før bremsing, hva er grunnen til det? Dette skal danne grunnlaget for ettersamtalen hvor eleven skal kunne evaluere sin egen kjøredyktighet opp mot de krav som er nedfelt i målformuleringen. </a:t>
            </a:r>
          </a:p>
        </p:txBody>
      </p:sp>
    </p:spTree>
    <p:extLst>
      <p:ext uri="{BB962C8B-B14F-4D97-AF65-F5344CB8AC3E}">
        <p14:creationId xmlns:p14="http://schemas.microsoft.com/office/powerpoint/2010/main" val="719664527"/>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kstSylinder 10"/>
          <p:cNvSpPr txBox="1"/>
          <p:nvPr/>
        </p:nvSpPr>
        <p:spPr>
          <a:xfrm>
            <a:off x="1636111" y="1340768"/>
            <a:ext cx="10369152" cy="2585323"/>
          </a:xfrm>
          <a:prstGeom prst="rect">
            <a:avLst/>
          </a:prstGeom>
          <a:solidFill>
            <a:schemeClr val="bg1"/>
          </a:solidFill>
        </p:spPr>
        <p:txBody>
          <a:bodyPr wrap="square" rtlCol="0">
            <a:spAutoFit/>
          </a:bodyPr>
          <a:lstStyle/>
          <a:p>
            <a:r>
              <a:rPr lang="nb-NO" b="1" dirty="0"/>
              <a:t>Mål for trinn 3, jf. § 11-4</a:t>
            </a:r>
          </a:p>
          <a:p>
            <a:r>
              <a:rPr lang="nb-NO" dirty="0"/>
              <a:t> Etter å ha gjennomført trinn 3 skal eleven ha den kompetansen som er nødvendig for å ha godt utbytte av avsluttende opplæring i trinn 4.  </a:t>
            </a:r>
          </a:p>
          <a:p>
            <a:r>
              <a:rPr lang="nb-NO" dirty="0"/>
              <a:t> </a:t>
            </a:r>
          </a:p>
          <a:p>
            <a:r>
              <a:rPr lang="nb-NO" dirty="0"/>
              <a:t>Eleven skal kjøre tydelig, sikkert og selvstendig i variert trafikk.</a:t>
            </a:r>
          </a:p>
          <a:p>
            <a:r>
              <a:rPr lang="nb-NO" dirty="0"/>
              <a:t> </a:t>
            </a:r>
          </a:p>
          <a:p>
            <a:r>
              <a:rPr lang="nb-NO" b="1" dirty="0"/>
              <a:t>Eleven skal gjennom hele trinnet drøfte sin egen motivasjon og vilje til å anvende  kunnskaper og ferdigheter som tilegnes gjennom trinnet. </a:t>
            </a:r>
            <a:r>
              <a:rPr lang="nb-NO" dirty="0"/>
              <a:t>Eleven skal vurdere sin egen  ferdighet til å kjøre i god samhandling med andre.</a:t>
            </a:r>
          </a:p>
        </p:txBody>
      </p:sp>
    </p:spTree>
    <p:extLst>
      <p:ext uri="{BB962C8B-B14F-4D97-AF65-F5344CB8AC3E}">
        <p14:creationId xmlns:p14="http://schemas.microsoft.com/office/powerpoint/2010/main" val="51489994"/>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TekstSylinder 33"/>
          <p:cNvSpPr txBox="1"/>
          <p:nvPr/>
        </p:nvSpPr>
        <p:spPr>
          <a:xfrm>
            <a:off x="1444450" y="1700783"/>
            <a:ext cx="10369152" cy="646331"/>
          </a:xfrm>
          <a:prstGeom prst="rect">
            <a:avLst/>
          </a:prstGeom>
          <a:solidFill>
            <a:schemeClr val="bg1"/>
          </a:solidFill>
        </p:spPr>
        <p:txBody>
          <a:bodyPr wrap="square" rtlCol="0">
            <a:spAutoFit/>
          </a:bodyPr>
          <a:lstStyle/>
          <a:p>
            <a:r>
              <a:rPr lang="nb-NO" dirty="0"/>
              <a:t>Eleven skal </a:t>
            </a:r>
          </a:p>
          <a:p>
            <a:r>
              <a:rPr lang="nb-NO" dirty="0"/>
              <a:t>1. gjøre rede for trafikksystemet, trafikantgrupper og interessemotsetninger</a:t>
            </a:r>
          </a:p>
        </p:txBody>
      </p:sp>
    </p:spTree>
    <p:extLst>
      <p:ext uri="{BB962C8B-B14F-4D97-AF65-F5344CB8AC3E}">
        <p14:creationId xmlns:p14="http://schemas.microsoft.com/office/powerpoint/2010/main" val="1414851782"/>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1754326"/>
          </a:xfrm>
          <a:prstGeom prst="rect">
            <a:avLst/>
          </a:prstGeom>
          <a:solidFill>
            <a:schemeClr val="bg1"/>
          </a:solidFill>
        </p:spPr>
        <p:txBody>
          <a:bodyPr wrap="square" rtlCol="0">
            <a:spAutoFit/>
          </a:bodyPr>
          <a:lstStyle/>
          <a:p>
            <a:r>
              <a:rPr lang="nb-NO" dirty="0"/>
              <a:t>3.1 Trafikksystemet, trafikantgrupper og interessemotsetninger </a:t>
            </a:r>
          </a:p>
          <a:p>
            <a:r>
              <a:rPr lang="nb-NO" dirty="0"/>
              <a:t>Aktuelt innhold </a:t>
            </a:r>
          </a:p>
          <a:p>
            <a:pPr marL="285750" indent="-285750">
              <a:buFont typeface="Arial" panose="020B0604020202020204" pitchFamily="34" charset="0"/>
              <a:buChar char="•"/>
            </a:pPr>
            <a:r>
              <a:rPr lang="nb-NO" dirty="0"/>
              <a:t>Trafikksystemet </a:t>
            </a:r>
          </a:p>
          <a:p>
            <a:pPr marL="285750" indent="-285750">
              <a:buFont typeface="Arial" panose="020B0604020202020204" pitchFamily="34" charset="0"/>
              <a:buChar char="•"/>
            </a:pPr>
            <a:r>
              <a:rPr lang="nb-NO" dirty="0"/>
              <a:t>Trafikantgrupper og interessemotsetninger</a:t>
            </a:r>
          </a:p>
          <a:p>
            <a:pPr marL="285750" indent="-285750">
              <a:buFont typeface="Arial" panose="020B0604020202020204" pitchFamily="34" charset="0"/>
              <a:buChar char="•"/>
            </a:pPr>
            <a:r>
              <a:rPr lang="nb-NO" dirty="0"/>
              <a:t>Miljøkonsekvenser av privatbilismen </a:t>
            </a:r>
          </a:p>
          <a:p>
            <a:pPr marL="285750" indent="-285750">
              <a:buFont typeface="Arial" panose="020B0604020202020204" pitchFamily="34" charset="0"/>
              <a:buChar char="•"/>
            </a:pPr>
            <a:r>
              <a:rPr lang="nb-NO" dirty="0"/>
              <a:t>Miljøvennlige transportløsninger </a:t>
            </a:r>
          </a:p>
        </p:txBody>
      </p:sp>
    </p:spTree>
    <p:extLst>
      <p:ext uri="{BB962C8B-B14F-4D97-AF65-F5344CB8AC3E}">
        <p14:creationId xmlns:p14="http://schemas.microsoft.com/office/powerpoint/2010/main" val="860477921"/>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kstSylinder 2">
            <a:extLst>
              <a:ext uri="{FF2B5EF4-FFF2-40B4-BE49-F238E27FC236}">
                <a16:creationId xmlns:a16="http://schemas.microsoft.com/office/drawing/2014/main" id="{6793A6CE-BBD2-4B49-93AB-38F1AB79811C}"/>
              </a:ext>
            </a:extLst>
          </p:cNvPr>
          <p:cNvSpPr txBox="1"/>
          <p:nvPr/>
        </p:nvSpPr>
        <p:spPr>
          <a:xfrm>
            <a:off x="1487488" y="1844824"/>
            <a:ext cx="10369152" cy="2308324"/>
          </a:xfrm>
          <a:prstGeom prst="rect">
            <a:avLst/>
          </a:prstGeom>
          <a:solidFill>
            <a:schemeClr val="bg1"/>
          </a:solidFill>
        </p:spPr>
        <p:txBody>
          <a:bodyPr wrap="square" rtlCol="0">
            <a:spAutoFit/>
          </a:bodyPr>
          <a:lstStyle/>
          <a:p>
            <a:r>
              <a:rPr lang="nb-NO" dirty="0"/>
              <a:t>Har eleven lese- og skrivevansker?</a:t>
            </a:r>
          </a:p>
          <a:p>
            <a:r>
              <a:rPr lang="nb-NO" dirty="0"/>
              <a:t>Kan eleven norsk?</a:t>
            </a:r>
          </a:p>
          <a:p>
            <a:r>
              <a:rPr lang="nb-NO" dirty="0"/>
              <a:t>Er han villig å ha bok og lese bok?</a:t>
            </a:r>
          </a:p>
          <a:p>
            <a:r>
              <a:rPr lang="nb-NO" dirty="0"/>
              <a:t>Vil eleven ha teoriundervisning?</a:t>
            </a:r>
          </a:p>
          <a:p>
            <a:r>
              <a:rPr lang="nb-NO" dirty="0"/>
              <a:t>Induktiv eller deduktiv. (Praksis først eller teori først)</a:t>
            </a:r>
          </a:p>
          <a:p>
            <a:r>
              <a:rPr lang="nb-NO" dirty="0"/>
              <a:t>Vi forventer at eleven har lært grunnregelen fra trafikalt  grunnkurs.</a:t>
            </a:r>
          </a:p>
          <a:p>
            <a:r>
              <a:rPr lang="nb-NO" dirty="0"/>
              <a:t>Videreutvikle 1.3.</a:t>
            </a:r>
          </a:p>
          <a:p>
            <a:r>
              <a:rPr lang="nb-NO" dirty="0"/>
              <a:t>Elever som ikke har tatt trafikalt grunnkurs må tilegne seg kunnskap.</a:t>
            </a:r>
          </a:p>
        </p:txBody>
      </p:sp>
    </p:spTree>
    <p:extLst>
      <p:ext uri="{BB962C8B-B14F-4D97-AF65-F5344CB8AC3E}">
        <p14:creationId xmlns:p14="http://schemas.microsoft.com/office/powerpoint/2010/main" val="2656740794"/>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646331"/>
          </a:xfrm>
          <a:prstGeom prst="rect">
            <a:avLst/>
          </a:prstGeom>
          <a:solidFill>
            <a:schemeClr val="bg1"/>
          </a:solidFill>
        </p:spPr>
        <p:txBody>
          <a:bodyPr wrap="square" rtlCol="0">
            <a:spAutoFit/>
          </a:bodyPr>
          <a:lstStyle/>
          <a:p>
            <a:r>
              <a:rPr lang="nb-NO" dirty="0"/>
              <a:t>Lytte til elevens ønsker </a:t>
            </a:r>
          </a:p>
          <a:p>
            <a:r>
              <a:rPr lang="nb-NO" dirty="0"/>
              <a:t>Lærer må kunne stoffet sitt</a:t>
            </a:r>
          </a:p>
        </p:txBody>
      </p:sp>
    </p:spTree>
    <p:extLst>
      <p:ext uri="{BB962C8B-B14F-4D97-AF65-F5344CB8AC3E}">
        <p14:creationId xmlns:p14="http://schemas.microsoft.com/office/powerpoint/2010/main" val="2018463940"/>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2585323"/>
          </a:xfrm>
          <a:prstGeom prst="rect">
            <a:avLst/>
          </a:prstGeom>
          <a:solidFill>
            <a:schemeClr val="bg1"/>
          </a:solidFill>
        </p:spPr>
        <p:txBody>
          <a:bodyPr wrap="square" rtlCol="0">
            <a:spAutoFit/>
          </a:bodyPr>
          <a:lstStyle/>
          <a:p>
            <a:r>
              <a:rPr lang="nb-NO" dirty="0"/>
              <a:t>Problem orientert undervisning: Hvordan skal du nå målet?</a:t>
            </a:r>
          </a:p>
          <a:p>
            <a:r>
              <a:rPr lang="nb-NO" dirty="0"/>
              <a:t>Trafikkskole</a:t>
            </a:r>
          </a:p>
          <a:p>
            <a:r>
              <a:rPr lang="nb-NO" dirty="0"/>
              <a:t>Selvstudie</a:t>
            </a:r>
          </a:p>
          <a:p>
            <a:endParaRPr lang="nb-NO" dirty="0"/>
          </a:p>
          <a:p>
            <a:pPr lvl="0"/>
            <a:r>
              <a:rPr lang="nb-NO" dirty="0"/>
              <a:t>Trafikksystemet (4t s.117)</a:t>
            </a:r>
          </a:p>
          <a:p>
            <a:pPr lvl="0"/>
            <a:r>
              <a:rPr lang="nb-NO" dirty="0"/>
              <a:t>Trafikantgrupper og interessemotsetninger (4t s.45)</a:t>
            </a:r>
          </a:p>
          <a:p>
            <a:pPr lvl="0"/>
            <a:r>
              <a:rPr lang="nb-NO" dirty="0"/>
              <a:t>Miljøkonsekvenser av privatbilismen (4t s.25)</a:t>
            </a:r>
          </a:p>
          <a:p>
            <a:pPr lvl="0"/>
            <a:r>
              <a:rPr lang="nb-NO" dirty="0"/>
              <a:t>Miljøvennlige transportløsninger (4t s.26)</a:t>
            </a:r>
          </a:p>
          <a:p>
            <a:endParaRPr lang="nb-NO" dirty="0"/>
          </a:p>
        </p:txBody>
      </p:sp>
    </p:spTree>
    <p:extLst>
      <p:ext uri="{BB962C8B-B14F-4D97-AF65-F5344CB8AC3E}">
        <p14:creationId xmlns:p14="http://schemas.microsoft.com/office/powerpoint/2010/main" val="1632349279"/>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56732585"/>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a:extLst>
              <a:ext uri="{FF2B5EF4-FFF2-40B4-BE49-F238E27FC236}">
                <a16:creationId xmlns:a16="http://schemas.microsoft.com/office/drawing/2014/main" id="{96D757B9-2192-4D12-A6E7-310567E02232}"/>
              </a:ext>
            </a:extLst>
          </p:cNvPr>
          <p:cNvSpPr txBox="1"/>
          <p:nvPr/>
        </p:nvSpPr>
        <p:spPr>
          <a:xfrm>
            <a:off x="1444450" y="1700783"/>
            <a:ext cx="10369152" cy="646331"/>
          </a:xfrm>
          <a:prstGeom prst="rect">
            <a:avLst/>
          </a:prstGeom>
          <a:solidFill>
            <a:schemeClr val="bg1"/>
          </a:solidFill>
        </p:spPr>
        <p:txBody>
          <a:bodyPr wrap="square" rtlCol="0">
            <a:spAutoFit/>
          </a:bodyPr>
          <a:lstStyle/>
          <a:p>
            <a:r>
              <a:rPr lang="nb-NO" dirty="0"/>
              <a:t>Viktig at eleven ser sammenhengen mellom teori og praksis, samt har utviklet evne til selv og reflektere over egen læring og ståsted. Dette bør komme tydelig frem under trinnvurderingen</a:t>
            </a:r>
          </a:p>
        </p:txBody>
      </p:sp>
    </p:spTree>
    <p:extLst>
      <p:ext uri="{BB962C8B-B14F-4D97-AF65-F5344CB8AC3E}">
        <p14:creationId xmlns:p14="http://schemas.microsoft.com/office/powerpoint/2010/main" val="3940575721"/>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Parallellogram 10">
            <a:hlinkClick r:id="rId2" action="ppaction://hlinksldjump"/>
          </p:cNvPr>
          <p:cNvSpPr/>
          <p:nvPr/>
        </p:nvSpPr>
        <p:spPr>
          <a:xfrm>
            <a:off x="1542565" y="152613"/>
            <a:ext cx="1368000" cy="6840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Veg, vegoppmerking, skilt og annen trafikkregulering </a:t>
            </a:r>
            <a:endParaRPr lang="nb-NO" sz="900" i="1" dirty="0">
              <a:solidFill>
                <a:schemeClr val="tx1"/>
              </a:solidFill>
            </a:endParaRPr>
          </a:p>
        </p:txBody>
      </p:sp>
      <p:sp>
        <p:nvSpPr>
          <p:cNvPr id="18" name="TekstSylinder 17"/>
          <p:cNvSpPr txBox="1"/>
          <p:nvPr/>
        </p:nvSpPr>
        <p:spPr>
          <a:xfrm>
            <a:off x="1444450" y="1700783"/>
            <a:ext cx="10369152" cy="646331"/>
          </a:xfrm>
          <a:prstGeom prst="rect">
            <a:avLst/>
          </a:prstGeom>
          <a:solidFill>
            <a:schemeClr val="bg1"/>
          </a:solidFill>
        </p:spPr>
        <p:txBody>
          <a:bodyPr wrap="square" rtlCol="0">
            <a:spAutoFit/>
          </a:bodyPr>
          <a:lstStyle/>
          <a:p>
            <a:r>
              <a:rPr lang="nb-NO" dirty="0"/>
              <a:t>Eleven skal</a:t>
            </a:r>
          </a:p>
          <a:p>
            <a:r>
              <a:rPr lang="nb-NO" dirty="0"/>
              <a:t>2. gjøre rede for veg, vegoppmerking, skilt og annen trafikkregulering </a:t>
            </a:r>
          </a:p>
        </p:txBody>
      </p:sp>
    </p:spTree>
    <p:extLst>
      <p:ext uri="{BB962C8B-B14F-4D97-AF65-F5344CB8AC3E}">
        <p14:creationId xmlns:p14="http://schemas.microsoft.com/office/powerpoint/2010/main" val="2383533167"/>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2585323"/>
          </a:xfrm>
          <a:prstGeom prst="rect">
            <a:avLst/>
          </a:prstGeom>
          <a:solidFill>
            <a:schemeClr val="bg1"/>
          </a:solidFill>
        </p:spPr>
        <p:txBody>
          <a:bodyPr wrap="square" rtlCol="0">
            <a:spAutoFit/>
          </a:bodyPr>
          <a:lstStyle/>
          <a:p>
            <a:r>
              <a:rPr lang="nb-NO" dirty="0"/>
              <a:t>3.2 Veg, vegoppmerking, skilt og annen regulering </a:t>
            </a:r>
          </a:p>
          <a:p>
            <a:r>
              <a:rPr lang="nb-NO" dirty="0"/>
              <a:t>Aktuelt innhold</a:t>
            </a:r>
          </a:p>
          <a:p>
            <a:pPr marL="285750" indent="-285750">
              <a:buFont typeface="Arial" panose="020B0604020202020204" pitchFamily="34" charset="0"/>
              <a:buChar char="•"/>
            </a:pPr>
            <a:r>
              <a:rPr lang="nb-NO" dirty="0"/>
              <a:t>Definisjoner</a:t>
            </a:r>
          </a:p>
          <a:p>
            <a:pPr marL="285750" indent="-285750">
              <a:buFont typeface="Arial" panose="020B0604020202020204" pitchFamily="34" charset="0"/>
              <a:buChar char="•"/>
            </a:pPr>
            <a:r>
              <a:rPr lang="nb-NO" dirty="0"/>
              <a:t>Anlegg i vegen</a:t>
            </a:r>
          </a:p>
          <a:p>
            <a:pPr marL="285750" indent="-285750">
              <a:buFont typeface="Arial" panose="020B0604020202020204" pitchFamily="34" charset="0"/>
              <a:buChar char="•"/>
            </a:pPr>
            <a:r>
              <a:rPr lang="nb-NO" dirty="0"/>
              <a:t>Vegoppmerking (også i våre naboland)</a:t>
            </a:r>
          </a:p>
          <a:p>
            <a:pPr marL="285750" indent="-285750">
              <a:buFont typeface="Arial" panose="020B0604020202020204" pitchFamily="34" charset="0"/>
              <a:buChar char="•"/>
            </a:pPr>
            <a:r>
              <a:rPr lang="nb-NO" dirty="0"/>
              <a:t>Skilt </a:t>
            </a:r>
          </a:p>
          <a:p>
            <a:pPr marL="285750" indent="-285750">
              <a:buFont typeface="Arial" panose="020B0604020202020204" pitchFamily="34" charset="0"/>
              <a:buChar char="•"/>
            </a:pPr>
            <a:r>
              <a:rPr lang="nb-NO" dirty="0"/>
              <a:t>Lysregulering</a:t>
            </a:r>
          </a:p>
          <a:p>
            <a:pPr marL="285750" indent="-285750">
              <a:buFont typeface="Arial" panose="020B0604020202020204" pitchFamily="34" charset="0"/>
              <a:buChar char="•"/>
            </a:pPr>
            <a:r>
              <a:rPr lang="nb-NO" dirty="0"/>
              <a:t>Anvisninger</a:t>
            </a:r>
          </a:p>
          <a:p>
            <a:endParaRPr lang="nb-NO" dirty="0"/>
          </a:p>
        </p:txBody>
      </p:sp>
    </p:spTree>
    <p:extLst>
      <p:ext uri="{BB962C8B-B14F-4D97-AF65-F5344CB8AC3E}">
        <p14:creationId xmlns:p14="http://schemas.microsoft.com/office/powerpoint/2010/main" val="710999736"/>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a:extLst>
              <a:ext uri="{FF2B5EF4-FFF2-40B4-BE49-F238E27FC236}">
                <a16:creationId xmlns:a16="http://schemas.microsoft.com/office/drawing/2014/main" id="{519E4E86-C028-409F-8FB0-5495716565F2}"/>
              </a:ext>
            </a:extLst>
          </p:cNvPr>
          <p:cNvSpPr txBox="1"/>
          <p:nvPr/>
        </p:nvSpPr>
        <p:spPr>
          <a:xfrm>
            <a:off x="1487488" y="1844824"/>
            <a:ext cx="10369152" cy="2031325"/>
          </a:xfrm>
          <a:prstGeom prst="rect">
            <a:avLst/>
          </a:prstGeom>
          <a:solidFill>
            <a:schemeClr val="bg1"/>
          </a:solidFill>
        </p:spPr>
        <p:txBody>
          <a:bodyPr wrap="square" rtlCol="0">
            <a:spAutoFit/>
          </a:bodyPr>
          <a:lstStyle/>
          <a:p>
            <a:r>
              <a:rPr lang="nb-NO" dirty="0"/>
              <a:t>Har eleven lese- og skrivevansker?</a:t>
            </a:r>
          </a:p>
          <a:p>
            <a:r>
              <a:rPr lang="nb-NO" dirty="0"/>
              <a:t>Kan eleven norsk?</a:t>
            </a:r>
          </a:p>
          <a:p>
            <a:r>
              <a:rPr lang="nb-NO" dirty="0"/>
              <a:t>Er han villig å ha bok og lese bok?</a:t>
            </a:r>
          </a:p>
          <a:p>
            <a:r>
              <a:rPr lang="nb-NO" dirty="0"/>
              <a:t>Vil eleven ha teoriundervisning?</a:t>
            </a:r>
          </a:p>
          <a:p>
            <a:r>
              <a:rPr lang="nb-NO" dirty="0"/>
              <a:t>Induktiv eller deduktiv. (Praksis først eller teori først)</a:t>
            </a:r>
          </a:p>
          <a:p>
            <a:r>
              <a:rPr lang="nb-NO" dirty="0"/>
              <a:t>Vi forventer at eleven har lært grunnregelen fra trafikalt  grunnkurs.</a:t>
            </a:r>
          </a:p>
          <a:p>
            <a:r>
              <a:rPr lang="nb-NO" dirty="0"/>
              <a:t>Elever som ikke har tatt trafikalt grunnkurs må tilegne seg kunnskap.</a:t>
            </a:r>
          </a:p>
        </p:txBody>
      </p:sp>
    </p:spTree>
    <p:extLst>
      <p:ext uri="{BB962C8B-B14F-4D97-AF65-F5344CB8AC3E}">
        <p14:creationId xmlns:p14="http://schemas.microsoft.com/office/powerpoint/2010/main" val="1111985858"/>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Tree>
    <p:extLst>
      <p:ext uri="{BB962C8B-B14F-4D97-AF65-F5344CB8AC3E}">
        <p14:creationId xmlns:p14="http://schemas.microsoft.com/office/powerpoint/2010/main" val="1212376044"/>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1754326"/>
          </a:xfrm>
          <a:prstGeom prst="rect">
            <a:avLst/>
          </a:prstGeom>
          <a:solidFill>
            <a:schemeClr val="bg1"/>
          </a:solidFill>
        </p:spPr>
        <p:txBody>
          <a:bodyPr wrap="square" rtlCol="0">
            <a:spAutoFit/>
          </a:bodyPr>
          <a:lstStyle/>
          <a:p>
            <a:pPr lvl="0"/>
            <a:r>
              <a:rPr lang="nb-NO"/>
              <a:t>Definisjoner (4t s.119)</a:t>
            </a:r>
          </a:p>
          <a:p>
            <a:pPr lvl="0"/>
            <a:r>
              <a:rPr lang="nb-NO"/>
              <a:t>Anlegg i vegen (4t s.146)</a:t>
            </a:r>
          </a:p>
          <a:p>
            <a:pPr lvl="0"/>
            <a:r>
              <a:rPr lang="nb-NO"/>
              <a:t>Vegoppmerking (også i våre naboland) (4t s.294)</a:t>
            </a:r>
          </a:p>
          <a:p>
            <a:pPr lvl="0"/>
            <a:r>
              <a:rPr lang="nb-NO"/>
              <a:t>Skilt (4t s.96)</a:t>
            </a:r>
          </a:p>
          <a:p>
            <a:pPr lvl="0"/>
            <a:r>
              <a:rPr lang="nb-NO"/>
              <a:t>Lysregulering (4t s.292)</a:t>
            </a:r>
          </a:p>
          <a:p>
            <a:pPr lvl="0"/>
            <a:r>
              <a:rPr lang="nb-NO"/>
              <a:t>Anvisninger (4t s.289)</a:t>
            </a:r>
          </a:p>
        </p:txBody>
      </p:sp>
    </p:spTree>
    <p:extLst>
      <p:ext uri="{BB962C8B-B14F-4D97-AF65-F5344CB8AC3E}">
        <p14:creationId xmlns:p14="http://schemas.microsoft.com/office/powerpoint/2010/main" val="1549647920"/>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Tree>
    <p:extLst>
      <p:ext uri="{BB962C8B-B14F-4D97-AF65-F5344CB8AC3E}">
        <p14:creationId xmlns:p14="http://schemas.microsoft.com/office/powerpoint/2010/main" val="471051172"/>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a:extLst>
              <a:ext uri="{FF2B5EF4-FFF2-40B4-BE49-F238E27FC236}">
                <a16:creationId xmlns:a16="http://schemas.microsoft.com/office/drawing/2014/main" id="{0CF28DBF-3C69-4DF2-A2C6-8C8A230B1596}"/>
              </a:ext>
            </a:extLst>
          </p:cNvPr>
          <p:cNvSpPr txBox="1"/>
          <p:nvPr/>
        </p:nvSpPr>
        <p:spPr>
          <a:xfrm>
            <a:off x="1444450" y="1700783"/>
            <a:ext cx="10369152" cy="646331"/>
          </a:xfrm>
          <a:prstGeom prst="rect">
            <a:avLst/>
          </a:prstGeom>
          <a:solidFill>
            <a:schemeClr val="bg1"/>
          </a:solidFill>
        </p:spPr>
        <p:txBody>
          <a:bodyPr wrap="square" rtlCol="0">
            <a:spAutoFit/>
          </a:bodyPr>
          <a:lstStyle/>
          <a:p>
            <a:r>
              <a:rPr lang="nb-NO" dirty="0"/>
              <a:t>Viktig at eleven ser sammenhengen mellom teori og praksis, samt har utviklet evne til selv og reflektere over egen læring og ståsted. Dette bør komme tydelig frem under trinnvurderingen</a:t>
            </a:r>
          </a:p>
        </p:txBody>
      </p:sp>
    </p:spTree>
    <p:extLst>
      <p:ext uri="{BB962C8B-B14F-4D97-AF65-F5344CB8AC3E}">
        <p14:creationId xmlns:p14="http://schemas.microsoft.com/office/powerpoint/2010/main" val="1749281226"/>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Parallellogram 11">
            <a:hlinkClick r:id="rId2" action="ppaction://hlinksldjump"/>
          </p:cNvPr>
          <p:cNvSpPr/>
          <p:nvPr/>
        </p:nvSpPr>
        <p:spPr>
          <a:xfrm>
            <a:off x="2795685" y="152613"/>
            <a:ext cx="1368000" cy="6840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Atferd i trafikken i ulike vegmiljø</a:t>
            </a:r>
            <a:endParaRPr lang="nb-NO" sz="900" i="1" dirty="0">
              <a:solidFill>
                <a:schemeClr val="tx1"/>
              </a:solidFill>
            </a:endParaRPr>
          </a:p>
        </p:txBody>
      </p:sp>
      <p:sp>
        <p:nvSpPr>
          <p:cNvPr id="18" name="TekstSylinder 17"/>
          <p:cNvSpPr txBox="1"/>
          <p:nvPr/>
        </p:nvSpPr>
        <p:spPr>
          <a:xfrm>
            <a:off x="1444450" y="1700783"/>
            <a:ext cx="10369152" cy="923330"/>
          </a:xfrm>
          <a:prstGeom prst="rect">
            <a:avLst/>
          </a:prstGeom>
          <a:solidFill>
            <a:schemeClr val="bg1"/>
          </a:solidFill>
        </p:spPr>
        <p:txBody>
          <a:bodyPr wrap="square" rtlCol="0">
            <a:spAutoFit/>
          </a:bodyPr>
          <a:lstStyle/>
          <a:p>
            <a:r>
              <a:rPr lang="nb-NO" dirty="0"/>
              <a:t>Eleven skal</a:t>
            </a:r>
          </a:p>
          <a:p>
            <a:r>
              <a:rPr lang="nb-NO" dirty="0"/>
              <a:t>3. gjøre rede for tydelig, sikker og effektiv atferd i trafikken i ulike vegmiljø, herunder kjøring i tunnel, og de regler som gjelder for bilkjøring</a:t>
            </a:r>
          </a:p>
        </p:txBody>
      </p:sp>
    </p:spTree>
    <p:extLst>
      <p:ext uri="{BB962C8B-B14F-4D97-AF65-F5344CB8AC3E}">
        <p14:creationId xmlns:p14="http://schemas.microsoft.com/office/powerpoint/2010/main" val="3140689887"/>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4524315"/>
          </a:xfrm>
          <a:prstGeom prst="rect">
            <a:avLst/>
          </a:prstGeom>
          <a:solidFill>
            <a:schemeClr val="bg1"/>
          </a:solidFill>
        </p:spPr>
        <p:txBody>
          <a:bodyPr wrap="square" rtlCol="0">
            <a:spAutoFit/>
          </a:bodyPr>
          <a:lstStyle/>
          <a:p>
            <a:r>
              <a:rPr lang="nb-NO" dirty="0"/>
              <a:t>3.3 Atferd i trafikken</a:t>
            </a:r>
          </a:p>
          <a:p>
            <a:r>
              <a:rPr lang="nb-NO" dirty="0"/>
              <a:t> Aktuelt innhold </a:t>
            </a:r>
          </a:p>
          <a:p>
            <a:pPr marL="285750" indent="-285750">
              <a:buFont typeface="Arial" panose="020B0604020202020204" pitchFamily="34" charset="0"/>
              <a:buChar char="•"/>
            </a:pPr>
            <a:r>
              <a:rPr lang="nb-NO" dirty="0"/>
              <a:t>Vegtrafikklovgivningen</a:t>
            </a:r>
          </a:p>
          <a:p>
            <a:pPr marL="285750" indent="-285750">
              <a:buFont typeface="Arial" panose="020B0604020202020204" pitchFamily="34" charset="0"/>
              <a:buChar char="•"/>
            </a:pPr>
            <a:r>
              <a:rPr lang="nb-NO" dirty="0"/>
              <a:t>Grunnregler </a:t>
            </a:r>
          </a:p>
          <a:p>
            <a:pPr marL="285750" indent="-285750">
              <a:buFont typeface="Arial" panose="020B0604020202020204" pitchFamily="34" charset="0"/>
              <a:buChar char="•"/>
            </a:pPr>
            <a:r>
              <a:rPr lang="nb-NO" dirty="0"/>
              <a:t>Kommunikasjon og samhandling med andre trafikantgrupper som barn,   eldre, motorsyklister og førere av store og tunge kjøretøy </a:t>
            </a:r>
          </a:p>
          <a:p>
            <a:pPr marL="285750" indent="-285750">
              <a:buFont typeface="Arial" panose="020B0604020202020204" pitchFamily="34" charset="0"/>
              <a:buChar char="•"/>
            </a:pPr>
            <a:r>
              <a:rPr lang="nb-NO" dirty="0"/>
              <a:t>Signal og tegn </a:t>
            </a:r>
          </a:p>
          <a:p>
            <a:pPr marL="285750" indent="-285750">
              <a:buFont typeface="Arial" panose="020B0604020202020204" pitchFamily="34" charset="0"/>
              <a:buChar char="•"/>
            </a:pPr>
            <a:r>
              <a:rPr lang="nb-NO" dirty="0"/>
              <a:t>Fartsavpassing </a:t>
            </a:r>
          </a:p>
          <a:p>
            <a:pPr marL="285750" indent="-285750">
              <a:buFont typeface="Arial" panose="020B0604020202020204" pitchFamily="34" charset="0"/>
              <a:buChar char="•"/>
            </a:pPr>
            <a:r>
              <a:rPr lang="nb-NO" dirty="0"/>
              <a:t>Veggrep og aktuelle fysiske lover</a:t>
            </a:r>
          </a:p>
          <a:p>
            <a:pPr marL="285750" indent="-285750">
              <a:buFont typeface="Arial" panose="020B0604020202020204" pitchFamily="34" charset="0"/>
              <a:buChar char="•"/>
            </a:pPr>
            <a:r>
              <a:rPr lang="nb-NO" dirty="0"/>
              <a:t>Plassering på vegen</a:t>
            </a:r>
          </a:p>
          <a:p>
            <a:pPr marL="285750" indent="-285750">
              <a:buFont typeface="Arial" panose="020B0604020202020204" pitchFamily="34" charset="0"/>
              <a:buChar char="•"/>
            </a:pPr>
            <a:r>
              <a:rPr lang="nb-NO" dirty="0"/>
              <a:t>Vikeplikt </a:t>
            </a:r>
          </a:p>
          <a:p>
            <a:pPr marL="285750" indent="-285750">
              <a:buFont typeface="Arial" panose="020B0604020202020204" pitchFamily="34" charset="0"/>
              <a:buChar char="•"/>
            </a:pPr>
            <a:r>
              <a:rPr lang="nb-NO" dirty="0"/>
              <a:t>Rygging og vending </a:t>
            </a:r>
          </a:p>
          <a:p>
            <a:pPr marL="285750" indent="-285750">
              <a:buFont typeface="Arial" panose="020B0604020202020204" pitchFamily="34" charset="0"/>
              <a:buChar char="•"/>
            </a:pPr>
            <a:r>
              <a:rPr lang="nb-NO" dirty="0"/>
              <a:t>Stans og parkering </a:t>
            </a:r>
          </a:p>
          <a:p>
            <a:pPr marL="285750" indent="-285750">
              <a:buFont typeface="Arial" panose="020B0604020202020204" pitchFamily="34" charset="0"/>
              <a:buChar char="•"/>
            </a:pPr>
            <a:r>
              <a:rPr lang="nb-NO" dirty="0"/>
              <a:t>Planovergang </a:t>
            </a:r>
          </a:p>
          <a:p>
            <a:pPr marL="285750" indent="-285750">
              <a:buFont typeface="Arial" panose="020B0604020202020204" pitchFamily="34" charset="0"/>
              <a:buChar char="•"/>
            </a:pPr>
            <a:r>
              <a:rPr lang="nb-NO" dirty="0"/>
              <a:t>Motorveg </a:t>
            </a:r>
          </a:p>
          <a:p>
            <a:pPr marL="285750" indent="-285750">
              <a:buFont typeface="Arial" panose="020B0604020202020204" pitchFamily="34" charset="0"/>
              <a:buChar char="•"/>
            </a:pPr>
            <a:r>
              <a:rPr lang="nb-NO" dirty="0"/>
              <a:t>Møting </a:t>
            </a:r>
          </a:p>
        </p:txBody>
      </p:sp>
      <p:sp>
        <p:nvSpPr>
          <p:cNvPr id="3" name="TekstSylinder 2"/>
          <p:cNvSpPr txBox="1"/>
          <p:nvPr/>
        </p:nvSpPr>
        <p:spPr>
          <a:xfrm>
            <a:off x="5447928" y="4734659"/>
            <a:ext cx="6509690" cy="1477328"/>
          </a:xfrm>
          <a:prstGeom prst="rect">
            <a:avLst/>
          </a:prstGeom>
          <a:noFill/>
        </p:spPr>
        <p:txBody>
          <a:bodyPr wrap="square" rtlCol="0">
            <a:spAutoFit/>
          </a:bodyPr>
          <a:lstStyle/>
          <a:p>
            <a:pPr marL="285750" indent="-285750">
              <a:buFont typeface="Arial" panose="020B0604020202020204" pitchFamily="34" charset="0"/>
              <a:buChar char="•"/>
            </a:pPr>
            <a:r>
              <a:rPr lang="nb-NO" dirty="0"/>
              <a:t>Tunnelsikkerhet og kjøring i tunnel </a:t>
            </a:r>
          </a:p>
          <a:p>
            <a:pPr marL="285750" indent="-285750">
              <a:buFont typeface="Arial" panose="020B0604020202020204" pitchFamily="34" charset="0"/>
              <a:buChar char="•"/>
            </a:pPr>
            <a:r>
              <a:rPr lang="nb-NO" dirty="0"/>
              <a:t>Kjøring i kø og ved flaskehalser </a:t>
            </a:r>
          </a:p>
          <a:p>
            <a:pPr marL="285750" indent="-285750">
              <a:buFont typeface="Arial" panose="020B0604020202020204" pitchFamily="34" charset="0"/>
              <a:buChar char="•"/>
            </a:pPr>
            <a:r>
              <a:rPr lang="nb-NO" dirty="0"/>
              <a:t>Forbikjøring</a:t>
            </a:r>
          </a:p>
          <a:p>
            <a:pPr marL="285750" indent="-285750">
              <a:buFont typeface="Arial" panose="020B0604020202020204" pitchFamily="34" charset="0"/>
              <a:buChar char="•"/>
            </a:pPr>
            <a:r>
              <a:rPr lang="nb-NO" dirty="0"/>
              <a:t>Mørkekjøring</a:t>
            </a:r>
          </a:p>
          <a:p>
            <a:pPr marL="285750" indent="-285750">
              <a:buFont typeface="Arial" panose="020B0604020202020204" pitchFamily="34" charset="0"/>
              <a:buChar char="•"/>
            </a:pPr>
            <a:r>
              <a:rPr lang="nb-NO" dirty="0"/>
              <a:t>Bruk av sikringsutstyr og sikring av personer i bil</a:t>
            </a:r>
          </a:p>
        </p:txBody>
      </p:sp>
    </p:spTree>
    <p:extLst>
      <p:ext uri="{BB962C8B-B14F-4D97-AF65-F5344CB8AC3E}">
        <p14:creationId xmlns:p14="http://schemas.microsoft.com/office/powerpoint/2010/main" val="1138402607"/>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a:extLst>
              <a:ext uri="{FF2B5EF4-FFF2-40B4-BE49-F238E27FC236}">
                <a16:creationId xmlns:a16="http://schemas.microsoft.com/office/drawing/2014/main" id="{620A0C5A-FA32-4EA9-9C1E-2816D622FF5D}"/>
              </a:ext>
            </a:extLst>
          </p:cNvPr>
          <p:cNvSpPr txBox="1"/>
          <p:nvPr/>
        </p:nvSpPr>
        <p:spPr>
          <a:xfrm>
            <a:off x="1487488" y="1844824"/>
            <a:ext cx="10369152" cy="2031325"/>
          </a:xfrm>
          <a:prstGeom prst="rect">
            <a:avLst/>
          </a:prstGeom>
          <a:solidFill>
            <a:schemeClr val="bg1"/>
          </a:solidFill>
        </p:spPr>
        <p:txBody>
          <a:bodyPr wrap="square" rtlCol="0">
            <a:spAutoFit/>
          </a:bodyPr>
          <a:lstStyle/>
          <a:p>
            <a:r>
              <a:rPr lang="nb-NO" dirty="0"/>
              <a:t>Har eleven lese- og skrivevansker?</a:t>
            </a:r>
          </a:p>
          <a:p>
            <a:r>
              <a:rPr lang="nb-NO" dirty="0"/>
              <a:t>Kan eleven norsk?</a:t>
            </a:r>
          </a:p>
          <a:p>
            <a:r>
              <a:rPr lang="nb-NO" dirty="0"/>
              <a:t>Er han villig å ha bok og lese bok?</a:t>
            </a:r>
          </a:p>
          <a:p>
            <a:r>
              <a:rPr lang="nb-NO" dirty="0"/>
              <a:t>Vil eleven ha teoriundervisning?</a:t>
            </a:r>
          </a:p>
          <a:p>
            <a:r>
              <a:rPr lang="nb-NO" dirty="0"/>
              <a:t>Induktiv eller deduktiv. (Praksis først eller teori først)</a:t>
            </a:r>
          </a:p>
          <a:p>
            <a:r>
              <a:rPr lang="nb-NO" dirty="0"/>
              <a:t>Vi forventer at eleven har lært grunnregelen fra trafikalt  grunnkurs.</a:t>
            </a:r>
          </a:p>
          <a:p>
            <a:r>
              <a:rPr lang="nb-NO" dirty="0"/>
              <a:t>Elever som ikke har tatt trafikalt grunnkurs må tilegne seg kunnskap.</a:t>
            </a:r>
          </a:p>
        </p:txBody>
      </p:sp>
    </p:spTree>
    <p:extLst>
      <p:ext uri="{BB962C8B-B14F-4D97-AF65-F5344CB8AC3E}">
        <p14:creationId xmlns:p14="http://schemas.microsoft.com/office/powerpoint/2010/main" val="2115603345"/>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Tree>
    <p:extLst>
      <p:ext uri="{BB962C8B-B14F-4D97-AF65-F5344CB8AC3E}">
        <p14:creationId xmlns:p14="http://schemas.microsoft.com/office/powerpoint/2010/main" val="2980256726"/>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15480" y="1484784"/>
            <a:ext cx="10369152" cy="5355312"/>
          </a:xfrm>
          <a:prstGeom prst="rect">
            <a:avLst/>
          </a:prstGeom>
          <a:solidFill>
            <a:schemeClr val="bg1"/>
          </a:solidFill>
        </p:spPr>
        <p:txBody>
          <a:bodyPr wrap="square" rtlCol="0">
            <a:spAutoFit/>
          </a:bodyPr>
          <a:lstStyle/>
          <a:p>
            <a:pPr lvl="0"/>
            <a:r>
              <a:rPr lang="nb-NO" dirty="0"/>
              <a:t>Vegtrafikklovgivningen (4t s.210)</a:t>
            </a:r>
          </a:p>
          <a:p>
            <a:pPr lvl="0"/>
            <a:r>
              <a:rPr lang="nb-NO" dirty="0"/>
              <a:t>Grunnregler (4t s.215)</a:t>
            </a:r>
          </a:p>
          <a:p>
            <a:pPr lvl="0"/>
            <a:r>
              <a:rPr lang="nb-NO" dirty="0"/>
              <a:t>Kommunikasjon og samhandling med andre trafikantgrupper som barn, eldre, motorsyklister og førere av store og tunge kjøretøy (4t s.45)</a:t>
            </a:r>
          </a:p>
          <a:p>
            <a:pPr lvl="0"/>
            <a:r>
              <a:rPr lang="nb-NO" dirty="0"/>
              <a:t>Signal og tegn (4t s.188-168)</a:t>
            </a:r>
          </a:p>
          <a:p>
            <a:pPr lvl="0"/>
            <a:r>
              <a:rPr lang="nb-NO" dirty="0"/>
              <a:t>Fartsavpassing (4t s.190)</a:t>
            </a:r>
          </a:p>
          <a:p>
            <a:pPr lvl="0"/>
            <a:r>
              <a:rPr lang="nb-NO" dirty="0"/>
              <a:t>Veggrep og aktuelle fysiske lover (4t s.193 - 101)</a:t>
            </a:r>
          </a:p>
          <a:p>
            <a:pPr lvl="0"/>
            <a:r>
              <a:rPr lang="nb-NO" dirty="0"/>
              <a:t>Plassering på vegen (4t s.189)</a:t>
            </a:r>
          </a:p>
          <a:p>
            <a:pPr lvl="0"/>
            <a:r>
              <a:rPr lang="nb-NO" dirty="0"/>
              <a:t>Vikeplikt (4t s.291)</a:t>
            </a:r>
          </a:p>
          <a:p>
            <a:pPr lvl="0"/>
            <a:r>
              <a:rPr lang="nb-NO" dirty="0"/>
              <a:t>Rygging og vending (4t s.165)</a:t>
            </a:r>
          </a:p>
          <a:p>
            <a:pPr lvl="0"/>
            <a:r>
              <a:rPr lang="nb-NO" dirty="0"/>
              <a:t>Stans og parkering (4t s.171)</a:t>
            </a:r>
          </a:p>
          <a:p>
            <a:pPr lvl="0"/>
            <a:r>
              <a:rPr lang="nb-NO" dirty="0"/>
              <a:t>Planovergang (4t s. 35 - 164)</a:t>
            </a:r>
          </a:p>
          <a:p>
            <a:pPr lvl="0"/>
            <a:r>
              <a:rPr lang="nb-NO" dirty="0"/>
              <a:t>Motorveg (4t s.158 - 189)</a:t>
            </a:r>
          </a:p>
          <a:p>
            <a:pPr lvl="0"/>
            <a:r>
              <a:rPr lang="nb-NO" dirty="0"/>
              <a:t>Møting </a:t>
            </a:r>
          </a:p>
          <a:p>
            <a:pPr lvl="0"/>
            <a:r>
              <a:rPr lang="nb-NO" dirty="0"/>
              <a:t>Tunnelsikkerhet og kjøring i tunnel </a:t>
            </a:r>
          </a:p>
          <a:p>
            <a:pPr lvl="0"/>
            <a:r>
              <a:rPr lang="nb-NO" dirty="0"/>
              <a:t>Kjøring i kø og ved flaskehalser </a:t>
            </a:r>
          </a:p>
          <a:p>
            <a:pPr lvl="0"/>
            <a:r>
              <a:rPr lang="nb-NO" dirty="0"/>
              <a:t>Forbikjøring</a:t>
            </a:r>
          </a:p>
          <a:p>
            <a:pPr lvl="0"/>
            <a:r>
              <a:rPr lang="nb-NO" dirty="0"/>
              <a:t>Mørkekjøring</a:t>
            </a:r>
          </a:p>
          <a:p>
            <a:pPr lvl="0"/>
            <a:r>
              <a:rPr lang="nb-NO" dirty="0"/>
              <a:t>Bruk av sikringsutstyr og sikring av personer i bil</a:t>
            </a:r>
          </a:p>
        </p:txBody>
      </p:sp>
    </p:spTree>
    <p:extLst>
      <p:ext uri="{BB962C8B-B14F-4D97-AF65-F5344CB8AC3E}">
        <p14:creationId xmlns:p14="http://schemas.microsoft.com/office/powerpoint/2010/main" val="1466040666"/>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Tree>
    <p:extLst>
      <p:ext uri="{BB962C8B-B14F-4D97-AF65-F5344CB8AC3E}">
        <p14:creationId xmlns:p14="http://schemas.microsoft.com/office/powerpoint/2010/main" val="3443285315"/>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a:extLst>
              <a:ext uri="{FF2B5EF4-FFF2-40B4-BE49-F238E27FC236}">
                <a16:creationId xmlns:a16="http://schemas.microsoft.com/office/drawing/2014/main" id="{F44AE750-7A62-4A82-8782-BD95B1974168}"/>
              </a:ext>
            </a:extLst>
          </p:cNvPr>
          <p:cNvSpPr txBox="1"/>
          <p:nvPr/>
        </p:nvSpPr>
        <p:spPr>
          <a:xfrm>
            <a:off x="1444450" y="1700783"/>
            <a:ext cx="10369152" cy="646331"/>
          </a:xfrm>
          <a:prstGeom prst="rect">
            <a:avLst/>
          </a:prstGeom>
          <a:solidFill>
            <a:schemeClr val="bg1"/>
          </a:solidFill>
        </p:spPr>
        <p:txBody>
          <a:bodyPr wrap="square" rtlCol="0">
            <a:spAutoFit/>
          </a:bodyPr>
          <a:lstStyle/>
          <a:p>
            <a:r>
              <a:rPr lang="nb-NO" dirty="0"/>
              <a:t>Viktig at eleven ser sammenhengen mellom teori og praksis, samt har utviklet evne til selv og reflektere over egen læring og ståsted. Dette bør komme tydelig frem under trinnvurderingen</a:t>
            </a:r>
          </a:p>
        </p:txBody>
      </p:sp>
    </p:spTree>
    <p:extLst>
      <p:ext uri="{BB962C8B-B14F-4D97-AF65-F5344CB8AC3E}">
        <p14:creationId xmlns:p14="http://schemas.microsoft.com/office/powerpoint/2010/main" val="1837190606"/>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Parallellogram 12">
            <a:hlinkClick r:id="rId2" action="ppaction://hlinksldjump"/>
          </p:cNvPr>
          <p:cNvSpPr/>
          <p:nvPr/>
        </p:nvSpPr>
        <p:spPr>
          <a:xfrm>
            <a:off x="4038212" y="152613"/>
            <a:ext cx="1368000" cy="6840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Systematisk og automatisert informasjons-innhenting </a:t>
            </a:r>
            <a:endParaRPr lang="nb-NO" sz="900" i="1" dirty="0">
              <a:solidFill>
                <a:schemeClr val="tx1"/>
              </a:solidFill>
            </a:endParaRPr>
          </a:p>
        </p:txBody>
      </p:sp>
      <p:sp>
        <p:nvSpPr>
          <p:cNvPr id="18" name="TekstSylinder 17"/>
          <p:cNvSpPr txBox="1"/>
          <p:nvPr/>
        </p:nvSpPr>
        <p:spPr>
          <a:xfrm>
            <a:off x="1444450" y="1700783"/>
            <a:ext cx="10369152" cy="646331"/>
          </a:xfrm>
          <a:prstGeom prst="rect">
            <a:avLst/>
          </a:prstGeom>
          <a:solidFill>
            <a:schemeClr val="bg1"/>
          </a:solidFill>
        </p:spPr>
        <p:txBody>
          <a:bodyPr wrap="square" rtlCol="0">
            <a:spAutoFit/>
          </a:bodyPr>
          <a:lstStyle/>
          <a:p>
            <a:r>
              <a:rPr lang="nb-NO" dirty="0"/>
              <a:t>Eleven skal</a:t>
            </a:r>
          </a:p>
          <a:p>
            <a:r>
              <a:rPr lang="nb-NO" dirty="0"/>
              <a:t>4. anvende systematisk og automatisert informasjonsinnhenting</a:t>
            </a:r>
          </a:p>
        </p:txBody>
      </p:sp>
    </p:spTree>
    <p:extLst>
      <p:ext uri="{BB962C8B-B14F-4D97-AF65-F5344CB8AC3E}">
        <p14:creationId xmlns:p14="http://schemas.microsoft.com/office/powerpoint/2010/main" val="151983073"/>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2031325"/>
          </a:xfrm>
          <a:prstGeom prst="rect">
            <a:avLst/>
          </a:prstGeom>
          <a:solidFill>
            <a:schemeClr val="bg1"/>
          </a:solidFill>
        </p:spPr>
        <p:txBody>
          <a:bodyPr wrap="square" rtlCol="0">
            <a:spAutoFit/>
          </a:bodyPr>
          <a:lstStyle/>
          <a:p>
            <a:r>
              <a:rPr lang="nb-NO" dirty="0"/>
              <a:t>3.4 Informasjonsinnhenting </a:t>
            </a:r>
          </a:p>
          <a:p>
            <a:r>
              <a:rPr lang="nb-NO" dirty="0"/>
              <a:t>Aktuelt innhold </a:t>
            </a:r>
          </a:p>
          <a:p>
            <a:pPr marL="285750" indent="-285750">
              <a:buFont typeface="Arial" panose="020B0604020202020204" pitchFamily="34" charset="0"/>
              <a:buChar char="•"/>
            </a:pPr>
            <a:r>
              <a:rPr lang="nb-NO" dirty="0"/>
              <a:t>Grunnleggende se-teknikk </a:t>
            </a:r>
          </a:p>
          <a:p>
            <a:pPr marL="285750" indent="-285750">
              <a:buFont typeface="Arial" panose="020B0604020202020204" pitchFamily="34" charset="0"/>
              <a:buChar char="•"/>
            </a:pPr>
            <a:r>
              <a:rPr lang="nb-NO" dirty="0"/>
              <a:t>Oppdage og oppfatte vegkryss, myke trafikanter, hindringer, skilt og oppmerking i god tid </a:t>
            </a:r>
          </a:p>
          <a:p>
            <a:pPr marL="285750" indent="-285750">
              <a:buFont typeface="Arial" panose="020B0604020202020204" pitchFamily="34" charset="0"/>
              <a:buChar char="•"/>
            </a:pPr>
            <a:r>
              <a:rPr lang="nb-NO" dirty="0"/>
              <a:t>Kjøring inn mot og gjennom kryss med ulik utforming, sikt og regulering</a:t>
            </a:r>
          </a:p>
          <a:p>
            <a:pPr marL="285750" indent="-285750">
              <a:buFont typeface="Arial" panose="020B0604020202020204" pitchFamily="34" charset="0"/>
              <a:buChar char="•"/>
            </a:pPr>
            <a:r>
              <a:rPr lang="nb-NO" dirty="0"/>
              <a:t>Kjøring mellom kryss</a:t>
            </a:r>
          </a:p>
          <a:p>
            <a:pPr marL="285750" indent="-285750">
              <a:buFont typeface="Arial" panose="020B0604020202020204" pitchFamily="34" charset="0"/>
              <a:buChar char="•"/>
            </a:pPr>
            <a:r>
              <a:rPr lang="nb-NO" dirty="0"/>
              <a:t>Tilpassing av fart og valg av plassering i forhold til sikt- og trafikkforhold</a:t>
            </a:r>
          </a:p>
        </p:txBody>
      </p:sp>
    </p:spTree>
    <p:extLst>
      <p:ext uri="{BB962C8B-B14F-4D97-AF65-F5344CB8AC3E}">
        <p14:creationId xmlns:p14="http://schemas.microsoft.com/office/powerpoint/2010/main" val="449193020"/>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kstSylinder 2">
            <a:extLst>
              <a:ext uri="{FF2B5EF4-FFF2-40B4-BE49-F238E27FC236}">
                <a16:creationId xmlns:a16="http://schemas.microsoft.com/office/drawing/2014/main" id="{86854E3C-BB1E-4818-82C0-8F3B08111C33}"/>
              </a:ext>
            </a:extLst>
          </p:cNvPr>
          <p:cNvSpPr txBox="1"/>
          <p:nvPr/>
        </p:nvSpPr>
        <p:spPr>
          <a:xfrm>
            <a:off x="1055440" y="1700808"/>
            <a:ext cx="10801200" cy="4278094"/>
          </a:xfrm>
          <a:prstGeom prst="rect">
            <a:avLst/>
          </a:prstGeom>
          <a:solidFill>
            <a:schemeClr val="bg1"/>
          </a:solidFill>
        </p:spPr>
        <p:txBody>
          <a:bodyPr wrap="square" rtlCol="0">
            <a:spAutoFit/>
          </a:bodyPr>
          <a:lstStyle/>
          <a:p>
            <a:r>
              <a:rPr lang="nb-NO" sz="1600" dirty="0"/>
              <a:t>Vi forventer at eleven er teknisk flink med kjøretøyet slik at oppmerksomheten kan rettes mot trafikkbildet.</a:t>
            </a:r>
          </a:p>
          <a:p>
            <a:r>
              <a:rPr lang="nb-NO" sz="1600" dirty="0"/>
              <a:t>I tillegg må vi forvente at han kan grunnregel for trafikk.(tenke at farer kan oppstå  rundt neste sving eller kryss uten at man ser dem. Være 100% sikker på at han ved uoversiktlig sving eller kryss kan ta en avgjørelse som ikke er til fare for seg selv eller andre.)</a:t>
            </a:r>
          </a:p>
          <a:p>
            <a:r>
              <a:rPr lang="nb-NO" sz="1600" dirty="0"/>
              <a:t>Hvor sikker ønsker eleven å være i prosent?</a:t>
            </a:r>
          </a:p>
          <a:p>
            <a:r>
              <a:rPr lang="nb-NO" sz="1600" dirty="0"/>
              <a:t>Eleven skal kunne stanse ved angitt sted og valg av gir etter nedbremsing.</a:t>
            </a:r>
          </a:p>
          <a:p>
            <a:r>
              <a:rPr lang="nb-NO" sz="1600" dirty="0"/>
              <a:t>Anbefalt fag stoff:</a:t>
            </a:r>
          </a:p>
          <a:p>
            <a:r>
              <a:rPr lang="nb-NO" sz="1600" dirty="0"/>
              <a:t>Tegn §14</a:t>
            </a:r>
          </a:p>
          <a:p>
            <a:r>
              <a:rPr lang="nb-NO" sz="1600" dirty="0"/>
              <a:t>Plassering/</a:t>
            </a:r>
            <a:r>
              <a:rPr lang="nb-NO" sz="1600" dirty="0" err="1"/>
              <a:t>svinging</a:t>
            </a:r>
            <a:r>
              <a:rPr lang="nb-NO" sz="1600" dirty="0"/>
              <a:t> §§5-6</a:t>
            </a:r>
          </a:p>
          <a:p>
            <a:r>
              <a:rPr lang="nb-NO" sz="1600" dirty="0"/>
              <a:t>Fart §13</a:t>
            </a:r>
          </a:p>
          <a:p>
            <a:r>
              <a:rPr lang="nb-NO" sz="1600" dirty="0"/>
              <a:t>Vikeplikt §7</a:t>
            </a:r>
          </a:p>
          <a:p>
            <a:r>
              <a:rPr lang="nb-NO" sz="1600" dirty="0"/>
              <a:t>Anvisninger (Myndighetspyramiden) §3</a:t>
            </a:r>
          </a:p>
          <a:p>
            <a:r>
              <a:rPr lang="nb-NO" sz="1600" dirty="0"/>
              <a:t>Trafikkskilt: </a:t>
            </a:r>
          </a:p>
          <a:p>
            <a:r>
              <a:rPr lang="nb-NO" sz="1600" dirty="0"/>
              <a:t>202-204-206-208-210-212-214</a:t>
            </a:r>
          </a:p>
          <a:p>
            <a:r>
              <a:rPr lang="nb-NO" sz="1600" dirty="0"/>
              <a:t>302</a:t>
            </a:r>
          </a:p>
          <a:p>
            <a:r>
              <a:rPr lang="nb-NO" sz="1600" dirty="0"/>
              <a:t>362</a:t>
            </a:r>
          </a:p>
          <a:p>
            <a:r>
              <a:rPr lang="nb-NO" sz="1600" dirty="0"/>
              <a:t>370-372</a:t>
            </a:r>
          </a:p>
        </p:txBody>
      </p:sp>
    </p:spTree>
    <p:extLst>
      <p:ext uri="{BB962C8B-B14F-4D97-AF65-F5344CB8AC3E}">
        <p14:creationId xmlns:p14="http://schemas.microsoft.com/office/powerpoint/2010/main" val="3011944521"/>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a:extLst>
              <a:ext uri="{FF2B5EF4-FFF2-40B4-BE49-F238E27FC236}">
                <a16:creationId xmlns:a16="http://schemas.microsoft.com/office/drawing/2014/main" id="{01F47F14-2F49-4E09-8CB4-D49D85EEDEF5}"/>
              </a:ext>
            </a:extLst>
          </p:cNvPr>
          <p:cNvSpPr txBox="1"/>
          <p:nvPr/>
        </p:nvSpPr>
        <p:spPr>
          <a:xfrm>
            <a:off x="1674542" y="1885449"/>
            <a:ext cx="9073008" cy="1200329"/>
          </a:xfrm>
          <a:prstGeom prst="rect">
            <a:avLst/>
          </a:prstGeom>
          <a:noFill/>
        </p:spPr>
        <p:txBody>
          <a:bodyPr wrap="square" rtlCol="0">
            <a:spAutoFit/>
          </a:bodyPr>
          <a:lstStyle/>
          <a:p>
            <a:r>
              <a:rPr lang="nb-NO" dirty="0"/>
              <a:t>Lærer må kunne lede oppmerksomheten mot det som er viktig for den videre kjøring.</a:t>
            </a:r>
          </a:p>
          <a:p>
            <a:r>
              <a:rPr lang="nb-NO" dirty="0"/>
              <a:t>Unngå for mange oppgaver samtidig.</a:t>
            </a:r>
          </a:p>
          <a:p>
            <a:endParaRPr lang="nb-NO" dirty="0"/>
          </a:p>
          <a:p>
            <a:r>
              <a:rPr lang="nb-NO" dirty="0"/>
              <a:t>Lærer må har kontroll og arbeidsoppgaver som på forhånd er avtalt med eleven.</a:t>
            </a:r>
          </a:p>
        </p:txBody>
      </p:sp>
    </p:spTree>
    <p:extLst>
      <p:ext uri="{BB962C8B-B14F-4D97-AF65-F5344CB8AC3E}">
        <p14:creationId xmlns:p14="http://schemas.microsoft.com/office/powerpoint/2010/main" val="3742453916"/>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kstSylinder 4">
            <a:extLst>
              <a:ext uri="{FF2B5EF4-FFF2-40B4-BE49-F238E27FC236}">
                <a16:creationId xmlns:a16="http://schemas.microsoft.com/office/drawing/2014/main" id="{467BF8FC-29B7-4837-9067-8B6D73D6034C}"/>
              </a:ext>
            </a:extLst>
          </p:cNvPr>
          <p:cNvSpPr txBox="1"/>
          <p:nvPr/>
        </p:nvSpPr>
        <p:spPr>
          <a:xfrm>
            <a:off x="1478939" y="1772816"/>
            <a:ext cx="10369152" cy="2031325"/>
          </a:xfrm>
          <a:prstGeom prst="rect">
            <a:avLst/>
          </a:prstGeom>
          <a:solidFill>
            <a:schemeClr val="bg1"/>
          </a:solidFill>
        </p:spPr>
        <p:txBody>
          <a:bodyPr wrap="square" rtlCol="0">
            <a:spAutoFit/>
          </a:bodyPr>
          <a:lstStyle/>
          <a:p>
            <a:r>
              <a:rPr lang="nb-NO" dirty="0"/>
              <a:t>Gjennomgang av se-reglene.</a:t>
            </a:r>
          </a:p>
          <a:p>
            <a:r>
              <a:rPr lang="nb-NO" dirty="0"/>
              <a:t>Se regel</a:t>
            </a:r>
          </a:p>
          <a:p>
            <a:pPr marL="342900" indent="-342900">
              <a:buAutoNum type="arabicPeriod"/>
            </a:pPr>
            <a:r>
              <a:rPr lang="nb-NO" dirty="0"/>
              <a:t>Se langt fram</a:t>
            </a:r>
          </a:p>
          <a:p>
            <a:pPr marL="342900" indent="-342900">
              <a:buAutoNum type="arabicPeriod"/>
            </a:pPr>
            <a:r>
              <a:rPr lang="nb-NO" dirty="0"/>
              <a:t>Beveg  blikket</a:t>
            </a:r>
          </a:p>
          <a:p>
            <a:pPr marL="342900" indent="-342900">
              <a:buAutoNum type="arabicPeriod"/>
            </a:pPr>
            <a:r>
              <a:rPr lang="nb-NO" dirty="0">
                <a:solidFill>
                  <a:srgbClr val="FF0000"/>
                </a:solidFill>
              </a:rPr>
              <a:t>Få oversikt</a:t>
            </a:r>
          </a:p>
          <a:p>
            <a:pPr marL="342900" indent="-342900">
              <a:buAutoNum type="arabicPeriod"/>
            </a:pPr>
            <a:r>
              <a:rPr lang="nb-NO" dirty="0"/>
              <a:t>Se og bli sett</a:t>
            </a:r>
          </a:p>
          <a:p>
            <a:pPr marL="342900" indent="-342900">
              <a:buAutoNum type="arabicPeriod"/>
            </a:pPr>
            <a:r>
              <a:rPr lang="nb-NO" dirty="0"/>
              <a:t>Se alltid etter utvei</a:t>
            </a:r>
          </a:p>
        </p:txBody>
      </p:sp>
      <p:sp>
        <p:nvSpPr>
          <p:cNvPr id="6" name="Ellipse 5">
            <a:extLst>
              <a:ext uri="{FF2B5EF4-FFF2-40B4-BE49-F238E27FC236}">
                <a16:creationId xmlns:a16="http://schemas.microsoft.com/office/drawing/2014/main" id="{EADD7331-F63A-446E-B36D-E455ABF9EE5F}"/>
              </a:ext>
            </a:extLst>
          </p:cNvPr>
          <p:cNvSpPr/>
          <p:nvPr/>
        </p:nvSpPr>
        <p:spPr>
          <a:xfrm rot="689120">
            <a:off x="279086" y="2131567"/>
            <a:ext cx="691214" cy="1968404"/>
          </a:xfrm>
          <a:prstGeom prst="ellipse">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7" name="TekstSylinder 6">
            <a:extLst>
              <a:ext uri="{FF2B5EF4-FFF2-40B4-BE49-F238E27FC236}">
                <a16:creationId xmlns:a16="http://schemas.microsoft.com/office/drawing/2014/main" id="{D10A437B-850A-4C2B-B8CB-20CE013CC229}"/>
              </a:ext>
            </a:extLst>
          </p:cNvPr>
          <p:cNvSpPr txBox="1"/>
          <p:nvPr/>
        </p:nvSpPr>
        <p:spPr>
          <a:xfrm>
            <a:off x="1444450" y="4149080"/>
            <a:ext cx="3528392" cy="1477328"/>
          </a:xfrm>
          <a:prstGeom prst="rect">
            <a:avLst/>
          </a:prstGeom>
          <a:noFill/>
        </p:spPr>
        <p:txBody>
          <a:bodyPr wrap="square" rtlCol="0">
            <a:spAutoFit/>
          </a:bodyPr>
          <a:lstStyle/>
          <a:p>
            <a:r>
              <a:rPr lang="nb-NO" dirty="0"/>
              <a:t>Metode: </a:t>
            </a:r>
          </a:p>
          <a:p>
            <a:r>
              <a:rPr lang="nb-NO" dirty="0"/>
              <a:t>Spørrende</a:t>
            </a:r>
          </a:p>
          <a:p>
            <a:r>
              <a:rPr lang="nb-NO" dirty="0"/>
              <a:t>Ledende</a:t>
            </a:r>
          </a:p>
          <a:p>
            <a:r>
              <a:rPr lang="nb-NO" dirty="0" err="1"/>
              <a:t>Pou</a:t>
            </a:r>
            <a:endParaRPr lang="nb-NO" dirty="0"/>
          </a:p>
          <a:p>
            <a:r>
              <a:rPr lang="nb-NO" dirty="0"/>
              <a:t>Instruksjon</a:t>
            </a:r>
          </a:p>
        </p:txBody>
      </p:sp>
      <p:sp>
        <p:nvSpPr>
          <p:cNvPr id="8" name="TekstSylinder 7">
            <a:extLst>
              <a:ext uri="{FF2B5EF4-FFF2-40B4-BE49-F238E27FC236}">
                <a16:creationId xmlns:a16="http://schemas.microsoft.com/office/drawing/2014/main" id="{2DA54857-1DB9-4499-A9D4-407F23C6BD14}"/>
              </a:ext>
            </a:extLst>
          </p:cNvPr>
          <p:cNvSpPr txBox="1"/>
          <p:nvPr/>
        </p:nvSpPr>
        <p:spPr>
          <a:xfrm>
            <a:off x="5807968" y="2025715"/>
            <a:ext cx="5472608" cy="646331"/>
          </a:xfrm>
          <a:prstGeom prst="rect">
            <a:avLst/>
          </a:prstGeom>
          <a:noFill/>
        </p:spPr>
        <p:txBody>
          <a:bodyPr wrap="square" rtlCol="0">
            <a:spAutoFit/>
          </a:bodyPr>
          <a:lstStyle/>
          <a:p>
            <a:r>
              <a:rPr lang="nb-NO" dirty="0"/>
              <a:t>Når eleven har oversikt skal han si ordet </a:t>
            </a:r>
            <a:r>
              <a:rPr lang="nb-NO" b="1" dirty="0"/>
              <a:t>klart </a:t>
            </a:r>
            <a:r>
              <a:rPr lang="nb-NO" dirty="0"/>
              <a:t>når det er klart og ingen fare kan oppstå.</a:t>
            </a:r>
            <a:endParaRPr lang="nb-NO" b="1" dirty="0"/>
          </a:p>
        </p:txBody>
      </p:sp>
      <p:sp>
        <p:nvSpPr>
          <p:cNvPr id="9" name="Ellipse 8">
            <a:extLst>
              <a:ext uri="{FF2B5EF4-FFF2-40B4-BE49-F238E27FC236}">
                <a16:creationId xmlns:a16="http://schemas.microsoft.com/office/drawing/2014/main" id="{F638302D-BEEF-49AA-BDD5-BF645028137F}"/>
              </a:ext>
            </a:extLst>
          </p:cNvPr>
          <p:cNvSpPr/>
          <p:nvPr/>
        </p:nvSpPr>
        <p:spPr>
          <a:xfrm>
            <a:off x="9540916" y="1910637"/>
            <a:ext cx="720080" cy="1003008"/>
          </a:xfrm>
          <a:prstGeom prst="ellipse">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5" name="Rektangel 14">
            <a:extLst>
              <a:ext uri="{FF2B5EF4-FFF2-40B4-BE49-F238E27FC236}">
                <a16:creationId xmlns:a16="http://schemas.microsoft.com/office/drawing/2014/main" id="{3FF8F0A1-B74D-46EA-8691-E67F668269B5}"/>
              </a:ext>
            </a:extLst>
          </p:cNvPr>
          <p:cNvSpPr/>
          <p:nvPr/>
        </p:nvSpPr>
        <p:spPr>
          <a:xfrm>
            <a:off x="1444450" y="2348881"/>
            <a:ext cx="1923795" cy="864096"/>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cxnSp>
        <p:nvCxnSpPr>
          <p:cNvPr id="17" name="Rett linje 16">
            <a:extLst>
              <a:ext uri="{FF2B5EF4-FFF2-40B4-BE49-F238E27FC236}">
                <a16:creationId xmlns:a16="http://schemas.microsoft.com/office/drawing/2014/main" id="{77A33B26-6C4B-4472-82FF-C2DA4302B660}"/>
              </a:ext>
            </a:extLst>
          </p:cNvPr>
          <p:cNvCxnSpPr>
            <a:cxnSpLocks/>
            <a:stCxn id="6" idx="7"/>
            <a:endCxn id="15" idx="1"/>
          </p:cNvCxnSpPr>
          <p:nvPr/>
        </p:nvCxnSpPr>
        <p:spPr>
          <a:xfrm>
            <a:off x="1002753" y="2482429"/>
            <a:ext cx="441697" cy="298500"/>
          </a:xfrm>
          <a:prstGeom prst="line">
            <a:avLst/>
          </a:prstGeom>
          <a:ln w="76200">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19" name="Rett linje 18">
            <a:extLst>
              <a:ext uri="{FF2B5EF4-FFF2-40B4-BE49-F238E27FC236}">
                <a16:creationId xmlns:a16="http://schemas.microsoft.com/office/drawing/2014/main" id="{B935CBF2-6A9E-42F1-B307-29DC60A43041}"/>
              </a:ext>
            </a:extLst>
          </p:cNvPr>
          <p:cNvCxnSpPr>
            <a:cxnSpLocks/>
            <a:stCxn id="15" idx="3"/>
            <a:endCxn id="9" idx="4"/>
          </p:cNvCxnSpPr>
          <p:nvPr/>
        </p:nvCxnSpPr>
        <p:spPr>
          <a:xfrm>
            <a:off x="3368245" y="2780929"/>
            <a:ext cx="6532711" cy="132716"/>
          </a:xfrm>
          <a:prstGeom prst="line">
            <a:avLst/>
          </a:prstGeom>
          <a:ln w="76200">
            <a:solidFill>
              <a:srgbClr val="FF0000"/>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4100476317"/>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Bilde 6" descr="Et bilde som inneholder tekst, kart&#10;&#10;Beskrivelse som er generert med svært høy visshet">
            <a:extLst>
              <a:ext uri="{FF2B5EF4-FFF2-40B4-BE49-F238E27FC236}">
                <a16:creationId xmlns:a16="http://schemas.microsoft.com/office/drawing/2014/main" id="{83653A2E-7FD0-466D-8AD3-EF52AAD85B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77621" y="1556792"/>
            <a:ext cx="3591248" cy="4491104"/>
          </a:xfrm>
          <a:prstGeom prst="rect">
            <a:avLst/>
          </a:prstGeom>
        </p:spPr>
      </p:pic>
      <p:sp>
        <p:nvSpPr>
          <p:cNvPr id="4" name="TekstSylinder 3">
            <a:extLst>
              <a:ext uri="{FF2B5EF4-FFF2-40B4-BE49-F238E27FC236}">
                <a16:creationId xmlns:a16="http://schemas.microsoft.com/office/drawing/2014/main" id="{63BC45DE-7302-49CC-BC1B-04244B7096F4}"/>
              </a:ext>
            </a:extLst>
          </p:cNvPr>
          <p:cNvSpPr txBox="1"/>
          <p:nvPr/>
        </p:nvSpPr>
        <p:spPr>
          <a:xfrm>
            <a:off x="5591944" y="1628800"/>
            <a:ext cx="6192688" cy="646331"/>
          </a:xfrm>
          <a:prstGeom prst="rect">
            <a:avLst/>
          </a:prstGeom>
          <a:noFill/>
        </p:spPr>
        <p:txBody>
          <a:bodyPr wrap="square" rtlCol="0">
            <a:spAutoFit/>
          </a:bodyPr>
          <a:lstStyle/>
          <a:p>
            <a:r>
              <a:rPr lang="nb-NO" dirty="0"/>
              <a:t>I dette området ønsker vi å trene på se-reglene i kronologisk rekkefølge. </a:t>
            </a:r>
          </a:p>
        </p:txBody>
      </p:sp>
      <p:sp>
        <p:nvSpPr>
          <p:cNvPr id="6" name="TekstSylinder 5">
            <a:extLst>
              <a:ext uri="{FF2B5EF4-FFF2-40B4-BE49-F238E27FC236}">
                <a16:creationId xmlns:a16="http://schemas.microsoft.com/office/drawing/2014/main" id="{C1889743-C75D-4481-B754-EA516D1795BF}"/>
              </a:ext>
            </a:extLst>
          </p:cNvPr>
          <p:cNvSpPr txBox="1"/>
          <p:nvPr/>
        </p:nvSpPr>
        <p:spPr>
          <a:xfrm>
            <a:off x="7176120" y="2060848"/>
            <a:ext cx="2486202" cy="1477328"/>
          </a:xfrm>
          <a:prstGeom prst="rect">
            <a:avLst/>
          </a:prstGeom>
          <a:solidFill>
            <a:schemeClr val="bg1"/>
          </a:solidFill>
        </p:spPr>
        <p:txBody>
          <a:bodyPr wrap="square" rtlCol="0">
            <a:spAutoFit/>
          </a:bodyPr>
          <a:lstStyle/>
          <a:p>
            <a:pPr marL="342900" indent="-342900">
              <a:buAutoNum type="arabicPeriod"/>
            </a:pPr>
            <a:r>
              <a:rPr lang="nb-NO" dirty="0"/>
              <a:t>Se langt fram</a:t>
            </a:r>
          </a:p>
          <a:p>
            <a:pPr marL="342900" indent="-342900">
              <a:buAutoNum type="arabicPeriod"/>
            </a:pPr>
            <a:r>
              <a:rPr lang="nb-NO" dirty="0"/>
              <a:t>Beveg  blikket</a:t>
            </a:r>
          </a:p>
          <a:p>
            <a:pPr marL="342900" indent="-342900">
              <a:buAutoNum type="arabicPeriod"/>
            </a:pPr>
            <a:r>
              <a:rPr lang="nb-NO" dirty="0"/>
              <a:t>Få oversikt</a:t>
            </a:r>
          </a:p>
          <a:p>
            <a:pPr marL="342900" indent="-342900">
              <a:buAutoNum type="arabicPeriod"/>
            </a:pPr>
            <a:r>
              <a:rPr lang="nb-NO" dirty="0"/>
              <a:t>Se og bli sett</a:t>
            </a:r>
          </a:p>
          <a:p>
            <a:pPr marL="342900" indent="-342900">
              <a:buAutoNum type="arabicPeriod"/>
            </a:pPr>
            <a:r>
              <a:rPr lang="nb-NO" dirty="0"/>
              <a:t>Se alltid etter utvei</a:t>
            </a:r>
          </a:p>
        </p:txBody>
      </p:sp>
    </p:spTree>
    <p:extLst>
      <p:ext uri="{BB962C8B-B14F-4D97-AF65-F5344CB8AC3E}">
        <p14:creationId xmlns:p14="http://schemas.microsoft.com/office/powerpoint/2010/main" val="2777708432"/>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a:extLst>
              <a:ext uri="{FF2B5EF4-FFF2-40B4-BE49-F238E27FC236}">
                <a16:creationId xmlns:a16="http://schemas.microsoft.com/office/drawing/2014/main" id="{B1F1B209-FF52-404F-91FB-3CD46E36621C}"/>
              </a:ext>
            </a:extLst>
          </p:cNvPr>
          <p:cNvSpPr txBox="1"/>
          <p:nvPr/>
        </p:nvSpPr>
        <p:spPr>
          <a:xfrm>
            <a:off x="1278915" y="3105834"/>
            <a:ext cx="9836126" cy="646331"/>
          </a:xfrm>
          <a:prstGeom prst="rect">
            <a:avLst/>
          </a:prstGeom>
          <a:noFill/>
        </p:spPr>
        <p:txBody>
          <a:bodyPr wrap="square" rtlCol="0">
            <a:spAutoFit/>
          </a:bodyPr>
          <a:lstStyle/>
          <a:p>
            <a:r>
              <a:rPr lang="nb-NO" dirty="0"/>
              <a:t>Ønsker at eleven skal klare å forstå at jo flere ting som skjer, desto saktere må du kjøre. Dette for å få nok tid til å tolke de mange sanseinntrykk som du får.</a:t>
            </a:r>
          </a:p>
        </p:txBody>
      </p:sp>
      <p:sp>
        <p:nvSpPr>
          <p:cNvPr id="4" name="TekstSylinder 3">
            <a:extLst>
              <a:ext uri="{FF2B5EF4-FFF2-40B4-BE49-F238E27FC236}">
                <a16:creationId xmlns:a16="http://schemas.microsoft.com/office/drawing/2014/main" id="{18CCC2D2-8864-4AF1-AED9-32781AE0D1AD}"/>
              </a:ext>
            </a:extLst>
          </p:cNvPr>
          <p:cNvSpPr txBox="1"/>
          <p:nvPr/>
        </p:nvSpPr>
        <p:spPr>
          <a:xfrm>
            <a:off x="1278915" y="1862754"/>
            <a:ext cx="9505056" cy="646331"/>
          </a:xfrm>
          <a:prstGeom prst="rect">
            <a:avLst/>
          </a:prstGeom>
          <a:noFill/>
        </p:spPr>
        <p:txBody>
          <a:bodyPr wrap="square" rtlCol="0">
            <a:spAutoFit/>
          </a:bodyPr>
          <a:lstStyle/>
          <a:p>
            <a:r>
              <a:rPr lang="nb-NO" dirty="0"/>
              <a:t>Eleven må ta stilling til om målene er nådd, ved at han kan beskrive hva han ser, hvordan og hvorfor.</a:t>
            </a:r>
          </a:p>
          <a:p>
            <a:r>
              <a:rPr lang="nb-NO" dirty="0"/>
              <a:t>Han må også kunne vise en tydelig kjøremåte.</a:t>
            </a:r>
          </a:p>
        </p:txBody>
      </p:sp>
    </p:spTree>
    <p:extLst>
      <p:ext uri="{BB962C8B-B14F-4D97-AF65-F5344CB8AC3E}">
        <p14:creationId xmlns:p14="http://schemas.microsoft.com/office/powerpoint/2010/main" val="2115608347"/>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Parallellogram 6">
            <a:hlinkClick r:id="rId2" action="ppaction://hlinksldjump"/>
          </p:cNvPr>
          <p:cNvSpPr/>
          <p:nvPr/>
        </p:nvSpPr>
        <p:spPr>
          <a:xfrm>
            <a:off x="5291332" y="152613"/>
            <a:ext cx="1368000" cy="6840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Kjøre tydelig og bestemt i bolig, tettsted og bymiljø </a:t>
            </a:r>
            <a:endParaRPr lang="nb-NO" sz="900" i="1" dirty="0">
              <a:solidFill>
                <a:schemeClr val="tx1"/>
              </a:solidFill>
            </a:endParaRPr>
          </a:p>
        </p:txBody>
      </p:sp>
      <p:sp>
        <p:nvSpPr>
          <p:cNvPr id="11" name="TekstSylinder 10"/>
          <p:cNvSpPr txBox="1"/>
          <p:nvPr/>
        </p:nvSpPr>
        <p:spPr>
          <a:xfrm>
            <a:off x="1444450" y="1700783"/>
            <a:ext cx="10369152" cy="646331"/>
          </a:xfrm>
          <a:prstGeom prst="rect">
            <a:avLst/>
          </a:prstGeom>
          <a:solidFill>
            <a:schemeClr val="bg1"/>
          </a:solidFill>
        </p:spPr>
        <p:txBody>
          <a:bodyPr wrap="square" rtlCol="0">
            <a:spAutoFit/>
          </a:bodyPr>
          <a:lstStyle/>
          <a:p>
            <a:r>
              <a:rPr lang="nb-NO" dirty="0"/>
              <a:t>Eleven skal</a:t>
            </a:r>
          </a:p>
          <a:p>
            <a:r>
              <a:rPr lang="nb-NO" dirty="0"/>
              <a:t>5. mestre å kjøre tydelig, sikkert og effektivt i bolig, tettsted og bymiljø </a:t>
            </a:r>
          </a:p>
        </p:txBody>
      </p:sp>
    </p:spTree>
    <p:extLst>
      <p:ext uri="{BB962C8B-B14F-4D97-AF65-F5344CB8AC3E}">
        <p14:creationId xmlns:p14="http://schemas.microsoft.com/office/powerpoint/2010/main" val="3979963134"/>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416320"/>
          </a:xfrm>
          <a:prstGeom prst="rect">
            <a:avLst/>
          </a:prstGeom>
          <a:solidFill>
            <a:schemeClr val="bg1"/>
          </a:solidFill>
        </p:spPr>
        <p:txBody>
          <a:bodyPr wrap="square" rtlCol="0">
            <a:spAutoFit/>
          </a:bodyPr>
          <a:lstStyle/>
          <a:p>
            <a:r>
              <a:rPr lang="nb-NO" dirty="0"/>
              <a:t>3.5: Kjøring i tettsteds- og bymiljø </a:t>
            </a:r>
          </a:p>
          <a:p>
            <a:r>
              <a:rPr lang="nb-NO" dirty="0"/>
              <a:t>Aktuelt innhold</a:t>
            </a:r>
          </a:p>
          <a:p>
            <a:pPr marL="285750" indent="-285750">
              <a:buFont typeface="Arial" panose="020B0604020202020204" pitchFamily="34" charset="0"/>
              <a:buChar char="•"/>
            </a:pPr>
            <a:r>
              <a:rPr lang="nb-NO" dirty="0"/>
              <a:t>Helhetlig overblikk </a:t>
            </a:r>
          </a:p>
          <a:p>
            <a:pPr marL="285750" indent="-285750">
              <a:buFont typeface="Arial" panose="020B0604020202020204" pitchFamily="34" charset="0"/>
              <a:buChar char="•"/>
            </a:pPr>
            <a:r>
              <a:rPr lang="nb-NO" dirty="0"/>
              <a:t>Tydelig og presis kjøremåte</a:t>
            </a:r>
          </a:p>
          <a:p>
            <a:pPr marL="285750" indent="-285750">
              <a:buFont typeface="Arial" panose="020B0604020202020204" pitchFamily="34" charset="0"/>
              <a:buChar char="•"/>
            </a:pPr>
            <a:r>
              <a:rPr lang="nb-NO" dirty="0"/>
              <a:t>Ulike slag kryss</a:t>
            </a:r>
          </a:p>
          <a:p>
            <a:pPr marL="285750" indent="-285750">
              <a:buFont typeface="Arial" panose="020B0604020202020204" pitchFamily="34" charset="0"/>
              <a:buChar char="•"/>
            </a:pPr>
            <a:r>
              <a:rPr lang="nb-NO" dirty="0"/>
              <a:t>Regler, skilt og vegoppmerking</a:t>
            </a:r>
          </a:p>
          <a:p>
            <a:pPr marL="285750" indent="-285750">
              <a:buFont typeface="Arial" panose="020B0604020202020204" pitchFamily="34" charset="0"/>
              <a:buChar char="•"/>
            </a:pPr>
            <a:r>
              <a:rPr lang="nb-NO" dirty="0"/>
              <a:t>Envegsregulering</a:t>
            </a:r>
          </a:p>
          <a:p>
            <a:pPr marL="285750" indent="-285750">
              <a:buFont typeface="Arial" panose="020B0604020202020204" pitchFamily="34" charset="0"/>
              <a:buChar char="•"/>
            </a:pPr>
            <a:r>
              <a:rPr lang="nb-NO" dirty="0"/>
              <a:t>Flere kjørefelt</a:t>
            </a:r>
          </a:p>
          <a:p>
            <a:pPr marL="285750" indent="-285750">
              <a:buFont typeface="Arial" panose="020B0604020202020204" pitchFamily="34" charset="0"/>
              <a:buChar char="•"/>
            </a:pPr>
            <a:r>
              <a:rPr lang="nb-NO" dirty="0"/>
              <a:t>Forutse og oppfatte andres atferd og særlig risikoforhold</a:t>
            </a:r>
          </a:p>
          <a:p>
            <a:pPr marL="285750" indent="-285750">
              <a:buFont typeface="Arial" panose="020B0604020202020204" pitchFamily="34" charset="0"/>
              <a:buChar char="•"/>
            </a:pPr>
            <a:r>
              <a:rPr lang="nb-NO" dirty="0"/>
              <a:t>Handlingsberedskap </a:t>
            </a:r>
          </a:p>
          <a:p>
            <a:pPr marL="285750" indent="-285750">
              <a:buFont typeface="Arial" panose="020B0604020202020204" pitchFamily="34" charset="0"/>
              <a:buChar char="•"/>
            </a:pPr>
            <a:r>
              <a:rPr lang="nb-NO" dirty="0"/>
              <a:t>Samhandling</a:t>
            </a:r>
          </a:p>
          <a:p>
            <a:pPr marL="285750" indent="-285750">
              <a:buFont typeface="Arial" panose="020B0604020202020204" pitchFamily="34" charset="0"/>
              <a:buChar char="•"/>
            </a:pPr>
            <a:r>
              <a:rPr lang="nb-NO" dirty="0"/>
              <a:t>Stans og parkering</a:t>
            </a:r>
          </a:p>
        </p:txBody>
      </p:sp>
    </p:spTree>
    <p:extLst>
      <p:ext uri="{BB962C8B-B14F-4D97-AF65-F5344CB8AC3E}">
        <p14:creationId xmlns:p14="http://schemas.microsoft.com/office/powerpoint/2010/main" val="884627027"/>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a:extLst>
              <a:ext uri="{FF2B5EF4-FFF2-40B4-BE49-F238E27FC236}">
                <a16:creationId xmlns:a16="http://schemas.microsoft.com/office/drawing/2014/main" id="{241D462B-47FB-4BA8-BDE6-ABD5AE55A87F}"/>
              </a:ext>
            </a:extLst>
          </p:cNvPr>
          <p:cNvSpPr txBox="1"/>
          <p:nvPr/>
        </p:nvSpPr>
        <p:spPr>
          <a:xfrm>
            <a:off x="1687549" y="1885449"/>
            <a:ext cx="9073008" cy="369332"/>
          </a:xfrm>
          <a:prstGeom prst="rect">
            <a:avLst/>
          </a:prstGeom>
          <a:noFill/>
        </p:spPr>
        <p:txBody>
          <a:bodyPr wrap="square" rtlCol="0">
            <a:spAutoFit/>
          </a:bodyPr>
          <a:lstStyle/>
          <a:p>
            <a:r>
              <a:rPr lang="nb-NO" dirty="0"/>
              <a:t>Helhetlig overblikk, se etter risikoforhold forutse og oppfatte andres atferd.</a:t>
            </a:r>
          </a:p>
        </p:txBody>
      </p:sp>
      <p:sp>
        <p:nvSpPr>
          <p:cNvPr id="4" name="TekstSylinder 3">
            <a:extLst>
              <a:ext uri="{FF2B5EF4-FFF2-40B4-BE49-F238E27FC236}">
                <a16:creationId xmlns:a16="http://schemas.microsoft.com/office/drawing/2014/main" id="{B501BE17-35C8-4381-931D-DBE13D187031}"/>
              </a:ext>
            </a:extLst>
          </p:cNvPr>
          <p:cNvSpPr txBox="1"/>
          <p:nvPr/>
        </p:nvSpPr>
        <p:spPr>
          <a:xfrm>
            <a:off x="1687549" y="2564904"/>
            <a:ext cx="8816901" cy="369332"/>
          </a:xfrm>
          <a:prstGeom prst="rect">
            <a:avLst/>
          </a:prstGeom>
          <a:noFill/>
        </p:spPr>
        <p:txBody>
          <a:bodyPr wrap="none" rtlCol="0">
            <a:spAutoFit/>
          </a:bodyPr>
          <a:lstStyle/>
          <a:p>
            <a:r>
              <a:rPr lang="nb-NO" dirty="0"/>
              <a:t>Forventer at han har tilegnet seg stoff fra adferd i trafikken, trafikksystemet, veg oppmerking</a:t>
            </a:r>
          </a:p>
        </p:txBody>
      </p:sp>
    </p:spTree>
    <p:extLst>
      <p:ext uri="{BB962C8B-B14F-4D97-AF65-F5344CB8AC3E}">
        <p14:creationId xmlns:p14="http://schemas.microsoft.com/office/powerpoint/2010/main" val="3872657737"/>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4" name="TekstSylinder 3">
            <a:extLst>
              <a:ext uri="{FF2B5EF4-FFF2-40B4-BE49-F238E27FC236}">
                <a16:creationId xmlns:a16="http://schemas.microsoft.com/office/drawing/2014/main" id="{86263812-67D0-4260-A1C7-73B0C54899F8}"/>
              </a:ext>
            </a:extLst>
          </p:cNvPr>
          <p:cNvSpPr txBox="1"/>
          <p:nvPr/>
        </p:nvSpPr>
        <p:spPr>
          <a:xfrm>
            <a:off x="1559496" y="1885449"/>
            <a:ext cx="9073008" cy="1477328"/>
          </a:xfrm>
          <a:prstGeom prst="rect">
            <a:avLst/>
          </a:prstGeom>
          <a:noFill/>
        </p:spPr>
        <p:txBody>
          <a:bodyPr wrap="square" rtlCol="0">
            <a:spAutoFit/>
          </a:bodyPr>
          <a:lstStyle/>
          <a:p>
            <a:r>
              <a:rPr lang="nb-NO" dirty="0"/>
              <a:t>Lærer må kunne lede oppmerksomheten mot det som er viktig for den videre kjøring med tanke på tydelig og presis tegngiving, plassering og fartsavpassing.</a:t>
            </a:r>
          </a:p>
          <a:p>
            <a:r>
              <a:rPr lang="nb-NO" dirty="0"/>
              <a:t>Unngå for mange oppgaver samtidig.</a:t>
            </a:r>
          </a:p>
          <a:p>
            <a:endParaRPr lang="nb-NO" dirty="0"/>
          </a:p>
          <a:p>
            <a:r>
              <a:rPr lang="nb-NO" dirty="0"/>
              <a:t>Lærer må har kontroll og arbeidsoppgaver som på forhånd er avtalt med eleven.</a:t>
            </a:r>
          </a:p>
        </p:txBody>
      </p:sp>
    </p:spTree>
    <p:extLst>
      <p:ext uri="{BB962C8B-B14F-4D97-AF65-F5344CB8AC3E}">
        <p14:creationId xmlns:p14="http://schemas.microsoft.com/office/powerpoint/2010/main" val="2735314642"/>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4" name="TekstSylinder 3">
            <a:extLst>
              <a:ext uri="{FF2B5EF4-FFF2-40B4-BE49-F238E27FC236}">
                <a16:creationId xmlns:a16="http://schemas.microsoft.com/office/drawing/2014/main" id="{5F9312DE-AA38-48E9-BB5A-ECC43F27A562}"/>
              </a:ext>
            </a:extLst>
          </p:cNvPr>
          <p:cNvSpPr txBox="1"/>
          <p:nvPr/>
        </p:nvSpPr>
        <p:spPr>
          <a:xfrm>
            <a:off x="1478939" y="1772816"/>
            <a:ext cx="10369152" cy="2031325"/>
          </a:xfrm>
          <a:prstGeom prst="rect">
            <a:avLst/>
          </a:prstGeom>
          <a:solidFill>
            <a:schemeClr val="bg1"/>
          </a:solidFill>
        </p:spPr>
        <p:txBody>
          <a:bodyPr wrap="square" rtlCol="0">
            <a:spAutoFit/>
          </a:bodyPr>
          <a:lstStyle/>
          <a:p>
            <a:r>
              <a:rPr lang="nb-NO" dirty="0"/>
              <a:t>Gjennomgang av se-reglene.</a:t>
            </a:r>
          </a:p>
          <a:p>
            <a:r>
              <a:rPr lang="nb-NO" dirty="0"/>
              <a:t>Se regel</a:t>
            </a:r>
          </a:p>
          <a:p>
            <a:pPr marL="342900" indent="-342900">
              <a:buAutoNum type="arabicPeriod"/>
            </a:pPr>
            <a:r>
              <a:rPr lang="nb-NO" dirty="0"/>
              <a:t>Se langt fram</a:t>
            </a:r>
          </a:p>
          <a:p>
            <a:pPr marL="342900" indent="-342900">
              <a:buAutoNum type="arabicPeriod"/>
            </a:pPr>
            <a:r>
              <a:rPr lang="nb-NO" dirty="0"/>
              <a:t>Beveg  blikket</a:t>
            </a:r>
          </a:p>
          <a:p>
            <a:pPr marL="342900" indent="-342900">
              <a:buAutoNum type="arabicPeriod"/>
            </a:pPr>
            <a:r>
              <a:rPr lang="nb-NO" dirty="0">
                <a:solidFill>
                  <a:srgbClr val="FF0000"/>
                </a:solidFill>
              </a:rPr>
              <a:t>Få oversikt</a:t>
            </a:r>
          </a:p>
          <a:p>
            <a:pPr marL="342900" indent="-342900">
              <a:buAutoNum type="arabicPeriod"/>
            </a:pPr>
            <a:r>
              <a:rPr lang="nb-NO" dirty="0"/>
              <a:t>Se og bli sett</a:t>
            </a:r>
          </a:p>
          <a:p>
            <a:pPr marL="342900" indent="-342900">
              <a:buAutoNum type="arabicPeriod"/>
            </a:pPr>
            <a:r>
              <a:rPr lang="nb-NO" dirty="0"/>
              <a:t>Se alltid etter utvei</a:t>
            </a:r>
          </a:p>
        </p:txBody>
      </p:sp>
      <p:sp>
        <p:nvSpPr>
          <p:cNvPr id="5" name="Ellipse 4">
            <a:extLst>
              <a:ext uri="{FF2B5EF4-FFF2-40B4-BE49-F238E27FC236}">
                <a16:creationId xmlns:a16="http://schemas.microsoft.com/office/drawing/2014/main" id="{B7E4BE6F-99AF-4881-94CA-A3C2C0795E46}"/>
              </a:ext>
            </a:extLst>
          </p:cNvPr>
          <p:cNvSpPr/>
          <p:nvPr/>
        </p:nvSpPr>
        <p:spPr>
          <a:xfrm rot="516951">
            <a:off x="191344" y="3514087"/>
            <a:ext cx="610553" cy="1283065"/>
          </a:xfrm>
          <a:prstGeom prst="ellipse">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6" name="TekstSylinder 5">
            <a:extLst>
              <a:ext uri="{FF2B5EF4-FFF2-40B4-BE49-F238E27FC236}">
                <a16:creationId xmlns:a16="http://schemas.microsoft.com/office/drawing/2014/main" id="{A2972A26-6BFD-46DC-8714-A702E8E32A10}"/>
              </a:ext>
            </a:extLst>
          </p:cNvPr>
          <p:cNvSpPr txBox="1"/>
          <p:nvPr/>
        </p:nvSpPr>
        <p:spPr>
          <a:xfrm>
            <a:off x="1444450" y="4149080"/>
            <a:ext cx="3528392" cy="1477328"/>
          </a:xfrm>
          <a:prstGeom prst="rect">
            <a:avLst/>
          </a:prstGeom>
          <a:noFill/>
        </p:spPr>
        <p:txBody>
          <a:bodyPr wrap="square" rtlCol="0">
            <a:spAutoFit/>
          </a:bodyPr>
          <a:lstStyle/>
          <a:p>
            <a:r>
              <a:rPr lang="nb-NO" dirty="0"/>
              <a:t>Metode: </a:t>
            </a:r>
          </a:p>
          <a:p>
            <a:r>
              <a:rPr lang="nb-NO" dirty="0"/>
              <a:t>Spørrende</a:t>
            </a:r>
          </a:p>
          <a:p>
            <a:r>
              <a:rPr lang="nb-NO" dirty="0"/>
              <a:t>Ledende</a:t>
            </a:r>
          </a:p>
          <a:p>
            <a:r>
              <a:rPr lang="nb-NO" dirty="0" err="1"/>
              <a:t>Pou</a:t>
            </a:r>
            <a:endParaRPr lang="nb-NO" dirty="0"/>
          </a:p>
          <a:p>
            <a:r>
              <a:rPr lang="nb-NO" dirty="0"/>
              <a:t>Instruksjon</a:t>
            </a:r>
          </a:p>
        </p:txBody>
      </p:sp>
      <p:sp>
        <p:nvSpPr>
          <p:cNvPr id="7" name="TekstSylinder 6">
            <a:extLst>
              <a:ext uri="{FF2B5EF4-FFF2-40B4-BE49-F238E27FC236}">
                <a16:creationId xmlns:a16="http://schemas.microsoft.com/office/drawing/2014/main" id="{8990B26B-0A94-40E7-B4DD-6BE0DAB01684}"/>
              </a:ext>
            </a:extLst>
          </p:cNvPr>
          <p:cNvSpPr txBox="1"/>
          <p:nvPr/>
        </p:nvSpPr>
        <p:spPr>
          <a:xfrm>
            <a:off x="6108998" y="2348880"/>
            <a:ext cx="5472608" cy="646331"/>
          </a:xfrm>
          <a:prstGeom prst="rect">
            <a:avLst/>
          </a:prstGeom>
          <a:noFill/>
        </p:spPr>
        <p:txBody>
          <a:bodyPr wrap="square" rtlCol="0">
            <a:spAutoFit/>
          </a:bodyPr>
          <a:lstStyle/>
          <a:p>
            <a:r>
              <a:rPr lang="nb-NO" dirty="0"/>
              <a:t>Når eleven har oversikt skal han si ordet </a:t>
            </a:r>
            <a:r>
              <a:rPr lang="nb-NO" b="1" dirty="0"/>
              <a:t>klart </a:t>
            </a:r>
            <a:r>
              <a:rPr lang="nb-NO" dirty="0"/>
              <a:t>når det er klart og ingen fare kan oppstå.</a:t>
            </a:r>
            <a:endParaRPr lang="nb-NO" b="1" dirty="0"/>
          </a:p>
        </p:txBody>
      </p:sp>
      <p:sp>
        <p:nvSpPr>
          <p:cNvPr id="8" name="Ellipse 7">
            <a:extLst>
              <a:ext uri="{FF2B5EF4-FFF2-40B4-BE49-F238E27FC236}">
                <a16:creationId xmlns:a16="http://schemas.microsoft.com/office/drawing/2014/main" id="{2246D754-6594-4C84-8F1F-D8AAEA94E916}"/>
              </a:ext>
            </a:extLst>
          </p:cNvPr>
          <p:cNvSpPr/>
          <p:nvPr/>
        </p:nvSpPr>
        <p:spPr>
          <a:xfrm>
            <a:off x="9840416" y="2204865"/>
            <a:ext cx="648072" cy="728984"/>
          </a:xfrm>
          <a:prstGeom prst="ellipse">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9" name="Rektangel 8">
            <a:extLst>
              <a:ext uri="{FF2B5EF4-FFF2-40B4-BE49-F238E27FC236}">
                <a16:creationId xmlns:a16="http://schemas.microsoft.com/office/drawing/2014/main" id="{37F76328-CD0C-4649-958B-C321D671E4B6}"/>
              </a:ext>
            </a:extLst>
          </p:cNvPr>
          <p:cNvSpPr/>
          <p:nvPr/>
        </p:nvSpPr>
        <p:spPr>
          <a:xfrm>
            <a:off x="1444450" y="2913645"/>
            <a:ext cx="2491310" cy="890496"/>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cxnSp>
        <p:nvCxnSpPr>
          <p:cNvPr id="10" name="Rett linje 9">
            <a:extLst>
              <a:ext uri="{FF2B5EF4-FFF2-40B4-BE49-F238E27FC236}">
                <a16:creationId xmlns:a16="http://schemas.microsoft.com/office/drawing/2014/main" id="{1BB6FEAF-0118-41FE-93B4-4454EEB35944}"/>
              </a:ext>
            </a:extLst>
          </p:cNvPr>
          <p:cNvCxnSpPr>
            <a:cxnSpLocks/>
            <a:stCxn id="5" idx="7"/>
            <a:endCxn id="9" idx="1"/>
          </p:cNvCxnSpPr>
          <p:nvPr/>
        </p:nvCxnSpPr>
        <p:spPr>
          <a:xfrm flipV="1">
            <a:off x="778006" y="3358893"/>
            <a:ext cx="666444" cy="380553"/>
          </a:xfrm>
          <a:prstGeom prst="line">
            <a:avLst/>
          </a:prstGeom>
          <a:ln w="76200">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11" name="Rett linje 10">
            <a:extLst>
              <a:ext uri="{FF2B5EF4-FFF2-40B4-BE49-F238E27FC236}">
                <a16:creationId xmlns:a16="http://schemas.microsoft.com/office/drawing/2014/main" id="{0F6034CA-1294-4B5F-82E0-7A9BE121D819}"/>
              </a:ext>
            </a:extLst>
          </p:cNvPr>
          <p:cNvCxnSpPr>
            <a:cxnSpLocks/>
            <a:stCxn id="9" idx="3"/>
          </p:cNvCxnSpPr>
          <p:nvPr/>
        </p:nvCxnSpPr>
        <p:spPr>
          <a:xfrm flipV="1">
            <a:off x="3935760" y="2933849"/>
            <a:ext cx="6264696" cy="425044"/>
          </a:xfrm>
          <a:prstGeom prst="line">
            <a:avLst/>
          </a:prstGeom>
          <a:ln w="76200">
            <a:solidFill>
              <a:srgbClr val="FF0000"/>
            </a:solidFill>
          </a:ln>
        </p:spPr>
        <p:style>
          <a:lnRef idx="1">
            <a:schemeClr val="accent2"/>
          </a:lnRef>
          <a:fillRef idx="0">
            <a:schemeClr val="accent2"/>
          </a:fillRef>
          <a:effectRef idx="0">
            <a:schemeClr val="accent2"/>
          </a:effectRef>
          <a:fontRef idx="minor">
            <a:schemeClr val="tx1"/>
          </a:fontRef>
        </p:style>
      </p:cxnSp>
      <p:sp>
        <p:nvSpPr>
          <p:cNvPr id="3" name="TekstSylinder 2">
            <a:extLst>
              <a:ext uri="{FF2B5EF4-FFF2-40B4-BE49-F238E27FC236}">
                <a16:creationId xmlns:a16="http://schemas.microsoft.com/office/drawing/2014/main" id="{427D2851-6057-464B-A6C9-339B51CA6F22}"/>
              </a:ext>
            </a:extLst>
          </p:cNvPr>
          <p:cNvSpPr txBox="1"/>
          <p:nvPr/>
        </p:nvSpPr>
        <p:spPr>
          <a:xfrm>
            <a:off x="4972842" y="4250541"/>
            <a:ext cx="5976664" cy="646331"/>
          </a:xfrm>
          <a:prstGeom prst="rect">
            <a:avLst/>
          </a:prstGeom>
          <a:noFill/>
        </p:spPr>
        <p:txBody>
          <a:bodyPr wrap="square" rtlCol="0">
            <a:spAutoFit/>
          </a:bodyPr>
          <a:lstStyle/>
          <a:p>
            <a:r>
              <a:rPr lang="nb-NO" dirty="0"/>
              <a:t>Riktig fartsavpasning og forvent fare. Kjøre inn i trafikkmiljø hvor det må kjøres med stor oppmerksomhet og lav nok fart.</a:t>
            </a:r>
          </a:p>
        </p:txBody>
      </p:sp>
    </p:spTree>
    <p:extLst>
      <p:ext uri="{BB962C8B-B14F-4D97-AF65-F5344CB8AC3E}">
        <p14:creationId xmlns:p14="http://schemas.microsoft.com/office/powerpoint/2010/main" val="3518917665"/>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Bilde 8" descr="Et bilde som inneholder tekst, kart&#10;&#10;Beskrivelse som er generert med svært høy visshet">
            <a:extLst>
              <a:ext uri="{FF2B5EF4-FFF2-40B4-BE49-F238E27FC236}">
                <a16:creationId xmlns:a16="http://schemas.microsoft.com/office/drawing/2014/main" id="{6DEBA574-0E82-41A5-B94B-7C91D77157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3352" y="1573914"/>
            <a:ext cx="4953691" cy="4448796"/>
          </a:xfrm>
          <a:prstGeom prst="rect">
            <a:avLst/>
          </a:prstGeom>
        </p:spPr>
      </p:pic>
      <p:sp>
        <p:nvSpPr>
          <p:cNvPr id="5" name="TekstSylinder 4">
            <a:extLst>
              <a:ext uri="{FF2B5EF4-FFF2-40B4-BE49-F238E27FC236}">
                <a16:creationId xmlns:a16="http://schemas.microsoft.com/office/drawing/2014/main" id="{FECD5F20-B2E7-4F99-94F2-AB26F0CB174C}"/>
              </a:ext>
            </a:extLst>
          </p:cNvPr>
          <p:cNvSpPr txBox="1"/>
          <p:nvPr/>
        </p:nvSpPr>
        <p:spPr>
          <a:xfrm>
            <a:off x="5464176" y="1700783"/>
            <a:ext cx="6349425" cy="2308324"/>
          </a:xfrm>
          <a:prstGeom prst="rect">
            <a:avLst/>
          </a:prstGeom>
          <a:solidFill>
            <a:schemeClr val="bg1"/>
          </a:solidFill>
        </p:spPr>
        <p:txBody>
          <a:bodyPr wrap="square" rtlCol="0">
            <a:spAutoFit/>
          </a:bodyPr>
          <a:lstStyle/>
          <a:p>
            <a:r>
              <a:rPr lang="nb-NO" dirty="0"/>
              <a:t>Områdene kjennetegnes av hus inntil veien med fare for barn og uoversiktlige utkjørsler, med tanke på grunnregler om og unngå fare.  HAV</a:t>
            </a:r>
          </a:p>
          <a:p>
            <a:endParaRPr lang="nb-NO" dirty="0"/>
          </a:p>
          <a:p>
            <a:r>
              <a:rPr lang="nb-NO" dirty="0"/>
              <a:t>Stikk ord :Helhetlig overblikk. </a:t>
            </a:r>
          </a:p>
          <a:p>
            <a:r>
              <a:rPr lang="nb-NO" dirty="0"/>
              <a:t>Handlings beredskap, riktig pedal til riktigtid.</a:t>
            </a:r>
          </a:p>
          <a:p>
            <a:r>
              <a:rPr lang="nb-NO" dirty="0"/>
              <a:t>Riktige avgjørelser til riktig tid.</a:t>
            </a:r>
          </a:p>
          <a:p>
            <a:r>
              <a:rPr lang="nb-NO" dirty="0"/>
              <a:t> </a:t>
            </a:r>
          </a:p>
        </p:txBody>
      </p:sp>
      <p:sp>
        <p:nvSpPr>
          <p:cNvPr id="7" name="Ellipse 6">
            <a:extLst>
              <a:ext uri="{FF2B5EF4-FFF2-40B4-BE49-F238E27FC236}">
                <a16:creationId xmlns:a16="http://schemas.microsoft.com/office/drawing/2014/main" id="{B7C37063-F5B6-48AB-A8E9-F4EB0034AD1B}"/>
              </a:ext>
            </a:extLst>
          </p:cNvPr>
          <p:cNvSpPr/>
          <p:nvPr/>
        </p:nvSpPr>
        <p:spPr>
          <a:xfrm rot="1793822">
            <a:off x="2462666" y="2932113"/>
            <a:ext cx="1548133" cy="2106297"/>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8" name="Ellipse 7">
            <a:extLst>
              <a:ext uri="{FF2B5EF4-FFF2-40B4-BE49-F238E27FC236}">
                <a16:creationId xmlns:a16="http://schemas.microsoft.com/office/drawing/2014/main" id="{4B469A14-EB83-409B-8132-65A3D8FE19C6}"/>
              </a:ext>
            </a:extLst>
          </p:cNvPr>
          <p:cNvSpPr/>
          <p:nvPr/>
        </p:nvSpPr>
        <p:spPr>
          <a:xfrm rot="1793822">
            <a:off x="310676" y="2841109"/>
            <a:ext cx="1098380" cy="1474758"/>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6" name="Ellipse 5">
            <a:extLst>
              <a:ext uri="{FF2B5EF4-FFF2-40B4-BE49-F238E27FC236}">
                <a16:creationId xmlns:a16="http://schemas.microsoft.com/office/drawing/2014/main" id="{E42F5505-BD1B-4A55-8BA8-64616863BA21}"/>
              </a:ext>
            </a:extLst>
          </p:cNvPr>
          <p:cNvSpPr/>
          <p:nvPr/>
        </p:nvSpPr>
        <p:spPr>
          <a:xfrm rot="16452514">
            <a:off x="2861488" y="1527467"/>
            <a:ext cx="1098380" cy="1474758"/>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891090397"/>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a:extLst>
              <a:ext uri="{FF2B5EF4-FFF2-40B4-BE49-F238E27FC236}">
                <a16:creationId xmlns:a16="http://schemas.microsoft.com/office/drawing/2014/main" id="{BD89E75F-FB15-496D-8427-2BCD75A92F6C}"/>
              </a:ext>
            </a:extLst>
          </p:cNvPr>
          <p:cNvSpPr txBox="1"/>
          <p:nvPr/>
        </p:nvSpPr>
        <p:spPr>
          <a:xfrm>
            <a:off x="1444450" y="2492896"/>
            <a:ext cx="10369152" cy="646331"/>
          </a:xfrm>
          <a:prstGeom prst="rect">
            <a:avLst/>
          </a:prstGeom>
          <a:noFill/>
        </p:spPr>
        <p:txBody>
          <a:bodyPr wrap="square" rtlCol="0">
            <a:spAutoFit/>
          </a:bodyPr>
          <a:lstStyle/>
          <a:p>
            <a:r>
              <a:rPr lang="nb-NO" dirty="0"/>
              <a:t>Etter trafikkreglene §16 krever myndigheten at vi viser hensyn når du kjører i bolig områder. Defensiv kjøring,  betyr å bruker all tid til oppmerksomhet på bilkjøringen. </a:t>
            </a:r>
          </a:p>
        </p:txBody>
      </p:sp>
    </p:spTree>
    <p:extLst>
      <p:ext uri="{BB962C8B-B14F-4D97-AF65-F5344CB8AC3E}">
        <p14:creationId xmlns:p14="http://schemas.microsoft.com/office/powerpoint/2010/main" val="1410412669"/>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Parallellogram 7">
            <a:hlinkClick r:id="rId2" action="ppaction://hlinksldjump"/>
          </p:cNvPr>
          <p:cNvSpPr/>
          <p:nvPr/>
        </p:nvSpPr>
        <p:spPr>
          <a:xfrm>
            <a:off x="6533859" y="152613"/>
            <a:ext cx="1368000" cy="6840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nb-NO" sz="900" dirty="0">
                <a:solidFill>
                  <a:schemeClr val="tx1"/>
                </a:solidFill>
              </a:rPr>
              <a:t>Kjøre sikkert og effektivt i landevegsmiljø </a:t>
            </a:r>
          </a:p>
        </p:txBody>
      </p:sp>
      <p:sp>
        <p:nvSpPr>
          <p:cNvPr id="11" name="TekstSylinder 10"/>
          <p:cNvSpPr txBox="1"/>
          <p:nvPr/>
        </p:nvSpPr>
        <p:spPr>
          <a:xfrm>
            <a:off x="1444450" y="1700783"/>
            <a:ext cx="10369152" cy="923330"/>
          </a:xfrm>
          <a:prstGeom prst="rect">
            <a:avLst/>
          </a:prstGeom>
          <a:solidFill>
            <a:schemeClr val="bg1"/>
          </a:solidFill>
        </p:spPr>
        <p:txBody>
          <a:bodyPr wrap="square" rtlCol="0">
            <a:spAutoFit/>
          </a:bodyPr>
          <a:lstStyle/>
          <a:p>
            <a:r>
              <a:rPr lang="nb-NO" dirty="0"/>
              <a:t>Eleven skal</a:t>
            </a:r>
          </a:p>
          <a:p>
            <a:r>
              <a:rPr lang="nb-NO" dirty="0"/>
              <a:t>6. mestre å kjøre tydelig, sikkert og effektivt i landevegsmiljø og forutse, oppfatte og motvirke risiko for møte- og utforkjøringsulykker, å bli forbikjørt og kjøre forbi</a:t>
            </a:r>
          </a:p>
        </p:txBody>
      </p:sp>
    </p:spTree>
    <p:extLst>
      <p:ext uri="{BB962C8B-B14F-4D97-AF65-F5344CB8AC3E}">
        <p14:creationId xmlns:p14="http://schemas.microsoft.com/office/powerpoint/2010/main" val="2520496144"/>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15480" y="1628775"/>
            <a:ext cx="10369152" cy="4278094"/>
          </a:xfrm>
          <a:prstGeom prst="rect">
            <a:avLst/>
          </a:prstGeom>
          <a:solidFill>
            <a:schemeClr val="bg1"/>
          </a:solidFill>
        </p:spPr>
        <p:txBody>
          <a:bodyPr wrap="square" rtlCol="0">
            <a:spAutoFit/>
          </a:bodyPr>
          <a:lstStyle/>
          <a:p>
            <a:r>
              <a:rPr lang="nb-NO" sz="1600" dirty="0"/>
              <a:t>3.6 Kjøring i landevegsmiljø </a:t>
            </a:r>
          </a:p>
          <a:p>
            <a:r>
              <a:rPr lang="nb-NO" sz="1600" dirty="0"/>
              <a:t>Aktuelt linnhold</a:t>
            </a:r>
          </a:p>
          <a:p>
            <a:pPr marL="285750" indent="-285750">
              <a:buFont typeface="Arial" panose="020B0604020202020204" pitchFamily="34" charset="0"/>
              <a:buChar char="•"/>
            </a:pPr>
            <a:r>
              <a:rPr lang="nb-NO" sz="1600" dirty="0"/>
              <a:t>Sittestilling, forankringspunkter, rattgrep og ratt-kontroll </a:t>
            </a:r>
          </a:p>
          <a:p>
            <a:pPr marL="285750" indent="-285750">
              <a:buFont typeface="Arial" panose="020B0604020202020204" pitchFamily="34" charset="0"/>
              <a:buChar char="•"/>
            </a:pPr>
            <a:r>
              <a:rPr lang="nb-NO" sz="1600" dirty="0"/>
              <a:t>Blikkbruk og informasjonsinnhenting </a:t>
            </a:r>
          </a:p>
          <a:p>
            <a:pPr marL="285750" indent="-285750">
              <a:buFont typeface="Arial" panose="020B0604020202020204" pitchFamily="34" charset="0"/>
              <a:buChar char="•"/>
            </a:pPr>
            <a:r>
              <a:rPr lang="nb-NO" sz="1600" dirty="0"/>
              <a:t>Kjøring i områder med fartsgrense 70 km/t eller mer </a:t>
            </a:r>
          </a:p>
          <a:p>
            <a:pPr marL="285750" indent="-285750">
              <a:buFont typeface="Arial" panose="020B0604020202020204" pitchFamily="34" charset="0"/>
              <a:buChar char="•"/>
            </a:pPr>
            <a:r>
              <a:rPr lang="nb-NO" sz="1600" dirty="0"/>
              <a:t>Kurs- og fartsstabilitet </a:t>
            </a:r>
          </a:p>
          <a:p>
            <a:pPr marL="285750" indent="-285750">
              <a:buFont typeface="Arial" panose="020B0604020202020204" pitchFamily="34" charset="0"/>
              <a:buChar char="•"/>
            </a:pPr>
            <a:r>
              <a:rPr lang="nb-NO" sz="1600" dirty="0"/>
              <a:t>Presis kjøreteknikk </a:t>
            </a:r>
          </a:p>
          <a:p>
            <a:pPr marL="285750" indent="-285750">
              <a:buFont typeface="Arial" panose="020B0604020202020204" pitchFamily="34" charset="0"/>
              <a:buChar char="•"/>
            </a:pPr>
            <a:r>
              <a:rPr lang="nb-NO" sz="1600" dirty="0"/>
              <a:t>Kjøreteknikk i kurver</a:t>
            </a:r>
          </a:p>
          <a:p>
            <a:pPr marL="285750" indent="-285750">
              <a:buFont typeface="Arial" panose="020B0604020202020204" pitchFamily="34" charset="0"/>
              <a:buChar char="•"/>
            </a:pPr>
            <a:r>
              <a:rPr lang="nb-NO" sz="1600" dirty="0"/>
              <a:t>Normal og rask akselerasjon og retardasjon til og fra ca. 80 km/t </a:t>
            </a:r>
          </a:p>
          <a:p>
            <a:pPr marL="285750" indent="-285750">
              <a:buFont typeface="Arial" panose="020B0604020202020204" pitchFamily="34" charset="0"/>
              <a:buChar char="•"/>
            </a:pPr>
            <a:r>
              <a:rPr lang="nb-NO" sz="1600" dirty="0"/>
              <a:t>Kryss, kjøring inn på og ut av større veg </a:t>
            </a:r>
          </a:p>
          <a:p>
            <a:pPr marL="285750" indent="-285750">
              <a:buFont typeface="Arial" panose="020B0604020202020204" pitchFamily="34" charset="0"/>
              <a:buChar char="•"/>
            </a:pPr>
            <a:r>
              <a:rPr lang="nb-NO" sz="1600" dirty="0"/>
              <a:t>Særlige risikoforhold </a:t>
            </a:r>
          </a:p>
          <a:p>
            <a:pPr marL="285750" indent="-285750">
              <a:buFont typeface="Arial" panose="020B0604020202020204" pitchFamily="34" charset="0"/>
              <a:buChar char="•"/>
            </a:pPr>
            <a:r>
              <a:rPr lang="nb-NO" sz="1600" dirty="0"/>
              <a:t>Møting </a:t>
            </a:r>
          </a:p>
          <a:p>
            <a:pPr marL="285750" indent="-285750">
              <a:buFont typeface="Arial" panose="020B0604020202020204" pitchFamily="34" charset="0"/>
              <a:buChar char="•"/>
            </a:pPr>
            <a:r>
              <a:rPr lang="nb-NO" sz="1600" dirty="0"/>
              <a:t>Unngå utforkjøringsulykker </a:t>
            </a:r>
          </a:p>
          <a:p>
            <a:pPr marL="285750" indent="-285750">
              <a:buFont typeface="Arial" panose="020B0604020202020204" pitchFamily="34" charset="0"/>
              <a:buChar char="•"/>
            </a:pPr>
            <a:r>
              <a:rPr lang="nb-NO" sz="1600" dirty="0"/>
              <a:t>Å bli forbikjørt </a:t>
            </a:r>
          </a:p>
          <a:p>
            <a:pPr marL="285750" indent="-285750">
              <a:buFont typeface="Arial" panose="020B0604020202020204" pitchFamily="34" charset="0"/>
              <a:buChar char="•"/>
            </a:pPr>
            <a:r>
              <a:rPr lang="nb-NO" sz="1600" dirty="0"/>
              <a:t>trafikkavvikling</a:t>
            </a:r>
          </a:p>
          <a:p>
            <a:pPr marL="285750" indent="-285750">
              <a:buFont typeface="Arial" panose="020B0604020202020204" pitchFamily="34" charset="0"/>
              <a:buChar char="•"/>
            </a:pPr>
            <a:r>
              <a:rPr lang="nb-NO" sz="1600" dirty="0"/>
              <a:t>Forbikjøring </a:t>
            </a:r>
          </a:p>
          <a:p>
            <a:pPr marL="285750" indent="-285750">
              <a:buFont typeface="Arial" panose="020B0604020202020204" pitchFamily="34" charset="0"/>
              <a:buChar char="•"/>
            </a:pPr>
            <a:r>
              <a:rPr lang="nb-NO" sz="1600" dirty="0"/>
              <a:t>Stans og parkering</a:t>
            </a:r>
          </a:p>
        </p:txBody>
      </p:sp>
    </p:spTree>
    <p:extLst>
      <p:ext uri="{BB962C8B-B14F-4D97-AF65-F5344CB8AC3E}">
        <p14:creationId xmlns:p14="http://schemas.microsoft.com/office/powerpoint/2010/main" val="1258236840"/>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4" name="TekstSylinder 3">
            <a:extLst>
              <a:ext uri="{FF2B5EF4-FFF2-40B4-BE49-F238E27FC236}">
                <a16:creationId xmlns:a16="http://schemas.microsoft.com/office/drawing/2014/main" id="{E7C7886C-AFD0-4DC2-8173-935A421E77C4}"/>
              </a:ext>
            </a:extLst>
          </p:cNvPr>
          <p:cNvSpPr txBox="1"/>
          <p:nvPr/>
        </p:nvSpPr>
        <p:spPr>
          <a:xfrm>
            <a:off x="1588982" y="2537215"/>
            <a:ext cx="9289032" cy="369332"/>
          </a:xfrm>
          <a:prstGeom prst="rect">
            <a:avLst/>
          </a:prstGeom>
          <a:noFill/>
        </p:spPr>
        <p:txBody>
          <a:bodyPr wrap="square" rtlCol="0">
            <a:spAutoFit/>
          </a:bodyPr>
          <a:lstStyle/>
          <a:p>
            <a:r>
              <a:rPr lang="nb-NO"/>
              <a:t>Eleven skal kjøre tydelig, sikkert og selvstendig i variert trafikk. </a:t>
            </a:r>
            <a:endParaRPr lang="nb-NO" dirty="0"/>
          </a:p>
        </p:txBody>
      </p:sp>
    </p:spTree>
    <p:extLst>
      <p:ext uri="{BB962C8B-B14F-4D97-AF65-F5344CB8AC3E}">
        <p14:creationId xmlns:p14="http://schemas.microsoft.com/office/powerpoint/2010/main" val="2841746654"/>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a:extLst>
              <a:ext uri="{FF2B5EF4-FFF2-40B4-BE49-F238E27FC236}">
                <a16:creationId xmlns:a16="http://schemas.microsoft.com/office/drawing/2014/main" id="{D8C8662A-BC64-45F6-BDA7-45422AE25A6F}"/>
              </a:ext>
            </a:extLst>
          </p:cNvPr>
          <p:cNvSpPr txBox="1"/>
          <p:nvPr/>
        </p:nvSpPr>
        <p:spPr>
          <a:xfrm>
            <a:off x="1444450" y="2492896"/>
            <a:ext cx="9692110" cy="923330"/>
          </a:xfrm>
          <a:prstGeom prst="rect">
            <a:avLst/>
          </a:prstGeom>
          <a:noFill/>
        </p:spPr>
        <p:txBody>
          <a:bodyPr wrap="square" rtlCol="0">
            <a:spAutoFit/>
          </a:bodyPr>
          <a:lstStyle/>
          <a:p>
            <a:r>
              <a:rPr lang="nb-NO"/>
              <a:t>Innenfor forskriftas rammer velger læreren selv, med utgangspunkt i elevens behov og tilgjengelige ressurser, øvingsområde m.m., metoder og rekkefølge i behandlingen av lærestoffet med tanke på å legge best mulig til rette for elevens læring</a:t>
            </a:r>
            <a:endParaRPr lang="nb-NO" dirty="0"/>
          </a:p>
        </p:txBody>
      </p:sp>
    </p:spTree>
    <p:extLst>
      <p:ext uri="{BB962C8B-B14F-4D97-AF65-F5344CB8AC3E}">
        <p14:creationId xmlns:p14="http://schemas.microsoft.com/office/powerpoint/2010/main" val="3037915962"/>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a:extLst>
              <a:ext uri="{FF2B5EF4-FFF2-40B4-BE49-F238E27FC236}">
                <a16:creationId xmlns:a16="http://schemas.microsoft.com/office/drawing/2014/main" id="{475BC682-5D77-49A4-8FD3-DE2C33B797D9}"/>
              </a:ext>
            </a:extLst>
          </p:cNvPr>
          <p:cNvSpPr txBox="1"/>
          <p:nvPr/>
        </p:nvSpPr>
        <p:spPr>
          <a:xfrm>
            <a:off x="7536160" y="4510886"/>
            <a:ext cx="4104456" cy="646331"/>
          </a:xfrm>
          <a:prstGeom prst="rect">
            <a:avLst/>
          </a:prstGeom>
          <a:noFill/>
        </p:spPr>
        <p:txBody>
          <a:bodyPr wrap="square" rtlCol="0">
            <a:spAutoFit/>
          </a:bodyPr>
          <a:lstStyle/>
          <a:p>
            <a:r>
              <a:rPr lang="nb-NO" dirty="0"/>
              <a:t>God oversikt gir best kjøring, forberede seg på situasjoner som kan oppstå,</a:t>
            </a:r>
          </a:p>
        </p:txBody>
      </p:sp>
      <p:sp>
        <p:nvSpPr>
          <p:cNvPr id="4" name="TekstSylinder 3">
            <a:extLst>
              <a:ext uri="{FF2B5EF4-FFF2-40B4-BE49-F238E27FC236}">
                <a16:creationId xmlns:a16="http://schemas.microsoft.com/office/drawing/2014/main" id="{40D1B141-3743-44B6-B2AD-36DCF4FC950E}"/>
              </a:ext>
            </a:extLst>
          </p:cNvPr>
          <p:cNvSpPr txBox="1"/>
          <p:nvPr/>
        </p:nvSpPr>
        <p:spPr>
          <a:xfrm>
            <a:off x="1478939" y="1772816"/>
            <a:ext cx="10369152" cy="2031325"/>
          </a:xfrm>
          <a:prstGeom prst="rect">
            <a:avLst/>
          </a:prstGeom>
          <a:solidFill>
            <a:schemeClr val="bg1"/>
          </a:solidFill>
        </p:spPr>
        <p:txBody>
          <a:bodyPr wrap="square" rtlCol="0">
            <a:spAutoFit/>
          </a:bodyPr>
          <a:lstStyle/>
          <a:p>
            <a:r>
              <a:rPr lang="nb-NO" dirty="0"/>
              <a:t>Gjennomgang av se-reglene.</a:t>
            </a:r>
          </a:p>
          <a:p>
            <a:r>
              <a:rPr lang="nb-NO" dirty="0"/>
              <a:t>Se regel</a:t>
            </a:r>
          </a:p>
          <a:p>
            <a:pPr marL="342900" indent="-342900">
              <a:buAutoNum type="arabicPeriod"/>
            </a:pPr>
            <a:r>
              <a:rPr lang="nb-NO" dirty="0"/>
              <a:t>Se langt fram</a:t>
            </a:r>
          </a:p>
          <a:p>
            <a:pPr marL="342900" indent="-342900">
              <a:buAutoNum type="arabicPeriod"/>
            </a:pPr>
            <a:r>
              <a:rPr lang="nb-NO" dirty="0"/>
              <a:t>Beveg  blikket</a:t>
            </a:r>
          </a:p>
          <a:p>
            <a:pPr marL="342900" indent="-342900">
              <a:buAutoNum type="arabicPeriod"/>
            </a:pPr>
            <a:r>
              <a:rPr lang="nb-NO" dirty="0">
                <a:solidFill>
                  <a:srgbClr val="FF0000"/>
                </a:solidFill>
              </a:rPr>
              <a:t>Få oversikt</a:t>
            </a:r>
          </a:p>
          <a:p>
            <a:pPr marL="342900" indent="-342900">
              <a:buAutoNum type="arabicPeriod"/>
            </a:pPr>
            <a:r>
              <a:rPr lang="nb-NO" dirty="0"/>
              <a:t>Se og bli sett</a:t>
            </a:r>
          </a:p>
          <a:p>
            <a:pPr marL="342900" indent="-342900">
              <a:buAutoNum type="arabicPeriod"/>
            </a:pPr>
            <a:r>
              <a:rPr lang="nb-NO" dirty="0"/>
              <a:t>Se alltid etter utvei</a:t>
            </a:r>
          </a:p>
        </p:txBody>
      </p:sp>
      <p:sp>
        <p:nvSpPr>
          <p:cNvPr id="5" name="Ellipse 4">
            <a:extLst>
              <a:ext uri="{FF2B5EF4-FFF2-40B4-BE49-F238E27FC236}">
                <a16:creationId xmlns:a16="http://schemas.microsoft.com/office/drawing/2014/main" id="{307AE59B-4E49-4240-A838-FD80658D64B8}"/>
              </a:ext>
            </a:extLst>
          </p:cNvPr>
          <p:cNvSpPr/>
          <p:nvPr/>
        </p:nvSpPr>
        <p:spPr>
          <a:xfrm rot="611160">
            <a:off x="202418" y="3508656"/>
            <a:ext cx="599963" cy="1211057"/>
          </a:xfrm>
          <a:prstGeom prst="ellipse">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6" name="TekstSylinder 5">
            <a:extLst>
              <a:ext uri="{FF2B5EF4-FFF2-40B4-BE49-F238E27FC236}">
                <a16:creationId xmlns:a16="http://schemas.microsoft.com/office/drawing/2014/main" id="{B8954F10-CCE2-4E5B-B3F1-7B0157E9E393}"/>
              </a:ext>
            </a:extLst>
          </p:cNvPr>
          <p:cNvSpPr txBox="1"/>
          <p:nvPr/>
        </p:nvSpPr>
        <p:spPr>
          <a:xfrm>
            <a:off x="1444450" y="4149080"/>
            <a:ext cx="3528392" cy="1477328"/>
          </a:xfrm>
          <a:prstGeom prst="rect">
            <a:avLst/>
          </a:prstGeom>
          <a:noFill/>
        </p:spPr>
        <p:txBody>
          <a:bodyPr wrap="square" rtlCol="0">
            <a:spAutoFit/>
          </a:bodyPr>
          <a:lstStyle/>
          <a:p>
            <a:r>
              <a:rPr lang="nb-NO" dirty="0"/>
              <a:t>Metode: </a:t>
            </a:r>
          </a:p>
          <a:p>
            <a:r>
              <a:rPr lang="nb-NO" dirty="0"/>
              <a:t>Spørrende</a:t>
            </a:r>
          </a:p>
          <a:p>
            <a:r>
              <a:rPr lang="nb-NO" dirty="0"/>
              <a:t>Ledende</a:t>
            </a:r>
          </a:p>
          <a:p>
            <a:r>
              <a:rPr lang="nb-NO" dirty="0" err="1"/>
              <a:t>Pou</a:t>
            </a:r>
            <a:endParaRPr lang="nb-NO" dirty="0"/>
          </a:p>
          <a:p>
            <a:r>
              <a:rPr lang="nb-NO" dirty="0"/>
              <a:t>Instruksjon</a:t>
            </a:r>
          </a:p>
        </p:txBody>
      </p:sp>
      <p:sp>
        <p:nvSpPr>
          <p:cNvPr id="7" name="TekstSylinder 6">
            <a:extLst>
              <a:ext uri="{FF2B5EF4-FFF2-40B4-BE49-F238E27FC236}">
                <a16:creationId xmlns:a16="http://schemas.microsoft.com/office/drawing/2014/main" id="{107AE7AF-AA04-439D-9548-A1F683D7A8CE}"/>
              </a:ext>
            </a:extLst>
          </p:cNvPr>
          <p:cNvSpPr txBox="1"/>
          <p:nvPr/>
        </p:nvSpPr>
        <p:spPr>
          <a:xfrm>
            <a:off x="6108998" y="2348880"/>
            <a:ext cx="5472608" cy="646331"/>
          </a:xfrm>
          <a:prstGeom prst="rect">
            <a:avLst/>
          </a:prstGeom>
          <a:noFill/>
        </p:spPr>
        <p:txBody>
          <a:bodyPr wrap="square" rtlCol="0">
            <a:spAutoFit/>
          </a:bodyPr>
          <a:lstStyle/>
          <a:p>
            <a:r>
              <a:rPr lang="nb-NO" dirty="0"/>
              <a:t>Når eleven har oversikt skal han si ordet </a:t>
            </a:r>
            <a:r>
              <a:rPr lang="nb-NO" b="1" dirty="0"/>
              <a:t>klart </a:t>
            </a:r>
            <a:r>
              <a:rPr lang="nb-NO" dirty="0"/>
              <a:t>når det er klart og ingen fare kan oppstå.</a:t>
            </a:r>
            <a:endParaRPr lang="nb-NO" b="1" dirty="0"/>
          </a:p>
        </p:txBody>
      </p:sp>
      <p:sp>
        <p:nvSpPr>
          <p:cNvPr id="8" name="Ellipse 7">
            <a:extLst>
              <a:ext uri="{FF2B5EF4-FFF2-40B4-BE49-F238E27FC236}">
                <a16:creationId xmlns:a16="http://schemas.microsoft.com/office/drawing/2014/main" id="{3AA0CC63-0588-4036-869D-A74E7532F946}"/>
              </a:ext>
            </a:extLst>
          </p:cNvPr>
          <p:cNvSpPr/>
          <p:nvPr/>
        </p:nvSpPr>
        <p:spPr>
          <a:xfrm>
            <a:off x="9840416" y="2204865"/>
            <a:ext cx="648072" cy="708780"/>
          </a:xfrm>
          <a:prstGeom prst="ellipse">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9" name="Rektangel 8">
            <a:extLst>
              <a:ext uri="{FF2B5EF4-FFF2-40B4-BE49-F238E27FC236}">
                <a16:creationId xmlns:a16="http://schemas.microsoft.com/office/drawing/2014/main" id="{86C5CDB1-5267-4CF8-B031-0087559EF0F7}"/>
              </a:ext>
            </a:extLst>
          </p:cNvPr>
          <p:cNvSpPr/>
          <p:nvPr/>
        </p:nvSpPr>
        <p:spPr>
          <a:xfrm>
            <a:off x="1444450" y="2913645"/>
            <a:ext cx="2419302" cy="890496"/>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cxnSp>
        <p:nvCxnSpPr>
          <p:cNvPr id="10" name="Rett linje 9">
            <a:extLst>
              <a:ext uri="{FF2B5EF4-FFF2-40B4-BE49-F238E27FC236}">
                <a16:creationId xmlns:a16="http://schemas.microsoft.com/office/drawing/2014/main" id="{B6705717-539E-41F0-9DFB-FD0AEA58BB80}"/>
              </a:ext>
            </a:extLst>
          </p:cNvPr>
          <p:cNvCxnSpPr>
            <a:cxnSpLocks/>
            <a:stCxn id="5" idx="7"/>
            <a:endCxn id="9" idx="1"/>
          </p:cNvCxnSpPr>
          <p:nvPr/>
        </p:nvCxnSpPr>
        <p:spPr>
          <a:xfrm flipV="1">
            <a:off x="786895" y="3358893"/>
            <a:ext cx="657555" cy="371378"/>
          </a:xfrm>
          <a:prstGeom prst="line">
            <a:avLst/>
          </a:prstGeom>
          <a:ln w="76200">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11" name="Rett linje 10">
            <a:extLst>
              <a:ext uri="{FF2B5EF4-FFF2-40B4-BE49-F238E27FC236}">
                <a16:creationId xmlns:a16="http://schemas.microsoft.com/office/drawing/2014/main" id="{D8D4FB62-9B69-4DD1-9A93-1DB60F95097F}"/>
              </a:ext>
            </a:extLst>
          </p:cNvPr>
          <p:cNvCxnSpPr>
            <a:cxnSpLocks/>
            <a:stCxn id="9" idx="3"/>
          </p:cNvCxnSpPr>
          <p:nvPr/>
        </p:nvCxnSpPr>
        <p:spPr>
          <a:xfrm flipV="1">
            <a:off x="3863752" y="2933849"/>
            <a:ext cx="6336704" cy="425044"/>
          </a:xfrm>
          <a:prstGeom prst="line">
            <a:avLst/>
          </a:prstGeom>
          <a:ln w="76200">
            <a:solidFill>
              <a:srgbClr val="FF0000"/>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604922428"/>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a:extLst>
              <a:ext uri="{FF2B5EF4-FFF2-40B4-BE49-F238E27FC236}">
                <a16:creationId xmlns:a16="http://schemas.microsoft.com/office/drawing/2014/main" id="{2600AC85-834B-4443-A005-3F955C36FA34}"/>
              </a:ext>
            </a:extLst>
          </p:cNvPr>
          <p:cNvSpPr txBox="1"/>
          <p:nvPr/>
        </p:nvSpPr>
        <p:spPr>
          <a:xfrm>
            <a:off x="1460169" y="2064799"/>
            <a:ext cx="10081120" cy="923330"/>
          </a:xfrm>
          <a:prstGeom prst="rect">
            <a:avLst/>
          </a:prstGeom>
          <a:noFill/>
        </p:spPr>
        <p:txBody>
          <a:bodyPr wrap="square" rtlCol="0">
            <a:spAutoFit/>
          </a:bodyPr>
          <a:lstStyle/>
          <a:p>
            <a:r>
              <a:rPr lang="nb-NO" dirty="0"/>
              <a:t>Veistrekning ut mot ????????? og tilbake,  strekningen ut mot ???????????  og tilbake krever også effektiv kjøring (større trafikk) og stabil kurs (Smale veier). Vei strekning ut mot ???????? har også elementer som er viktig for eleven.</a:t>
            </a:r>
          </a:p>
        </p:txBody>
      </p:sp>
    </p:spTree>
    <p:extLst>
      <p:ext uri="{BB962C8B-B14F-4D97-AF65-F5344CB8AC3E}">
        <p14:creationId xmlns:p14="http://schemas.microsoft.com/office/powerpoint/2010/main" val="1822532174"/>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Bilde 2" descr="Et bilde som inneholder tekst, kart&#10;&#10;Beskrivelse som er generert med svært høy visshet">
            <a:extLst>
              <a:ext uri="{FF2B5EF4-FFF2-40B4-BE49-F238E27FC236}">
                <a16:creationId xmlns:a16="http://schemas.microsoft.com/office/drawing/2014/main" id="{C5A841CE-5AFE-45E1-8C19-F99F028494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79576" y="1556792"/>
            <a:ext cx="3240687" cy="4294132"/>
          </a:xfrm>
          <a:prstGeom prst="rect">
            <a:avLst/>
          </a:prstGeom>
        </p:spPr>
      </p:pic>
      <p:sp>
        <p:nvSpPr>
          <p:cNvPr id="4" name="Ellipse 3">
            <a:extLst>
              <a:ext uri="{FF2B5EF4-FFF2-40B4-BE49-F238E27FC236}">
                <a16:creationId xmlns:a16="http://schemas.microsoft.com/office/drawing/2014/main" id="{8BA1EAA3-BB29-4E45-9D2F-779BFD4A09AC}"/>
              </a:ext>
            </a:extLst>
          </p:cNvPr>
          <p:cNvSpPr/>
          <p:nvPr/>
        </p:nvSpPr>
        <p:spPr>
          <a:xfrm rot="1699768">
            <a:off x="2765287" y="2407713"/>
            <a:ext cx="2160240" cy="2592288"/>
          </a:xfrm>
          <a:prstGeom prst="ellipse">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588747015"/>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4" name="TekstSylinder 3">
            <a:extLst>
              <a:ext uri="{FF2B5EF4-FFF2-40B4-BE49-F238E27FC236}">
                <a16:creationId xmlns:a16="http://schemas.microsoft.com/office/drawing/2014/main" id="{AD2F55F1-0EF4-47D6-B322-11C9C8292BBA}"/>
              </a:ext>
            </a:extLst>
          </p:cNvPr>
          <p:cNvSpPr txBox="1"/>
          <p:nvPr/>
        </p:nvSpPr>
        <p:spPr>
          <a:xfrm>
            <a:off x="1631504" y="2329248"/>
            <a:ext cx="8640960" cy="923330"/>
          </a:xfrm>
          <a:prstGeom prst="rect">
            <a:avLst/>
          </a:prstGeom>
          <a:noFill/>
        </p:spPr>
        <p:txBody>
          <a:bodyPr wrap="square" rtlCol="0">
            <a:spAutoFit/>
          </a:bodyPr>
          <a:lstStyle/>
          <a:p>
            <a:r>
              <a:rPr lang="nb-NO"/>
              <a:t>Eleven skal gjennom hele trinnet drøfte sin egen motivasjon og vilje til å anvende kunnskaper og ferdigheter som tilegnes gjennom trinnet. Eleven skal vurdere sin egen ferdighet til å kjøre i god samhandling med andre.</a:t>
            </a:r>
            <a:endParaRPr lang="nb-NO" dirty="0"/>
          </a:p>
        </p:txBody>
      </p:sp>
    </p:spTree>
    <p:extLst>
      <p:ext uri="{BB962C8B-B14F-4D97-AF65-F5344CB8AC3E}">
        <p14:creationId xmlns:p14="http://schemas.microsoft.com/office/powerpoint/2010/main" val="2534156862"/>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Parallellogram 8">
            <a:hlinkClick r:id="rId2" action="ppaction://hlinksldjump"/>
          </p:cNvPr>
          <p:cNvSpPr/>
          <p:nvPr/>
        </p:nvSpPr>
        <p:spPr>
          <a:xfrm>
            <a:off x="7786979" y="152613"/>
            <a:ext cx="1368000" cy="6840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Kjøre sikkert og effektivt i forbindelse med kø, i tunnel og i mørket </a:t>
            </a:r>
            <a:endParaRPr lang="nb-NO" sz="900" i="1" dirty="0">
              <a:solidFill>
                <a:schemeClr val="tx1"/>
              </a:solidFill>
            </a:endParaRPr>
          </a:p>
        </p:txBody>
      </p:sp>
      <p:sp>
        <p:nvSpPr>
          <p:cNvPr id="11" name="TekstSylinder 10"/>
          <p:cNvSpPr txBox="1"/>
          <p:nvPr/>
        </p:nvSpPr>
        <p:spPr>
          <a:xfrm>
            <a:off x="1444450" y="1700783"/>
            <a:ext cx="10369152" cy="646331"/>
          </a:xfrm>
          <a:prstGeom prst="rect">
            <a:avLst/>
          </a:prstGeom>
          <a:solidFill>
            <a:schemeClr val="bg1"/>
          </a:solidFill>
        </p:spPr>
        <p:txBody>
          <a:bodyPr wrap="square" rtlCol="0">
            <a:spAutoFit/>
          </a:bodyPr>
          <a:lstStyle/>
          <a:p>
            <a:r>
              <a:rPr lang="nb-NO" dirty="0"/>
              <a:t>Eleven skal</a:t>
            </a:r>
          </a:p>
          <a:p>
            <a:r>
              <a:rPr lang="nb-NO" dirty="0"/>
              <a:t>7. mestre å kjøre sikkert og effektivt i forbindelse med kø, i tunnel og i mørket </a:t>
            </a:r>
          </a:p>
        </p:txBody>
      </p:sp>
    </p:spTree>
    <p:extLst>
      <p:ext uri="{BB962C8B-B14F-4D97-AF65-F5344CB8AC3E}">
        <p14:creationId xmlns:p14="http://schemas.microsoft.com/office/powerpoint/2010/main" val="39356813"/>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2862322"/>
          </a:xfrm>
          <a:prstGeom prst="rect">
            <a:avLst/>
          </a:prstGeom>
          <a:solidFill>
            <a:schemeClr val="bg1"/>
          </a:solidFill>
        </p:spPr>
        <p:txBody>
          <a:bodyPr wrap="square" rtlCol="0">
            <a:spAutoFit/>
          </a:bodyPr>
          <a:lstStyle/>
          <a:p>
            <a:r>
              <a:rPr lang="nb-NO" dirty="0"/>
              <a:t>3.7 Kjøring i kø, i tunnel og i mørket </a:t>
            </a:r>
          </a:p>
          <a:p>
            <a:r>
              <a:rPr lang="nb-NO" dirty="0"/>
              <a:t>Aktuelt innhold</a:t>
            </a:r>
          </a:p>
          <a:p>
            <a:pPr marL="285750" indent="-285750">
              <a:buFont typeface="Arial" panose="020B0604020202020204" pitchFamily="34" charset="0"/>
              <a:buChar char="•"/>
            </a:pPr>
            <a:r>
              <a:rPr lang="nb-NO" dirty="0"/>
              <a:t>Se-teknikk</a:t>
            </a:r>
          </a:p>
          <a:p>
            <a:pPr marL="285750" indent="-285750">
              <a:buFont typeface="Arial" panose="020B0604020202020204" pitchFamily="34" charset="0"/>
              <a:buChar char="•"/>
            </a:pPr>
            <a:r>
              <a:rPr lang="nb-NO" dirty="0"/>
              <a:t>Sikt </a:t>
            </a:r>
          </a:p>
          <a:p>
            <a:pPr marL="285750" indent="-285750">
              <a:buFont typeface="Arial" panose="020B0604020202020204" pitchFamily="34" charset="0"/>
              <a:buChar char="•"/>
            </a:pPr>
            <a:r>
              <a:rPr lang="nb-NO" dirty="0"/>
              <a:t>Forutse og oppfatte andres atferd og særlig risikoforhold </a:t>
            </a:r>
          </a:p>
          <a:p>
            <a:pPr marL="285750" indent="-285750">
              <a:buFont typeface="Arial" panose="020B0604020202020204" pitchFamily="34" charset="0"/>
              <a:buChar char="•"/>
            </a:pPr>
            <a:r>
              <a:rPr lang="nb-NO" dirty="0"/>
              <a:t>Plassering og fartstilpassing </a:t>
            </a:r>
          </a:p>
          <a:p>
            <a:pPr marL="285750" indent="-285750">
              <a:buFont typeface="Arial" panose="020B0604020202020204" pitchFamily="34" charset="0"/>
              <a:buChar char="•"/>
            </a:pPr>
            <a:r>
              <a:rPr lang="nb-NO" dirty="0"/>
              <a:t>Forholdsregler ved stans og parkering </a:t>
            </a:r>
          </a:p>
          <a:p>
            <a:pPr marL="285750" indent="-285750">
              <a:buFont typeface="Arial" panose="020B0604020202020204" pitchFamily="34" charset="0"/>
              <a:buChar char="•"/>
            </a:pPr>
            <a:r>
              <a:rPr lang="nb-NO" dirty="0"/>
              <a:t>Riktig bruk av påbudt og tillatt lysutstyr</a:t>
            </a:r>
          </a:p>
          <a:p>
            <a:pPr marL="285750" indent="-285750">
              <a:buFont typeface="Arial" panose="020B0604020202020204" pitchFamily="34" charset="0"/>
              <a:buChar char="•"/>
            </a:pPr>
            <a:r>
              <a:rPr lang="nb-NO" dirty="0"/>
              <a:t>Atferd ved uhell i tunnel og i mørket </a:t>
            </a:r>
          </a:p>
          <a:p>
            <a:pPr marL="285750" indent="-285750">
              <a:buFont typeface="Arial" panose="020B0604020202020204" pitchFamily="34" charset="0"/>
              <a:buChar char="•"/>
            </a:pPr>
            <a:r>
              <a:rPr lang="nb-NO" dirty="0"/>
              <a:t>Bruk av sikkerhetsutstyr</a:t>
            </a:r>
          </a:p>
        </p:txBody>
      </p:sp>
    </p:spTree>
    <p:extLst>
      <p:ext uri="{BB962C8B-B14F-4D97-AF65-F5344CB8AC3E}">
        <p14:creationId xmlns:p14="http://schemas.microsoft.com/office/powerpoint/2010/main" val="1963048881"/>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Tree>
    <p:extLst>
      <p:ext uri="{BB962C8B-B14F-4D97-AF65-F5344CB8AC3E}">
        <p14:creationId xmlns:p14="http://schemas.microsoft.com/office/powerpoint/2010/main" val="1082013102"/>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Tree>
    <p:extLst>
      <p:ext uri="{BB962C8B-B14F-4D97-AF65-F5344CB8AC3E}">
        <p14:creationId xmlns:p14="http://schemas.microsoft.com/office/powerpoint/2010/main" val="3691831990"/>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a:extLst>
              <a:ext uri="{FF2B5EF4-FFF2-40B4-BE49-F238E27FC236}">
                <a16:creationId xmlns:a16="http://schemas.microsoft.com/office/drawing/2014/main" id="{61289D9B-1F52-4518-9E6F-4D7FF3A85F7C}"/>
              </a:ext>
            </a:extLst>
          </p:cNvPr>
          <p:cNvSpPr txBox="1"/>
          <p:nvPr/>
        </p:nvSpPr>
        <p:spPr>
          <a:xfrm>
            <a:off x="1447062" y="1707052"/>
            <a:ext cx="3568818" cy="2031325"/>
          </a:xfrm>
          <a:prstGeom prst="rect">
            <a:avLst/>
          </a:prstGeom>
          <a:solidFill>
            <a:schemeClr val="bg1"/>
          </a:solidFill>
        </p:spPr>
        <p:txBody>
          <a:bodyPr wrap="square" rtlCol="0">
            <a:spAutoFit/>
          </a:bodyPr>
          <a:lstStyle/>
          <a:p>
            <a:r>
              <a:rPr lang="nb-NO" dirty="0"/>
              <a:t>Gjennomgang av se-reglene.</a:t>
            </a:r>
          </a:p>
          <a:p>
            <a:r>
              <a:rPr lang="nb-NO" dirty="0"/>
              <a:t>Se regel</a:t>
            </a:r>
          </a:p>
          <a:p>
            <a:pPr marL="342900" indent="-342900">
              <a:buAutoNum type="arabicPeriod"/>
            </a:pPr>
            <a:r>
              <a:rPr lang="nb-NO" dirty="0"/>
              <a:t>Se langt fram</a:t>
            </a:r>
          </a:p>
          <a:p>
            <a:pPr marL="342900" indent="-342900">
              <a:buAutoNum type="arabicPeriod"/>
            </a:pPr>
            <a:r>
              <a:rPr lang="nb-NO" dirty="0"/>
              <a:t>Beveg  blikket</a:t>
            </a:r>
          </a:p>
          <a:p>
            <a:pPr marL="342900" indent="-342900">
              <a:buAutoNum type="arabicPeriod"/>
            </a:pPr>
            <a:r>
              <a:rPr lang="nb-NO" dirty="0">
                <a:solidFill>
                  <a:srgbClr val="FF0000"/>
                </a:solidFill>
              </a:rPr>
              <a:t>Få oversikt</a:t>
            </a:r>
          </a:p>
          <a:p>
            <a:pPr marL="342900" indent="-342900">
              <a:buAutoNum type="arabicPeriod"/>
            </a:pPr>
            <a:r>
              <a:rPr lang="nb-NO" dirty="0">
                <a:solidFill>
                  <a:srgbClr val="FF0000"/>
                </a:solidFill>
              </a:rPr>
              <a:t>Se og bli sett</a:t>
            </a:r>
          </a:p>
          <a:p>
            <a:pPr marL="342900" indent="-342900">
              <a:buAutoNum type="arabicPeriod"/>
            </a:pPr>
            <a:r>
              <a:rPr lang="nb-NO" dirty="0">
                <a:solidFill>
                  <a:srgbClr val="FF0000"/>
                </a:solidFill>
              </a:rPr>
              <a:t>Se alltid etter utvei</a:t>
            </a:r>
          </a:p>
        </p:txBody>
      </p:sp>
      <p:sp>
        <p:nvSpPr>
          <p:cNvPr id="4" name="Ellipse 3">
            <a:extLst>
              <a:ext uri="{FF2B5EF4-FFF2-40B4-BE49-F238E27FC236}">
                <a16:creationId xmlns:a16="http://schemas.microsoft.com/office/drawing/2014/main" id="{5C40076E-15A1-4D2A-BC79-9DFCE3E81B85}"/>
              </a:ext>
            </a:extLst>
          </p:cNvPr>
          <p:cNvSpPr/>
          <p:nvPr/>
        </p:nvSpPr>
        <p:spPr>
          <a:xfrm rot="575783">
            <a:off x="108922" y="2099681"/>
            <a:ext cx="858100" cy="2653515"/>
          </a:xfrm>
          <a:prstGeom prst="ellipse">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5" name="TekstSylinder 4">
            <a:extLst>
              <a:ext uri="{FF2B5EF4-FFF2-40B4-BE49-F238E27FC236}">
                <a16:creationId xmlns:a16="http://schemas.microsoft.com/office/drawing/2014/main" id="{C40D62D9-54C9-40BD-AE21-A94E8C4C570E}"/>
              </a:ext>
            </a:extLst>
          </p:cNvPr>
          <p:cNvSpPr txBox="1"/>
          <p:nvPr/>
        </p:nvSpPr>
        <p:spPr>
          <a:xfrm>
            <a:off x="1444450" y="4179921"/>
            <a:ext cx="3528392" cy="1477328"/>
          </a:xfrm>
          <a:prstGeom prst="rect">
            <a:avLst/>
          </a:prstGeom>
          <a:noFill/>
        </p:spPr>
        <p:txBody>
          <a:bodyPr wrap="square" rtlCol="0">
            <a:spAutoFit/>
          </a:bodyPr>
          <a:lstStyle/>
          <a:p>
            <a:r>
              <a:rPr lang="nb-NO" dirty="0"/>
              <a:t>Metode: </a:t>
            </a:r>
          </a:p>
          <a:p>
            <a:r>
              <a:rPr lang="nb-NO" dirty="0"/>
              <a:t>Spørrende</a:t>
            </a:r>
          </a:p>
          <a:p>
            <a:r>
              <a:rPr lang="nb-NO" dirty="0"/>
              <a:t>Ledende</a:t>
            </a:r>
          </a:p>
          <a:p>
            <a:r>
              <a:rPr lang="nb-NO" dirty="0" err="1"/>
              <a:t>Pou</a:t>
            </a:r>
            <a:endParaRPr lang="nb-NO" dirty="0"/>
          </a:p>
          <a:p>
            <a:r>
              <a:rPr lang="nb-NO" dirty="0"/>
              <a:t>Instruksjon</a:t>
            </a:r>
          </a:p>
        </p:txBody>
      </p:sp>
      <p:sp>
        <p:nvSpPr>
          <p:cNvPr id="8" name="Rektangel 7">
            <a:extLst>
              <a:ext uri="{FF2B5EF4-FFF2-40B4-BE49-F238E27FC236}">
                <a16:creationId xmlns:a16="http://schemas.microsoft.com/office/drawing/2014/main" id="{9AD2BFBD-7BF2-4535-8BA0-9914C757111A}"/>
              </a:ext>
            </a:extLst>
          </p:cNvPr>
          <p:cNvSpPr/>
          <p:nvPr/>
        </p:nvSpPr>
        <p:spPr>
          <a:xfrm>
            <a:off x="1444450" y="2348880"/>
            <a:ext cx="2419302" cy="1527293"/>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cxnSp>
        <p:nvCxnSpPr>
          <p:cNvPr id="9" name="Rett linje 8">
            <a:extLst>
              <a:ext uri="{FF2B5EF4-FFF2-40B4-BE49-F238E27FC236}">
                <a16:creationId xmlns:a16="http://schemas.microsoft.com/office/drawing/2014/main" id="{C3812673-279F-4A18-A382-3634F67C0A3D}"/>
              </a:ext>
            </a:extLst>
          </p:cNvPr>
          <p:cNvCxnSpPr>
            <a:cxnSpLocks/>
            <a:stCxn id="4" idx="7"/>
            <a:endCxn id="8" idx="1"/>
          </p:cNvCxnSpPr>
          <p:nvPr/>
        </p:nvCxnSpPr>
        <p:spPr>
          <a:xfrm>
            <a:off x="993508" y="2551983"/>
            <a:ext cx="450942" cy="560544"/>
          </a:xfrm>
          <a:prstGeom prst="line">
            <a:avLst/>
          </a:prstGeom>
          <a:ln w="76200">
            <a:solidFill>
              <a:srgbClr val="FF0000"/>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727326208"/>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a:extLst>
              <a:ext uri="{FF2B5EF4-FFF2-40B4-BE49-F238E27FC236}">
                <a16:creationId xmlns:a16="http://schemas.microsoft.com/office/drawing/2014/main" id="{3F8AB0D7-1D42-4A8A-A796-E0C0A18CE469}"/>
              </a:ext>
            </a:extLst>
          </p:cNvPr>
          <p:cNvSpPr txBox="1"/>
          <p:nvPr/>
        </p:nvSpPr>
        <p:spPr>
          <a:xfrm>
            <a:off x="1559496" y="2492896"/>
            <a:ext cx="10081120" cy="646331"/>
          </a:xfrm>
          <a:prstGeom prst="rect">
            <a:avLst/>
          </a:prstGeom>
          <a:noFill/>
        </p:spPr>
        <p:txBody>
          <a:bodyPr wrap="square" rtlCol="0">
            <a:spAutoFit/>
          </a:bodyPr>
          <a:lstStyle/>
          <a:p>
            <a:r>
              <a:rPr lang="nb-NO" dirty="0"/>
              <a:t>Dette deltrinnet blir undervist på vei til sikkerhets kurs på bane da vi har flere tuneller som er aktuelle å legge inn i øvelsen.</a:t>
            </a:r>
          </a:p>
        </p:txBody>
      </p:sp>
    </p:spTree>
    <p:extLst>
      <p:ext uri="{BB962C8B-B14F-4D97-AF65-F5344CB8AC3E}">
        <p14:creationId xmlns:p14="http://schemas.microsoft.com/office/powerpoint/2010/main" val="2790133116"/>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Tree>
    <p:extLst>
      <p:ext uri="{BB962C8B-B14F-4D97-AF65-F5344CB8AC3E}">
        <p14:creationId xmlns:p14="http://schemas.microsoft.com/office/powerpoint/2010/main" val="794844079"/>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Parallellogram 8">
            <a:hlinkClick r:id="rId2" action="ppaction://hlinksldjump"/>
          </p:cNvPr>
          <p:cNvSpPr/>
          <p:nvPr/>
        </p:nvSpPr>
        <p:spPr>
          <a:xfrm>
            <a:off x="9029506" y="152613"/>
            <a:ext cx="1368000" cy="6840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Kjøre effektivt, behagelig, miljøvennlig og økonomisk </a:t>
            </a:r>
            <a:endParaRPr lang="nb-NO" sz="900" i="1" dirty="0">
              <a:solidFill>
                <a:schemeClr val="tx1"/>
              </a:solidFill>
            </a:endParaRPr>
          </a:p>
        </p:txBody>
      </p:sp>
      <p:sp>
        <p:nvSpPr>
          <p:cNvPr id="10" name="TekstSylinder 9"/>
          <p:cNvSpPr txBox="1"/>
          <p:nvPr/>
        </p:nvSpPr>
        <p:spPr>
          <a:xfrm>
            <a:off x="1444450" y="1700783"/>
            <a:ext cx="10369152" cy="923330"/>
          </a:xfrm>
          <a:prstGeom prst="rect">
            <a:avLst/>
          </a:prstGeom>
          <a:solidFill>
            <a:schemeClr val="bg1"/>
          </a:solidFill>
        </p:spPr>
        <p:txBody>
          <a:bodyPr wrap="square" rtlCol="0">
            <a:spAutoFit/>
          </a:bodyPr>
          <a:lstStyle/>
          <a:p>
            <a:r>
              <a:rPr lang="nb-NO" dirty="0"/>
              <a:t>Eleven skal</a:t>
            </a:r>
          </a:p>
          <a:p>
            <a:r>
              <a:rPr lang="nb-NO" dirty="0"/>
              <a:t>8. mestre å kjøre effektivt og behagelig, miljøvennlig og økonomisk i variert   trafikkmiljø i god samhandling med andre trafikanter</a:t>
            </a:r>
          </a:p>
        </p:txBody>
      </p:sp>
    </p:spTree>
    <p:extLst>
      <p:ext uri="{BB962C8B-B14F-4D97-AF65-F5344CB8AC3E}">
        <p14:creationId xmlns:p14="http://schemas.microsoft.com/office/powerpoint/2010/main" val="2383529802"/>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139321"/>
          </a:xfrm>
          <a:prstGeom prst="rect">
            <a:avLst/>
          </a:prstGeom>
          <a:solidFill>
            <a:schemeClr val="bg1"/>
          </a:solidFill>
        </p:spPr>
        <p:txBody>
          <a:bodyPr wrap="square" rtlCol="0">
            <a:spAutoFit/>
          </a:bodyPr>
          <a:lstStyle/>
          <a:p>
            <a:r>
              <a:rPr lang="nb-NO" dirty="0"/>
              <a:t>3.8 Sikker samhandling </a:t>
            </a:r>
          </a:p>
          <a:p>
            <a:r>
              <a:rPr lang="nb-NO" dirty="0"/>
              <a:t> Aktuelt innhold </a:t>
            </a:r>
          </a:p>
          <a:p>
            <a:pPr marL="285750" indent="-285750">
              <a:buFont typeface="Arial" panose="020B0604020202020204" pitchFamily="34" charset="0"/>
              <a:buChar char="•"/>
            </a:pPr>
            <a:r>
              <a:rPr lang="nb-NO" dirty="0"/>
              <a:t>Tidlig og fullstendig overblikk </a:t>
            </a:r>
          </a:p>
          <a:p>
            <a:pPr marL="285750" indent="-285750">
              <a:buFont typeface="Arial" panose="020B0604020202020204" pitchFamily="34" charset="0"/>
              <a:buChar char="•"/>
            </a:pPr>
            <a:r>
              <a:rPr lang="nb-NO" dirty="0"/>
              <a:t>Tydelig og forutsigbar kjøremåte</a:t>
            </a:r>
          </a:p>
          <a:p>
            <a:pPr marL="285750" indent="-285750">
              <a:buFont typeface="Arial" panose="020B0604020202020204" pitchFamily="34" charset="0"/>
              <a:buChar char="•"/>
            </a:pPr>
            <a:r>
              <a:rPr lang="nb-NO" dirty="0"/>
              <a:t>Tempo, flyt, avvikling </a:t>
            </a:r>
          </a:p>
          <a:p>
            <a:pPr marL="285750" indent="-285750">
              <a:buFont typeface="Arial" panose="020B0604020202020204" pitchFamily="34" charset="0"/>
              <a:buChar char="•"/>
            </a:pPr>
            <a:r>
              <a:rPr lang="nb-NO" dirty="0"/>
              <a:t>Handlingsberedskap</a:t>
            </a:r>
          </a:p>
          <a:p>
            <a:pPr marL="285750" indent="-285750">
              <a:buFont typeface="Arial" panose="020B0604020202020204" pitchFamily="34" charset="0"/>
              <a:buChar char="•"/>
            </a:pPr>
            <a:r>
              <a:rPr lang="nb-NO" dirty="0"/>
              <a:t>Økonomisk og miljøvennlig kjøring </a:t>
            </a:r>
          </a:p>
          <a:p>
            <a:pPr marL="285750" indent="-285750">
              <a:buFont typeface="Arial" panose="020B0604020202020204" pitchFamily="34" charset="0"/>
              <a:buChar char="•"/>
            </a:pPr>
            <a:r>
              <a:rPr lang="nb-NO" dirty="0"/>
              <a:t>Selvstendig kjøring </a:t>
            </a:r>
          </a:p>
          <a:p>
            <a:pPr marL="285750" indent="-285750">
              <a:buFont typeface="Arial" panose="020B0604020202020204" pitchFamily="34" charset="0"/>
              <a:buChar char="•"/>
            </a:pPr>
            <a:r>
              <a:rPr lang="nb-NO" dirty="0"/>
              <a:t>Forutsetninger, behov og perspektiv barn og eldre har </a:t>
            </a:r>
          </a:p>
          <a:p>
            <a:pPr marL="285750" indent="-285750">
              <a:buFont typeface="Arial" panose="020B0604020202020204" pitchFamily="34" charset="0"/>
              <a:buChar char="•"/>
            </a:pPr>
            <a:r>
              <a:rPr lang="nb-NO" dirty="0"/>
              <a:t>Forutsetninger, behov og perspektiv mopedister og motorsyklister har </a:t>
            </a:r>
          </a:p>
          <a:p>
            <a:pPr marL="285750" indent="-285750">
              <a:buFont typeface="Arial" panose="020B0604020202020204" pitchFamily="34" charset="0"/>
              <a:buChar char="•"/>
            </a:pPr>
            <a:r>
              <a:rPr lang="nb-NO" dirty="0"/>
              <a:t>Forutsetninger, behov og perspektiv førere av store og tunge kjøretøyer har</a:t>
            </a:r>
          </a:p>
        </p:txBody>
      </p:sp>
    </p:spTree>
    <p:extLst>
      <p:ext uri="{BB962C8B-B14F-4D97-AF65-F5344CB8AC3E}">
        <p14:creationId xmlns:p14="http://schemas.microsoft.com/office/powerpoint/2010/main" val="1520908941"/>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a:extLst>
              <a:ext uri="{FF2B5EF4-FFF2-40B4-BE49-F238E27FC236}">
                <a16:creationId xmlns:a16="http://schemas.microsoft.com/office/drawing/2014/main" id="{7B281B27-1F79-40D7-A35F-FBA5DFE6A520}"/>
              </a:ext>
            </a:extLst>
          </p:cNvPr>
          <p:cNvSpPr txBox="1"/>
          <p:nvPr/>
        </p:nvSpPr>
        <p:spPr>
          <a:xfrm>
            <a:off x="1271464" y="2420888"/>
            <a:ext cx="6984776" cy="923330"/>
          </a:xfrm>
          <a:prstGeom prst="rect">
            <a:avLst/>
          </a:prstGeom>
          <a:noFill/>
        </p:spPr>
        <p:txBody>
          <a:bodyPr wrap="square" rtlCol="0">
            <a:spAutoFit/>
          </a:bodyPr>
          <a:lstStyle/>
          <a:p>
            <a:r>
              <a:rPr lang="nb-NO" dirty="0"/>
              <a:t>En forutsetning for å lykkes med den praktiske opplæringen at eleven tilegner seg tilstrekkelig kunnskapsgrunnlag før eller parallelt med øvingen.</a:t>
            </a:r>
          </a:p>
        </p:txBody>
      </p:sp>
    </p:spTree>
    <p:extLst>
      <p:ext uri="{BB962C8B-B14F-4D97-AF65-F5344CB8AC3E}">
        <p14:creationId xmlns:p14="http://schemas.microsoft.com/office/powerpoint/2010/main" val="1985618882"/>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Tree>
    <p:extLst>
      <p:ext uri="{BB962C8B-B14F-4D97-AF65-F5344CB8AC3E}">
        <p14:creationId xmlns:p14="http://schemas.microsoft.com/office/powerpoint/2010/main" val="2791310269"/>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a:extLst>
              <a:ext uri="{FF2B5EF4-FFF2-40B4-BE49-F238E27FC236}">
                <a16:creationId xmlns:a16="http://schemas.microsoft.com/office/drawing/2014/main" id="{5485267A-87D0-4A1B-9F00-D2F938470454}"/>
              </a:ext>
            </a:extLst>
          </p:cNvPr>
          <p:cNvSpPr txBox="1"/>
          <p:nvPr/>
        </p:nvSpPr>
        <p:spPr>
          <a:xfrm>
            <a:off x="1478939" y="1772816"/>
            <a:ext cx="3104893" cy="2031325"/>
          </a:xfrm>
          <a:prstGeom prst="rect">
            <a:avLst/>
          </a:prstGeom>
          <a:solidFill>
            <a:schemeClr val="bg1"/>
          </a:solidFill>
        </p:spPr>
        <p:txBody>
          <a:bodyPr wrap="square" rtlCol="0">
            <a:spAutoFit/>
          </a:bodyPr>
          <a:lstStyle/>
          <a:p>
            <a:r>
              <a:rPr lang="nb-NO" dirty="0"/>
              <a:t>Gjennomgang av se-reglene.</a:t>
            </a:r>
          </a:p>
          <a:p>
            <a:r>
              <a:rPr lang="nb-NO" dirty="0"/>
              <a:t>Se regel</a:t>
            </a:r>
          </a:p>
          <a:p>
            <a:pPr marL="342900" indent="-342900">
              <a:buAutoNum type="arabicPeriod"/>
            </a:pPr>
            <a:r>
              <a:rPr lang="nb-NO" dirty="0"/>
              <a:t>Se langt fram</a:t>
            </a:r>
          </a:p>
          <a:p>
            <a:pPr marL="342900" indent="-342900">
              <a:buAutoNum type="arabicPeriod"/>
            </a:pPr>
            <a:r>
              <a:rPr lang="nb-NO" dirty="0"/>
              <a:t>Beveg  blikket</a:t>
            </a:r>
          </a:p>
          <a:p>
            <a:pPr marL="342900" indent="-342900">
              <a:buAutoNum type="arabicPeriod"/>
            </a:pPr>
            <a:r>
              <a:rPr lang="nb-NO" dirty="0"/>
              <a:t>Få oversikt</a:t>
            </a:r>
          </a:p>
          <a:p>
            <a:pPr marL="342900" indent="-342900">
              <a:buAutoNum type="arabicPeriod"/>
            </a:pPr>
            <a:r>
              <a:rPr lang="nb-NO" dirty="0"/>
              <a:t>Se og bli sett</a:t>
            </a:r>
          </a:p>
          <a:p>
            <a:pPr marL="342900" indent="-342900">
              <a:buAutoNum type="arabicPeriod"/>
            </a:pPr>
            <a:r>
              <a:rPr lang="nb-NO" dirty="0"/>
              <a:t>Se alltid etter utvei</a:t>
            </a:r>
          </a:p>
        </p:txBody>
      </p:sp>
      <p:sp>
        <p:nvSpPr>
          <p:cNvPr id="4" name="Ellipse 3">
            <a:extLst>
              <a:ext uri="{FF2B5EF4-FFF2-40B4-BE49-F238E27FC236}">
                <a16:creationId xmlns:a16="http://schemas.microsoft.com/office/drawing/2014/main" id="{E45CFAA2-DF68-42E0-B041-6B954F89D99A}"/>
              </a:ext>
            </a:extLst>
          </p:cNvPr>
          <p:cNvSpPr/>
          <p:nvPr/>
        </p:nvSpPr>
        <p:spPr>
          <a:xfrm rot="604968">
            <a:off x="189189" y="1941260"/>
            <a:ext cx="817616" cy="2812355"/>
          </a:xfrm>
          <a:prstGeom prst="ellipse">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5" name="TekstSylinder 4">
            <a:extLst>
              <a:ext uri="{FF2B5EF4-FFF2-40B4-BE49-F238E27FC236}">
                <a16:creationId xmlns:a16="http://schemas.microsoft.com/office/drawing/2014/main" id="{0B400365-CA00-4C46-9788-C86C577F39B6}"/>
              </a:ext>
            </a:extLst>
          </p:cNvPr>
          <p:cNvSpPr txBox="1"/>
          <p:nvPr/>
        </p:nvSpPr>
        <p:spPr>
          <a:xfrm>
            <a:off x="1444450" y="4149080"/>
            <a:ext cx="3528392" cy="1477328"/>
          </a:xfrm>
          <a:prstGeom prst="rect">
            <a:avLst/>
          </a:prstGeom>
          <a:noFill/>
        </p:spPr>
        <p:txBody>
          <a:bodyPr wrap="square" rtlCol="0">
            <a:spAutoFit/>
          </a:bodyPr>
          <a:lstStyle/>
          <a:p>
            <a:r>
              <a:rPr lang="nb-NO" dirty="0"/>
              <a:t>Metode: </a:t>
            </a:r>
          </a:p>
          <a:p>
            <a:r>
              <a:rPr lang="nb-NO" dirty="0"/>
              <a:t>Spørrende</a:t>
            </a:r>
          </a:p>
          <a:p>
            <a:r>
              <a:rPr lang="nb-NO" dirty="0"/>
              <a:t>Ledende</a:t>
            </a:r>
          </a:p>
          <a:p>
            <a:r>
              <a:rPr lang="nb-NO" dirty="0" err="1"/>
              <a:t>Pou</a:t>
            </a:r>
            <a:endParaRPr lang="nb-NO" dirty="0"/>
          </a:p>
          <a:p>
            <a:r>
              <a:rPr lang="nb-NO" dirty="0"/>
              <a:t>Instruksjon</a:t>
            </a:r>
          </a:p>
        </p:txBody>
      </p:sp>
      <p:sp>
        <p:nvSpPr>
          <p:cNvPr id="8" name="Rektangel 7">
            <a:extLst>
              <a:ext uri="{FF2B5EF4-FFF2-40B4-BE49-F238E27FC236}">
                <a16:creationId xmlns:a16="http://schemas.microsoft.com/office/drawing/2014/main" id="{D4344C3A-3B66-4A3C-9D31-62655BCB980A}"/>
              </a:ext>
            </a:extLst>
          </p:cNvPr>
          <p:cNvSpPr/>
          <p:nvPr/>
        </p:nvSpPr>
        <p:spPr>
          <a:xfrm>
            <a:off x="1478939" y="2326814"/>
            <a:ext cx="2312805" cy="1477328"/>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cxnSp>
        <p:nvCxnSpPr>
          <p:cNvPr id="9" name="Rett linje 8">
            <a:extLst>
              <a:ext uri="{FF2B5EF4-FFF2-40B4-BE49-F238E27FC236}">
                <a16:creationId xmlns:a16="http://schemas.microsoft.com/office/drawing/2014/main" id="{20C9A863-BE1E-46A1-B897-54485DC01628}"/>
              </a:ext>
            </a:extLst>
          </p:cNvPr>
          <p:cNvCxnSpPr>
            <a:cxnSpLocks/>
            <a:stCxn id="4" idx="7"/>
            <a:endCxn id="8" idx="1"/>
          </p:cNvCxnSpPr>
          <p:nvPr/>
        </p:nvCxnSpPr>
        <p:spPr>
          <a:xfrm>
            <a:off x="1056680" y="2419084"/>
            <a:ext cx="422259" cy="646394"/>
          </a:xfrm>
          <a:prstGeom prst="line">
            <a:avLst/>
          </a:prstGeom>
          <a:ln w="76200">
            <a:solidFill>
              <a:srgbClr val="FF0000"/>
            </a:solidFill>
          </a:ln>
        </p:spPr>
        <p:style>
          <a:lnRef idx="1">
            <a:schemeClr val="accent2"/>
          </a:lnRef>
          <a:fillRef idx="0">
            <a:schemeClr val="accent2"/>
          </a:fillRef>
          <a:effectRef idx="0">
            <a:schemeClr val="accent2"/>
          </a:effectRef>
          <a:fontRef idx="minor">
            <a:schemeClr val="tx1"/>
          </a:fontRef>
        </p:style>
      </p:cxnSp>
      <p:sp>
        <p:nvSpPr>
          <p:cNvPr id="20" name="TekstSylinder 19">
            <a:extLst>
              <a:ext uri="{FF2B5EF4-FFF2-40B4-BE49-F238E27FC236}">
                <a16:creationId xmlns:a16="http://schemas.microsoft.com/office/drawing/2014/main" id="{E34EAADB-FAF3-48E7-893C-BB161921E5F1}"/>
              </a:ext>
            </a:extLst>
          </p:cNvPr>
          <p:cNvSpPr txBox="1"/>
          <p:nvPr/>
        </p:nvSpPr>
        <p:spPr>
          <a:xfrm>
            <a:off x="4439816" y="2591616"/>
            <a:ext cx="7229770" cy="923330"/>
          </a:xfrm>
          <a:prstGeom prst="rect">
            <a:avLst/>
          </a:prstGeom>
          <a:solidFill>
            <a:schemeClr val="bg1"/>
          </a:solidFill>
        </p:spPr>
        <p:txBody>
          <a:bodyPr wrap="square" rtlCol="0">
            <a:spAutoFit/>
          </a:bodyPr>
          <a:lstStyle/>
          <a:p>
            <a:r>
              <a:rPr lang="nb-NO" dirty="0"/>
              <a:t>Eleven skal</a:t>
            </a:r>
          </a:p>
          <a:p>
            <a:r>
              <a:rPr lang="nb-NO" dirty="0"/>
              <a:t>8. mestre å kjøre effektivt og behagelig, miljøvennlig og økonomisk i variert   trafikkmiljø i god samhandling med andre trafikanter</a:t>
            </a:r>
          </a:p>
        </p:txBody>
      </p:sp>
    </p:spTree>
    <p:extLst>
      <p:ext uri="{BB962C8B-B14F-4D97-AF65-F5344CB8AC3E}">
        <p14:creationId xmlns:p14="http://schemas.microsoft.com/office/powerpoint/2010/main" val="426473547"/>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a:extLst>
              <a:ext uri="{FF2B5EF4-FFF2-40B4-BE49-F238E27FC236}">
                <a16:creationId xmlns:a16="http://schemas.microsoft.com/office/drawing/2014/main" id="{50531F03-324F-40A0-A5F7-4D5E30FC4DBB}"/>
              </a:ext>
            </a:extLst>
          </p:cNvPr>
          <p:cNvSpPr txBox="1"/>
          <p:nvPr/>
        </p:nvSpPr>
        <p:spPr>
          <a:xfrm>
            <a:off x="580354" y="1674277"/>
            <a:ext cx="11233248" cy="646331"/>
          </a:xfrm>
          <a:prstGeom prst="rect">
            <a:avLst/>
          </a:prstGeom>
          <a:noFill/>
        </p:spPr>
        <p:txBody>
          <a:bodyPr wrap="square" rtlCol="0">
            <a:spAutoFit/>
          </a:bodyPr>
          <a:lstStyle/>
          <a:p>
            <a:r>
              <a:rPr lang="nb-NO" dirty="0"/>
              <a:t>Området mellom ???????? og ?????????????? er områder som krever at elevens kompetanse og oppmerksomhet er på plass</a:t>
            </a:r>
          </a:p>
        </p:txBody>
      </p:sp>
      <p:pic>
        <p:nvPicPr>
          <p:cNvPr id="5" name="Bilde 4" descr="Skjermutklipp">
            <a:extLst>
              <a:ext uri="{FF2B5EF4-FFF2-40B4-BE49-F238E27FC236}">
                <a16:creationId xmlns:a16="http://schemas.microsoft.com/office/drawing/2014/main" id="{9AC0B16C-19F9-4C80-B0B4-5B270512F4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1004" y="2065824"/>
            <a:ext cx="6355196" cy="4171488"/>
          </a:xfrm>
          <a:prstGeom prst="rect">
            <a:avLst/>
          </a:prstGeom>
          <a:effectLst>
            <a:softEdge rad="635000"/>
          </a:effectLst>
        </p:spPr>
      </p:pic>
    </p:spTree>
    <p:extLst>
      <p:ext uri="{BB962C8B-B14F-4D97-AF65-F5344CB8AC3E}">
        <p14:creationId xmlns:p14="http://schemas.microsoft.com/office/powerpoint/2010/main" val="2188084816"/>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4" name="TekstSylinder 3">
            <a:extLst>
              <a:ext uri="{FF2B5EF4-FFF2-40B4-BE49-F238E27FC236}">
                <a16:creationId xmlns:a16="http://schemas.microsoft.com/office/drawing/2014/main" id="{36625486-68E6-47A0-882B-0046CCD888A8}"/>
              </a:ext>
            </a:extLst>
          </p:cNvPr>
          <p:cNvSpPr txBox="1"/>
          <p:nvPr/>
        </p:nvSpPr>
        <p:spPr>
          <a:xfrm>
            <a:off x="1596850" y="2501280"/>
            <a:ext cx="8107934" cy="646331"/>
          </a:xfrm>
          <a:prstGeom prst="rect">
            <a:avLst/>
          </a:prstGeom>
          <a:noFill/>
        </p:spPr>
        <p:txBody>
          <a:bodyPr wrap="square" rtlCol="0">
            <a:spAutoFit/>
          </a:bodyPr>
          <a:lstStyle/>
          <a:p>
            <a:r>
              <a:rPr lang="nb-NO"/>
              <a:t>Eleven skal kunne kjøre effektivt og behagelig, miljøriktig og økonomisk i variert trafikkmiljø i god samhandling med andre trafikanter.</a:t>
            </a:r>
            <a:endParaRPr lang="nb-NO" dirty="0"/>
          </a:p>
        </p:txBody>
      </p:sp>
    </p:spTree>
    <p:extLst>
      <p:ext uri="{BB962C8B-B14F-4D97-AF65-F5344CB8AC3E}">
        <p14:creationId xmlns:p14="http://schemas.microsoft.com/office/powerpoint/2010/main" val="1150669"/>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allellogram 1">
            <a:hlinkClick r:id="rId2" action="ppaction://hlinksldjump"/>
          </p:cNvPr>
          <p:cNvSpPr/>
          <p:nvPr/>
        </p:nvSpPr>
        <p:spPr>
          <a:xfrm>
            <a:off x="10282626" y="152613"/>
            <a:ext cx="936000" cy="6840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i="0" dirty="0">
                <a:solidFill>
                  <a:schemeClr val="tx1"/>
                </a:solidFill>
              </a:rPr>
              <a:t>Trinn-vurdering</a:t>
            </a:r>
            <a:endParaRPr lang="nb-NO" sz="900" i="1" dirty="0">
              <a:solidFill>
                <a:schemeClr val="tx1"/>
              </a:solidFill>
            </a:endParaRPr>
          </a:p>
        </p:txBody>
      </p:sp>
      <p:sp>
        <p:nvSpPr>
          <p:cNvPr id="4" name="TekstSylinder 3"/>
          <p:cNvSpPr txBox="1"/>
          <p:nvPr/>
        </p:nvSpPr>
        <p:spPr>
          <a:xfrm>
            <a:off x="1415480" y="1443841"/>
            <a:ext cx="10369152" cy="3970318"/>
          </a:xfrm>
          <a:prstGeom prst="rect">
            <a:avLst/>
          </a:prstGeom>
          <a:solidFill>
            <a:schemeClr val="bg1"/>
          </a:solidFill>
        </p:spPr>
        <p:txBody>
          <a:bodyPr wrap="square" rtlCol="0">
            <a:spAutoFit/>
          </a:bodyPr>
          <a:lstStyle/>
          <a:p>
            <a:r>
              <a:rPr lang="nb-NO" dirty="0"/>
              <a:t>3.9 Trinnvurdering jf. § 7.5</a:t>
            </a:r>
          </a:p>
          <a:p>
            <a:r>
              <a:rPr lang="nb-NO" dirty="0"/>
              <a:t> Trinnvurderingen gjennomføres mot slutten av trinn 3, før eller etter at sikkerhetskurs på bane er gjennomført.</a:t>
            </a:r>
          </a:p>
          <a:p>
            <a:r>
              <a:rPr lang="nb-NO" dirty="0"/>
              <a:t>Målet for trinnet er definert i målverbene for læreplanens ulike delmål. For å lykkes under veiledningstimen er det viktig at eleven kjenner kravet til de ulike målene.</a:t>
            </a:r>
          </a:p>
          <a:p>
            <a:r>
              <a:rPr lang="nb-NO" dirty="0"/>
              <a:t>Her benyttes de målbare hovedmålene for føreropplæringen som er:</a:t>
            </a:r>
          </a:p>
          <a:p>
            <a:r>
              <a:rPr lang="nb-NO" dirty="0"/>
              <a:t>Eleven skal ha de kunnskaper og ferdigheter, den selvinnsikt og risikoforståelse, som er nødvendig for å kjøre på en måte som: </a:t>
            </a:r>
          </a:p>
          <a:p>
            <a:r>
              <a:rPr lang="nb-NO" dirty="0"/>
              <a:t>-	er trafikksikker </a:t>
            </a:r>
          </a:p>
          <a:p>
            <a:r>
              <a:rPr lang="nb-NO" dirty="0"/>
              <a:t>-	gir god samhandling </a:t>
            </a:r>
          </a:p>
          <a:p>
            <a:r>
              <a:rPr lang="nb-NO" dirty="0"/>
              <a:t>-	fører til god trafikkavvikling </a:t>
            </a:r>
          </a:p>
          <a:p>
            <a:r>
              <a:rPr lang="nb-NO" dirty="0"/>
              <a:t>-	tar hensyn til helse, miljø og andres behov </a:t>
            </a:r>
          </a:p>
          <a:p>
            <a:r>
              <a:rPr lang="nb-NO" dirty="0"/>
              <a:t>-	er i samsvar med gjeldende regelverk</a:t>
            </a:r>
          </a:p>
          <a:p>
            <a:endParaRPr lang="nb-NO" dirty="0"/>
          </a:p>
        </p:txBody>
      </p:sp>
    </p:spTree>
    <p:extLst>
      <p:ext uri="{BB962C8B-B14F-4D97-AF65-F5344CB8AC3E}">
        <p14:creationId xmlns:p14="http://schemas.microsoft.com/office/powerpoint/2010/main" val="3444124921"/>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2308324"/>
          </a:xfrm>
          <a:prstGeom prst="rect">
            <a:avLst/>
          </a:prstGeom>
          <a:solidFill>
            <a:schemeClr val="bg1"/>
          </a:solidFill>
        </p:spPr>
        <p:txBody>
          <a:bodyPr wrap="square" rtlCol="0">
            <a:spAutoFit/>
          </a:bodyPr>
          <a:lstStyle/>
          <a:p>
            <a:r>
              <a:rPr lang="nb-NO" dirty="0"/>
              <a:t>Eleven skal, med utgangspunkt i sine prestasjoner, ta stilling til i hvilken grad målet for trinnet er nådd og om grunnlaget for videre opplæring er tilstrekkelig. Læreren skal gi eleven en tilråding i spørsmålet om eleven har den kompetansen som er nødvendig for å få et godt utbytte av opplæringen i neste trinn. Trinnvurderingen skal vare 45 minutter og inneholde før- og </a:t>
            </a:r>
            <a:r>
              <a:rPr lang="nb-NO" dirty="0" err="1"/>
              <a:t>ettersamtale</a:t>
            </a:r>
            <a:r>
              <a:rPr lang="nb-NO" dirty="0"/>
              <a:t>, i tillegg til praktisk kjøring. </a:t>
            </a:r>
          </a:p>
          <a:p>
            <a:r>
              <a:rPr lang="nb-NO" dirty="0"/>
              <a:t>Hensikten med før- og ettersamtalen er å veilede eleven i forhold til faglig ståsted og videre læreprosess. Samtidig skal vurderingen bidra til å utvikle elevens selvinnsikt og evne til å vurdere egne sterke og svake sider.  </a:t>
            </a:r>
          </a:p>
          <a:p>
            <a:r>
              <a:rPr lang="nb-NO" dirty="0"/>
              <a:t>.</a:t>
            </a:r>
          </a:p>
        </p:txBody>
      </p:sp>
    </p:spTree>
    <p:extLst>
      <p:ext uri="{BB962C8B-B14F-4D97-AF65-F5344CB8AC3E}">
        <p14:creationId xmlns:p14="http://schemas.microsoft.com/office/powerpoint/2010/main" val="2112042160"/>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a:extLst>
              <a:ext uri="{FF2B5EF4-FFF2-40B4-BE49-F238E27FC236}">
                <a16:creationId xmlns:a16="http://schemas.microsoft.com/office/drawing/2014/main" id="{69ED7916-0E4B-4E46-A38E-F9164C981EBA}"/>
              </a:ext>
            </a:extLst>
          </p:cNvPr>
          <p:cNvSpPr txBox="1"/>
          <p:nvPr/>
        </p:nvSpPr>
        <p:spPr>
          <a:xfrm>
            <a:off x="1444450" y="2564904"/>
            <a:ext cx="9764118" cy="369332"/>
          </a:xfrm>
          <a:prstGeom prst="rect">
            <a:avLst/>
          </a:prstGeom>
          <a:noFill/>
        </p:spPr>
        <p:txBody>
          <a:bodyPr wrap="square" rtlCol="0">
            <a:spAutoFit/>
          </a:bodyPr>
          <a:lstStyle/>
          <a:p>
            <a:r>
              <a:rPr lang="nb-NO" dirty="0"/>
              <a:t>Utvise kunnskaper og ferdigheter, med selvinnsikt og risikoforståelse, som er nødvendig under kjøring.</a:t>
            </a:r>
          </a:p>
        </p:txBody>
      </p:sp>
    </p:spTree>
    <p:extLst>
      <p:ext uri="{BB962C8B-B14F-4D97-AF65-F5344CB8AC3E}">
        <p14:creationId xmlns:p14="http://schemas.microsoft.com/office/powerpoint/2010/main" val="2944339803"/>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Tree>
    <p:extLst>
      <p:ext uri="{BB962C8B-B14F-4D97-AF65-F5344CB8AC3E}">
        <p14:creationId xmlns:p14="http://schemas.microsoft.com/office/powerpoint/2010/main" val="2535103941"/>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a:extLst>
              <a:ext uri="{FF2B5EF4-FFF2-40B4-BE49-F238E27FC236}">
                <a16:creationId xmlns:a16="http://schemas.microsoft.com/office/drawing/2014/main" id="{F9EA76FD-E9D8-481A-9F8C-2903FF9EE376}"/>
              </a:ext>
            </a:extLst>
          </p:cNvPr>
          <p:cNvSpPr txBox="1"/>
          <p:nvPr/>
        </p:nvSpPr>
        <p:spPr>
          <a:xfrm>
            <a:off x="1444450" y="2420888"/>
            <a:ext cx="9260062" cy="369332"/>
          </a:xfrm>
          <a:prstGeom prst="rect">
            <a:avLst/>
          </a:prstGeom>
          <a:noFill/>
        </p:spPr>
        <p:txBody>
          <a:bodyPr wrap="square" rtlCol="0">
            <a:spAutoFit/>
          </a:bodyPr>
          <a:lstStyle/>
          <a:p>
            <a:r>
              <a:rPr lang="nb-NO" dirty="0"/>
              <a:t>Trinnvurderingen skal vare 45 minutter og inneholde før- og ettersamtale, og praktisk kjøring.</a:t>
            </a:r>
          </a:p>
        </p:txBody>
      </p:sp>
      <p:sp>
        <p:nvSpPr>
          <p:cNvPr id="4" name="TekstSylinder 3">
            <a:extLst>
              <a:ext uri="{FF2B5EF4-FFF2-40B4-BE49-F238E27FC236}">
                <a16:creationId xmlns:a16="http://schemas.microsoft.com/office/drawing/2014/main" id="{2240B5F2-A813-46BB-AE3F-E5FD6745483A}"/>
              </a:ext>
            </a:extLst>
          </p:cNvPr>
          <p:cNvSpPr txBox="1"/>
          <p:nvPr/>
        </p:nvSpPr>
        <p:spPr>
          <a:xfrm>
            <a:off x="1444450" y="3052118"/>
            <a:ext cx="10369152" cy="2031325"/>
          </a:xfrm>
          <a:prstGeom prst="rect">
            <a:avLst/>
          </a:prstGeom>
          <a:solidFill>
            <a:schemeClr val="bg1"/>
          </a:solidFill>
        </p:spPr>
        <p:txBody>
          <a:bodyPr wrap="square" rtlCol="0">
            <a:spAutoFit/>
          </a:bodyPr>
          <a:lstStyle/>
          <a:p>
            <a:r>
              <a:rPr lang="nb-NO" dirty="0"/>
              <a:t>Med utgangspunkt i egne prestasjoner skal elevene gis mulighet til selv å vurdere egen kjøreferdighet under kjøreturen. Det vil si at evalueringen ikke skal ses på som en slutteprosess, men en kontinuerlig prosess gjennom hele kjøreturen. Trafikklærers oppgave blir under denne kjøreturen å rette fokus mot de oppgaver eleven utfører på en beskrivende måte slik at elevene selv kan ta stilling prestasjonene. Et eksempel kan være at lærer sier: Jeg registrerer at du kjører i 60 km/t, hva er grunnen til det? Dette skal danne grunnlaget for ettersamtalen hvor eleven skal kunne evaluere sin egen kjøredyktighet opp mot de krav som er nedfelt i målformuleringen. </a:t>
            </a:r>
          </a:p>
        </p:txBody>
      </p:sp>
      <p:sp>
        <p:nvSpPr>
          <p:cNvPr id="5" name="TekstSylinder 4">
            <a:extLst>
              <a:ext uri="{FF2B5EF4-FFF2-40B4-BE49-F238E27FC236}">
                <a16:creationId xmlns:a16="http://schemas.microsoft.com/office/drawing/2014/main" id="{19DB813D-915A-4245-AC46-B72DB829BB26}"/>
              </a:ext>
            </a:extLst>
          </p:cNvPr>
          <p:cNvSpPr txBox="1"/>
          <p:nvPr/>
        </p:nvSpPr>
        <p:spPr>
          <a:xfrm>
            <a:off x="1487488" y="1844824"/>
            <a:ext cx="9692110" cy="646331"/>
          </a:xfrm>
          <a:prstGeom prst="rect">
            <a:avLst/>
          </a:prstGeom>
          <a:noFill/>
        </p:spPr>
        <p:txBody>
          <a:bodyPr wrap="square" rtlCol="0">
            <a:spAutoFit/>
          </a:bodyPr>
          <a:lstStyle/>
          <a:p>
            <a:r>
              <a:rPr lang="nb-NO" dirty="0"/>
              <a:t>Førsamtale før tur til klargjøring av timen, ettersamtale etter kjøring hvor lærer og elev vurderer  ståsted.  </a:t>
            </a:r>
          </a:p>
        </p:txBody>
      </p:sp>
    </p:spTree>
    <p:extLst>
      <p:ext uri="{BB962C8B-B14F-4D97-AF65-F5344CB8AC3E}">
        <p14:creationId xmlns:p14="http://schemas.microsoft.com/office/powerpoint/2010/main" val="900455715"/>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pic>
        <p:nvPicPr>
          <p:cNvPr id="6" name="Bilde 5" descr="Et bilde som inneholder tekst, kart&#10;&#10;Beskrivelse som er generert med svært høy visshet">
            <a:extLst>
              <a:ext uri="{FF2B5EF4-FFF2-40B4-BE49-F238E27FC236}">
                <a16:creationId xmlns:a16="http://schemas.microsoft.com/office/drawing/2014/main" id="{BB3E141F-B4F5-45EF-B755-B451862573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4450" y="1556792"/>
            <a:ext cx="6307734" cy="4502782"/>
          </a:xfrm>
          <a:prstGeom prst="rect">
            <a:avLst/>
          </a:prstGeom>
        </p:spPr>
      </p:pic>
    </p:spTree>
    <p:extLst>
      <p:ext uri="{BB962C8B-B14F-4D97-AF65-F5344CB8AC3E}">
        <p14:creationId xmlns:p14="http://schemas.microsoft.com/office/powerpoint/2010/main" val="1901729177"/>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4" name="TekstSylinder 3">
            <a:extLst>
              <a:ext uri="{FF2B5EF4-FFF2-40B4-BE49-F238E27FC236}">
                <a16:creationId xmlns:a16="http://schemas.microsoft.com/office/drawing/2014/main" id="{6730D5C2-6749-4EAC-924D-1FDFF40626F5}"/>
              </a:ext>
            </a:extLst>
          </p:cNvPr>
          <p:cNvSpPr txBox="1"/>
          <p:nvPr/>
        </p:nvSpPr>
        <p:spPr>
          <a:xfrm>
            <a:off x="1444450" y="1700783"/>
            <a:ext cx="10369152" cy="3970318"/>
          </a:xfrm>
          <a:prstGeom prst="rect">
            <a:avLst/>
          </a:prstGeom>
          <a:solidFill>
            <a:schemeClr val="bg1"/>
          </a:solidFill>
        </p:spPr>
        <p:txBody>
          <a:bodyPr wrap="square" rtlCol="0">
            <a:spAutoFit/>
          </a:bodyPr>
          <a:lstStyle/>
          <a:p>
            <a:r>
              <a:rPr lang="nb-NO" dirty="0"/>
              <a:t>3.9: Trinnvurdering jf. § 7.5 </a:t>
            </a:r>
          </a:p>
          <a:p>
            <a:r>
              <a:rPr lang="nb-NO" dirty="0"/>
              <a:t>Eleven skal, med utgangspunkt i sine prestasjoner, ta stilling til i hvilken grad målet for trinnet er nådd og om grunnlaget for videre opplæring er tilstrekkelig. Læreren skal gi eleven en tilråding i spørsmålet om eleven har den kompetansen som er nødvendig for å få et godt utbytte av opplæringen i neste trinn. Trinnvurderingen skal vare 45 minutter og inneholde før- og </a:t>
            </a:r>
            <a:r>
              <a:rPr lang="nb-NO" dirty="0" err="1"/>
              <a:t>ettersamtale</a:t>
            </a:r>
            <a:r>
              <a:rPr lang="nb-NO" dirty="0"/>
              <a:t>, i tillegg til praktisk kjøring. </a:t>
            </a:r>
          </a:p>
          <a:p>
            <a:r>
              <a:rPr lang="nb-NO" dirty="0"/>
              <a:t>Hensikten med før- og ettersamtalen er å veilede eleven i forhold til faglig ståsted og videre læreprosess. Samtidig skal vurderingen bidra til å utvikle elevens selvinnsikt og evne til å vurdere egne sterke og svake sider.  </a:t>
            </a:r>
          </a:p>
          <a:p>
            <a:r>
              <a:rPr lang="nb-NO" dirty="0"/>
              <a:t>Eleven kan selv velge om lærerens tilrådning skal følges. Hvis læreren anbefaler at eleven skal øve mer i trinn 2 eller 3, stilles det ikke krav om ny trinnvurdering når denne øvingen er gjennomført. Først ved gjennomføring av den praktiske obligatoriske opplæringen kan en elev avvises. Forskrifta fastsetter at opplæringsinstitusjonen kan avvise eleven hvis det oppstår tvil om en elev har tilstrekkelige kjøreferdigheter til å gjennomføre den praktiske obligatoriske opplæringen på en meningsfull måte</a:t>
            </a:r>
          </a:p>
          <a:p>
            <a:endParaRPr lang="nb-NO" dirty="0"/>
          </a:p>
        </p:txBody>
      </p:sp>
    </p:spTree>
    <p:extLst>
      <p:ext uri="{BB962C8B-B14F-4D97-AF65-F5344CB8AC3E}">
        <p14:creationId xmlns:p14="http://schemas.microsoft.com/office/powerpoint/2010/main" val="3404227419"/>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arallellogram 2">
            <a:hlinkClick r:id="rId2" action="ppaction://hlinksldjump"/>
          </p:cNvPr>
          <p:cNvSpPr/>
          <p:nvPr/>
        </p:nvSpPr>
        <p:spPr>
          <a:xfrm>
            <a:off x="11103426" y="152613"/>
            <a:ext cx="936000" cy="6840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SKB</a:t>
            </a:r>
            <a:endParaRPr lang="nb-NO" sz="900" i="1" dirty="0">
              <a:solidFill>
                <a:schemeClr val="tx1"/>
              </a:solidFill>
            </a:endParaRPr>
          </a:p>
        </p:txBody>
      </p:sp>
      <p:sp>
        <p:nvSpPr>
          <p:cNvPr id="4" name="TekstSylinder 3"/>
          <p:cNvSpPr txBox="1"/>
          <p:nvPr/>
        </p:nvSpPr>
        <p:spPr>
          <a:xfrm>
            <a:off x="1271464" y="1556792"/>
            <a:ext cx="10369152" cy="4278094"/>
          </a:xfrm>
          <a:prstGeom prst="rect">
            <a:avLst/>
          </a:prstGeom>
          <a:solidFill>
            <a:schemeClr val="bg1"/>
          </a:solidFill>
        </p:spPr>
        <p:txBody>
          <a:bodyPr wrap="square" rtlCol="0">
            <a:spAutoFit/>
          </a:bodyPr>
          <a:lstStyle/>
          <a:p>
            <a:r>
              <a:rPr lang="nb-NO" sz="1600" dirty="0"/>
              <a:t>Mål for sikkerhetskurs på øvingsbane, jf. § 11-7</a:t>
            </a:r>
          </a:p>
          <a:p>
            <a:r>
              <a:rPr lang="nb-NO" sz="1600" dirty="0"/>
              <a:t>Eleven skal gjennom opplevelse og erfaring videreutvikle sin kompetanse i å opptre slik at ulykker unngås. </a:t>
            </a:r>
          </a:p>
          <a:p>
            <a:r>
              <a:rPr lang="nb-NO" sz="1600" dirty="0"/>
              <a:t>Eleven skal lære å sikre personer og gods i bil og forstå hvordan bilens bremse- og styremuligheter påvirkes av førerens kjøremåte og bilens utrustning. </a:t>
            </a:r>
          </a:p>
          <a:p>
            <a:r>
              <a:rPr lang="nb-NO" sz="1600" dirty="0"/>
              <a:t>Eleven skal</a:t>
            </a:r>
          </a:p>
          <a:p>
            <a:pPr marL="342900" indent="-342900">
              <a:buAutoNum type="arabicPeriod"/>
            </a:pPr>
            <a:r>
              <a:rPr lang="nb-NO" sz="1600" dirty="0"/>
              <a:t>kjenne til kursets mål og organisering, og bli bevisst og sette ord på egne forventninger og mål</a:t>
            </a:r>
          </a:p>
          <a:p>
            <a:pPr marL="342900" indent="-342900">
              <a:buAutoNum type="arabicPeriod"/>
            </a:pPr>
            <a:r>
              <a:rPr lang="nb-NO" sz="1600" dirty="0"/>
              <a:t>forstå betydningen av å sikre personer og last i eller på bil ved å </a:t>
            </a:r>
          </a:p>
          <a:p>
            <a:pPr marL="800100" lvl="1" indent="-342900">
              <a:buFont typeface="+mj-lt"/>
              <a:buAutoNum type="alphaLcParenR"/>
            </a:pPr>
            <a:r>
              <a:rPr lang="nb-NO" sz="1600" dirty="0"/>
              <a:t>oppleve hvordan løse gjenstander påvirkes og tilegne seg kunnskap om hvilke krefter en person utsettes for ved bråstopp</a:t>
            </a:r>
          </a:p>
          <a:p>
            <a:pPr marL="800100" lvl="1" indent="-342900">
              <a:buFont typeface="+mj-lt"/>
              <a:buAutoNum type="alphaLcParenR"/>
            </a:pPr>
            <a:r>
              <a:rPr lang="nb-NO" sz="1600" dirty="0"/>
              <a:t>tilegne seg kunnskap om og øve på å sikre barn, voksne, last og gjenstander</a:t>
            </a:r>
          </a:p>
          <a:p>
            <a:r>
              <a:rPr lang="nb-NO" sz="1600" dirty="0"/>
              <a:t>3.     videreutvikle sin kompetanse til å ha kontroll over bilen ved å </a:t>
            </a:r>
          </a:p>
          <a:p>
            <a:r>
              <a:rPr lang="nb-NO" sz="1600" dirty="0"/>
              <a:t>	 a)   oppleve hvordan fart, kjøremåte, førerstøttesystem, dekk og tilgjengelig veggrep virker inn på bilens bremse- og 		        styremuligheter</a:t>
            </a:r>
          </a:p>
          <a:p>
            <a:r>
              <a:rPr lang="nb-NO" sz="1600" dirty="0"/>
              <a:t>	  b)  oppleve krisesituasjoner og bli bevisst egne reaksjoner </a:t>
            </a:r>
          </a:p>
          <a:p>
            <a:r>
              <a:rPr lang="nb-NO" sz="1600" dirty="0"/>
              <a:t>4.     reflektere over sine erfaringer og opplevelser ved å </a:t>
            </a:r>
          </a:p>
          <a:p>
            <a:r>
              <a:rPr lang="nb-NO" sz="1600" dirty="0"/>
              <a:t>	  a)   dele disse med medelever og lærere </a:t>
            </a:r>
          </a:p>
          <a:p>
            <a:r>
              <a:rPr lang="nb-NO" sz="1600" dirty="0"/>
              <a:t>	  b)   vurdere egne sterke og svake sider som bilfører og velge ut områder med utviklings   muligheter</a:t>
            </a:r>
          </a:p>
        </p:txBody>
      </p:sp>
    </p:spTree>
    <p:extLst>
      <p:ext uri="{BB962C8B-B14F-4D97-AF65-F5344CB8AC3E}">
        <p14:creationId xmlns:p14="http://schemas.microsoft.com/office/powerpoint/2010/main" val="700263812"/>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15480" y="1628775"/>
            <a:ext cx="10369152" cy="4524315"/>
          </a:xfrm>
          <a:prstGeom prst="rect">
            <a:avLst/>
          </a:prstGeom>
          <a:solidFill>
            <a:schemeClr val="bg1"/>
          </a:solidFill>
        </p:spPr>
        <p:txBody>
          <a:bodyPr wrap="square" rtlCol="0">
            <a:spAutoFit/>
          </a:bodyPr>
          <a:lstStyle/>
          <a:p>
            <a:r>
              <a:rPr lang="nb-NO" b="1" dirty="0"/>
              <a:t>3.10.1 Mål, organisering og forventninger </a:t>
            </a:r>
          </a:p>
          <a:p>
            <a:pPr marL="285750" indent="-285750">
              <a:buFont typeface="Arial" panose="020B0604020202020204" pitchFamily="34" charset="0"/>
              <a:buChar char="•"/>
            </a:pPr>
            <a:r>
              <a:rPr lang="nb-NO" dirty="0"/>
              <a:t>Aktuelt innhold - Introduksjon og organisering - Egne forventninger og mål - Kursmål og arbeidsoppgaver</a:t>
            </a:r>
          </a:p>
          <a:p>
            <a:pPr marL="285750" indent="-285750">
              <a:buFont typeface="Arial" panose="020B0604020202020204" pitchFamily="34" charset="0"/>
              <a:buChar char="•"/>
            </a:pPr>
            <a:endParaRPr lang="nb-NO" dirty="0"/>
          </a:p>
          <a:p>
            <a:r>
              <a:rPr lang="nb-NO" b="1" dirty="0"/>
              <a:t>3.10.2 Sikring av personer og last</a:t>
            </a:r>
          </a:p>
          <a:p>
            <a:pPr marL="285750" indent="-285750">
              <a:buFont typeface="Arial" panose="020B0604020202020204" pitchFamily="34" charset="0"/>
              <a:buChar char="•"/>
            </a:pPr>
            <a:r>
              <a:rPr lang="nb-NO" dirty="0"/>
              <a:t>Aktuelt innhold - Utløste krefter ved bråstopp og fartens betydning for skadeomfanget - Bilens passive sikkerhet - Riktig bruk av bilbelte og hodestøtte - Sikring av barn i egnet sikringsutstyr - Plassering og sikring av last og gjenstander i og på bil</a:t>
            </a:r>
          </a:p>
          <a:p>
            <a:pPr marL="285750" indent="-285750">
              <a:buFont typeface="Arial" panose="020B0604020202020204" pitchFamily="34" charset="0"/>
              <a:buChar char="•"/>
            </a:pPr>
            <a:endParaRPr lang="nb-NO" dirty="0"/>
          </a:p>
          <a:p>
            <a:r>
              <a:rPr lang="nb-NO" b="1" dirty="0"/>
              <a:t>3.10.3 Førerens grad av kontroll over kjøretøyet </a:t>
            </a:r>
          </a:p>
          <a:p>
            <a:pPr marL="285750" indent="-285750">
              <a:buFont typeface="Arial" panose="020B0604020202020204" pitchFamily="34" charset="0"/>
              <a:buChar char="•"/>
            </a:pPr>
            <a:r>
              <a:rPr lang="nb-NO" dirty="0"/>
              <a:t>Aktuelt innhold - Utforsking av øvingsområdet og arbeid med elevoppgavene - Bremsestrekninger ved ulik fart og med ulik friksjon - Førerstøttesystemer - Bevegelige hinder for å skape situasjoner og opplevelser - Bevisstgjøring av elevenes handlings- og reaksjonsmønster – Kjøreprosessen</a:t>
            </a:r>
          </a:p>
          <a:p>
            <a:pPr marL="285750" indent="-285750">
              <a:buFont typeface="Arial" panose="020B0604020202020204" pitchFamily="34" charset="0"/>
              <a:buChar char="•"/>
            </a:pPr>
            <a:endParaRPr lang="nb-NO" dirty="0"/>
          </a:p>
          <a:p>
            <a:r>
              <a:rPr lang="nb-NO" b="1" dirty="0"/>
              <a:t>3.10.4 Refleksjon og oppsummering </a:t>
            </a:r>
          </a:p>
          <a:p>
            <a:pPr marL="285750" indent="-285750">
              <a:buFont typeface="Arial" panose="020B0604020202020204" pitchFamily="34" charset="0"/>
              <a:buChar char="•"/>
            </a:pPr>
            <a:r>
              <a:rPr lang="nb-NO" dirty="0"/>
              <a:t>Aktuelt innhold - Refleksjon og erfaringsdeling - Vurdering av kjørekompetanse - Egne mål og forventninger - Kursmålet</a:t>
            </a:r>
          </a:p>
        </p:txBody>
      </p:sp>
    </p:spTree>
    <p:extLst>
      <p:ext uri="{BB962C8B-B14F-4D97-AF65-F5344CB8AC3E}">
        <p14:creationId xmlns:p14="http://schemas.microsoft.com/office/powerpoint/2010/main" val="891107992"/>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a:extLst>
              <a:ext uri="{FF2B5EF4-FFF2-40B4-BE49-F238E27FC236}">
                <a16:creationId xmlns:a16="http://schemas.microsoft.com/office/drawing/2014/main" id="{278E8FEB-B47D-4405-90D2-B0C735BD896A}"/>
              </a:ext>
            </a:extLst>
          </p:cNvPr>
          <p:cNvSpPr txBox="1"/>
          <p:nvPr/>
        </p:nvSpPr>
        <p:spPr>
          <a:xfrm>
            <a:off x="1444450" y="2420888"/>
            <a:ext cx="8972030" cy="1200329"/>
          </a:xfrm>
          <a:prstGeom prst="rect">
            <a:avLst/>
          </a:prstGeom>
          <a:noFill/>
        </p:spPr>
        <p:txBody>
          <a:bodyPr wrap="square" rtlCol="0">
            <a:spAutoFit/>
          </a:bodyPr>
          <a:lstStyle/>
          <a:p>
            <a:r>
              <a:rPr lang="nb-NO"/>
              <a:t>Eleven skal gjennom opplevelse og erfaring videreutvikle sin kompetanse i å opptre slik at ulykker unngås. </a:t>
            </a:r>
          </a:p>
          <a:p>
            <a:r>
              <a:rPr lang="nb-NO"/>
              <a:t>Eleven skal lære å sikre personer og gods i bil og forstå hvordan bilens bremse- og styremuligheter påvirkes av førerens kjøremåte og bilens utrustning. </a:t>
            </a:r>
            <a:endParaRPr lang="nb-NO" dirty="0"/>
          </a:p>
        </p:txBody>
      </p:sp>
    </p:spTree>
    <p:extLst>
      <p:ext uri="{BB962C8B-B14F-4D97-AF65-F5344CB8AC3E}">
        <p14:creationId xmlns:p14="http://schemas.microsoft.com/office/powerpoint/2010/main" val="994991973"/>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Tree>
    <p:extLst>
      <p:ext uri="{BB962C8B-B14F-4D97-AF65-F5344CB8AC3E}">
        <p14:creationId xmlns:p14="http://schemas.microsoft.com/office/powerpoint/2010/main" val="280232286"/>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4" name="TekstSylinder 3">
            <a:extLst>
              <a:ext uri="{FF2B5EF4-FFF2-40B4-BE49-F238E27FC236}">
                <a16:creationId xmlns:a16="http://schemas.microsoft.com/office/drawing/2014/main" id="{0DE59BD6-C34A-44EB-9E5D-6C3EFF652B78}"/>
              </a:ext>
            </a:extLst>
          </p:cNvPr>
          <p:cNvSpPr txBox="1"/>
          <p:nvPr/>
        </p:nvSpPr>
        <p:spPr>
          <a:xfrm>
            <a:off x="1559496" y="2348880"/>
            <a:ext cx="9145016" cy="504056"/>
          </a:xfrm>
          <a:prstGeom prst="rect">
            <a:avLst/>
          </a:prstGeom>
          <a:noFill/>
        </p:spPr>
        <p:txBody>
          <a:bodyPr wrap="square" rtlCol="0">
            <a:spAutoFit/>
          </a:bodyPr>
          <a:lstStyle/>
          <a:p>
            <a:endParaRPr lang="nb-NO" dirty="0"/>
          </a:p>
        </p:txBody>
      </p:sp>
      <p:sp>
        <p:nvSpPr>
          <p:cNvPr id="5" name="TekstSylinder 4">
            <a:extLst>
              <a:ext uri="{FF2B5EF4-FFF2-40B4-BE49-F238E27FC236}">
                <a16:creationId xmlns:a16="http://schemas.microsoft.com/office/drawing/2014/main" id="{95EB0427-F78A-4B2A-B208-36A604BAFF84}"/>
              </a:ext>
            </a:extLst>
          </p:cNvPr>
          <p:cNvSpPr txBox="1"/>
          <p:nvPr/>
        </p:nvSpPr>
        <p:spPr>
          <a:xfrm>
            <a:off x="1523492" y="2348880"/>
            <a:ext cx="9145016" cy="504056"/>
          </a:xfrm>
          <a:prstGeom prst="rect">
            <a:avLst/>
          </a:prstGeom>
          <a:noFill/>
        </p:spPr>
        <p:txBody>
          <a:bodyPr wrap="square" rtlCol="0">
            <a:spAutoFit/>
          </a:bodyPr>
          <a:lstStyle/>
          <a:p>
            <a:endParaRPr lang="nb-NO" dirty="0"/>
          </a:p>
        </p:txBody>
      </p:sp>
      <p:sp>
        <p:nvSpPr>
          <p:cNvPr id="3" name="TekstSylinder 2">
            <a:extLst>
              <a:ext uri="{FF2B5EF4-FFF2-40B4-BE49-F238E27FC236}">
                <a16:creationId xmlns:a16="http://schemas.microsoft.com/office/drawing/2014/main" id="{D4326EA1-95BD-4763-856D-76201695D7C7}"/>
              </a:ext>
            </a:extLst>
          </p:cNvPr>
          <p:cNvSpPr txBox="1"/>
          <p:nvPr/>
        </p:nvSpPr>
        <p:spPr>
          <a:xfrm>
            <a:off x="1444450" y="2492896"/>
            <a:ext cx="5803678" cy="1477328"/>
          </a:xfrm>
          <a:prstGeom prst="rect">
            <a:avLst/>
          </a:prstGeom>
          <a:noFill/>
        </p:spPr>
        <p:txBody>
          <a:bodyPr wrap="square" rtlCol="0">
            <a:spAutoFit/>
          </a:bodyPr>
          <a:lstStyle/>
          <a:p>
            <a:r>
              <a:rPr lang="nb-NO" dirty="0">
                <a:solidFill>
                  <a:srgbClr val="080808"/>
                </a:solidFill>
              </a:rPr>
              <a:t>Det skal gjennom opplevelse og erfaring:</a:t>
            </a:r>
          </a:p>
          <a:p>
            <a:pPr marL="342900" indent="-342900">
              <a:buFont typeface="Arial" pitchFamily="34" charset="0"/>
              <a:buChar char="•"/>
            </a:pPr>
            <a:r>
              <a:rPr lang="nb-NO" dirty="0">
                <a:solidFill>
                  <a:srgbClr val="080808"/>
                </a:solidFill>
              </a:rPr>
              <a:t>Videreutvikle det du har lært</a:t>
            </a:r>
          </a:p>
          <a:p>
            <a:pPr marL="342900" indent="-342900">
              <a:buFont typeface="Arial" pitchFamily="34" charset="0"/>
              <a:buChar char="•"/>
            </a:pPr>
            <a:r>
              <a:rPr lang="nb-NO" dirty="0">
                <a:solidFill>
                  <a:srgbClr val="080808"/>
                </a:solidFill>
              </a:rPr>
              <a:t>Oppføre deg slik at ulykker unngås</a:t>
            </a:r>
          </a:p>
          <a:p>
            <a:pPr marL="342900" indent="-342900">
              <a:buFont typeface="Arial" pitchFamily="34" charset="0"/>
              <a:buChar char="•"/>
            </a:pPr>
            <a:r>
              <a:rPr lang="nb-NO" dirty="0">
                <a:solidFill>
                  <a:srgbClr val="080808"/>
                </a:solidFill>
              </a:rPr>
              <a:t>Sikre personer og gods</a:t>
            </a:r>
          </a:p>
          <a:p>
            <a:pPr marL="342900" indent="-342900">
              <a:buFont typeface="Arial" pitchFamily="34" charset="0"/>
              <a:buChar char="•"/>
            </a:pPr>
            <a:r>
              <a:rPr lang="nb-NO" dirty="0">
                <a:solidFill>
                  <a:srgbClr val="080808"/>
                </a:solidFill>
              </a:rPr>
              <a:t>Forstå din egen og bilens begrensninger</a:t>
            </a:r>
          </a:p>
        </p:txBody>
      </p:sp>
    </p:spTree>
    <p:extLst>
      <p:ext uri="{BB962C8B-B14F-4D97-AF65-F5344CB8AC3E}">
        <p14:creationId xmlns:p14="http://schemas.microsoft.com/office/powerpoint/2010/main" val="2367078982"/>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pic>
        <p:nvPicPr>
          <p:cNvPr id="6" name="Bilde 5" descr="Et bilde som inneholder tekst, kart&#10;&#10;Beskrivelse som er generert med svært høy visshet">
            <a:extLst>
              <a:ext uri="{FF2B5EF4-FFF2-40B4-BE49-F238E27FC236}">
                <a16:creationId xmlns:a16="http://schemas.microsoft.com/office/drawing/2014/main" id="{28ECA56B-E470-40C3-B276-7F6BEFEB75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99456" y="1719272"/>
            <a:ext cx="10059804" cy="3658111"/>
          </a:xfrm>
          <a:prstGeom prst="rect">
            <a:avLst/>
          </a:prstGeom>
        </p:spPr>
      </p:pic>
    </p:spTree>
    <p:extLst>
      <p:ext uri="{BB962C8B-B14F-4D97-AF65-F5344CB8AC3E}">
        <p14:creationId xmlns:p14="http://schemas.microsoft.com/office/powerpoint/2010/main" val="80857016"/>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a:extLst>
              <a:ext uri="{FF2B5EF4-FFF2-40B4-BE49-F238E27FC236}">
                <a16:creationId xmlns:a16="http://schemas.microsoft.com/office/drawing/2014/main" id="{F7A46A11-C458-4147-A3C1-7774D2CB450D}"/>
              </a:ext>
            </a:extLst>
          </p:cNvPr>
          <p:cNvSpPr txBox="1"/>
          <p:nvPr/>
        </p:nvSpPr>
        <p:spPr>
          <a:xfrm>
            <a:off x="1343472" y="1916832"/>
            <a:ext cx="9937104" cy="1477328"/>
          </a:xfrm>
          <a:prstGeom prst="rect">
            <a:avLst/>
          </a:prstGeom>
          <a:noFill/>
        </p:spPr>
        <p:txBody>
          <a:bodyPr wrap="square" rtlCol="0">
            <a:spAutoFit/>
          </a:bodyPr>
          <a:lstStyle/>
          <a:p>
            <a:r>
              <a:rPr lang="nb-NO" dirty="0"/>
              <a:t>Viktig at eleven er i stand til gjennom opplevelse og erfaring videreutvikle sin kompetanse i å opptre slik at ulykker unngås og kan sette ord på dette under refleksjonen. </a:t>
            </a:r>
          </a:p>
          <a:p>
            <a:r>
              <a:rPr lang="nb-NO" dirty="0"/>
              <a:t>Samtidig må eleven vår i stand til å sikre personer og gods i bil og forstå hvordan bilens bremse- og styremuligheter påvirkes av førerens kjøremåte og bilens utrustning. </a:t>
            </a:r>
          </a:p>
          <a:p>
            <a:endParaRPr lang="nb-NO" dirty="0"/>
          </a:p>
        </p:txBody>
      </p:sp>
    </p:spTree>
    <p:extLst>
      <p:ext uri="{BB962C8B-B14F-4D97-AF65-F5344CB8AC3E}">
        <p14:creationId xmlns:p14="http://schemas.microsoft.com/office/powerpoint/2010/main" val="118649212"/>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631950" y="1340768"/>
            <a:ext cx="10369152" cy="3970318"/>
          </a:xfrm>
          <a:prstGeom prst="rect">
            <a:avLst/>
          </a:prstGeom>
          <a:solidFill>
            <a:schemeClr val="bg1"/>
          </a:solidFill>
        </p:spPr>
        <p:txBody>
          <a:bodyPr wrap="square" rtlCol="0">
            <a:spAutoFit/>
          </a:bodyPr>
          <a:lstStyle/>
          <a:p>
            <a:r>
              <a:rPr lang="nb-NO" b="1" dirty="0"/>
              <a:t>§ 11-9.Kursmål for sikkerhetskurs på veg - klasse B</a:t>
            </a:r>
          </a:p>
          <a:p>
            <a:r>
              <a:rPr lang="nb-NO" dirty="0"/>
              <a:t>Eleven skal gjennom opplevelse og erfaring videreutvikle sin kompetanse i å opptre slik at ulykker unngås.</a:t>
            </a:r>
          </a:p>
          <a:p>
            <a:r>
              <a:rPr lang="nb-NO" dirty="0"/>
              <a:t>Eleven skal videreutvikle evne til refleksjon, til å ta andres perspektiv og til å velge kjøremåter med lav risiko.</a:t>
            </a:r>
          </a:p>
          <a:p>
            <a:endParaRPr lang="nb-NO" dirty="0"/>
          </a:p>
          <a:p>
            <a:r>
              <a:rPr lang="nb-NO" b="1" dirty="0"/>
              <a:t>Hovedmål for opplæringen  jf. § 11-1</a:t>
            </a:r>
          </a:p>
          <a:p>
            <a:r>
              <a:rPr lang="nb-NO" dirty="0"/>
              <a:t>Etter å ha gjennomført trafikkopplæringen i klasse B skal eleven ha den kompetansen som er nødvendig for å kjøre bil på en ansvarlig måte. Eleven skal ha de kunnskaper og ferdigheter, den selvinnsikt og risikoforståelse, som er nødvendig for å kjøre på en måte som</a:t>
            </a:r>
          </a:p>
          <a:p>
            <a:endParaRPr lang="nb-NO" dirty="0"/>
          </a:p>
          <a:p>
            <a:pPr marL="285750" indent="-285750">
              <a:buFont typeface="Arial" panose="020B0604020202020204" pitchFamily="34" charset="0"/>
              <a:buChar char="•"/>
            </a:pPr>
            <a:r>
              <a:rPr lang="nb-NO" b="1" dirty="0"/>
              <a:t>er trafikksikker </a:t>
            </a:r>
          </a:p>
          <a:p>
            <a:pPr marL="285750" indent="-285750">
              <a:buFont typeface="Arial" panose="020B0604020202020204" pitchFamily="34" charset="0"/>
              <a:buChar char="•"/>
            </a:pPr>
            <a:r>
              <a:rPr lang="nb-NO" b="1" dirty="0"/>
              <a:t>gir god samhandling</a:t>
            </a:r>
          </a:p>
          <a:p>
            <a:pPr marL="285750" indent="-285750">
              <a:buFont typeface="Arial" panose="020B0604020202020204" pitchFamily="34" charset="0"/>
              <a:buChar char="•"/>
            </a:pPr>
            <a:r>
              <a:rPr lang="nb-NO" b="1" dirty="0"/>
              <a:t>fører til god trafikkavvikling </a:t>
            </a:r>
          </a:p>
          <a:p>
            <a:pPr marL="285750" indent="-285750">
              <a:buFont typeface="Arial" panose="020B0604020202020204" pitchFamily="34" charset="0"/>
              <a:buChar char="•"/>
            </a:pPr>
            <a:r>
              <a:rPr lang="nb-NO" b="1" dirty="0"/>
              <a:t>tar hensyn til helse, miljø og andres behov </a:t>
            </a:r>
          </a:p>
          <a:p>
            <a:pPr marL="285750" indent="-285750">
              <a:buFont typeface="Arial" panose="020B0604020202020204" pitchFamily="34" charset="0"/>
              <a:buChar char="•"/>
            </a:pPr>
            <a:r>
              <a:rPr lang="nb-NO" b="1" dirty="0"/>
              <a:t>er i samsvar med gjeldende regelverk </a:t>
            </a:r>
          </a:p>
        </p:txBody>
      </p:sp>
    </p:spTree>
    <p:extLst>
      <p:ext uri="{BB962C8B-B14F-4D97-AF65-F5344CB8AC3E}">
        <p14:creationId xmlns:p14="http://schemas.microsoft.com/office/powerpoint/2010/main" val="1486802097"/>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rallellogram 1">
            <a:hlinkClick r:id="rId2" action="ppaction://hlinksldjump"/>
          </p:cNvPr>
          <p:cNvSpPr/>
          <p:nvPr/>
        </p:nvSpPr>
        <p:spPr>
          <a:xfrm>
            <a:off x="300038" y="152613"/>
            <a:ext cx="1368000" cy="6840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nb-NO" sz="900" dirty="0">
                <a:solidFill>
                  <a:schemeClr val="tx1"/>
                </a:solidFill>
              </a:rPr>
              <a:t>Bilkjøringens risiko </a:t>
            </a:r>
          </a:p>
        </p:txBody>
      </p:sp>
      <p:sp>
        <p:nvSpPr>
          <p:cNvPr id="3" name="TekstSylinder 2"/>
          <p:cNvSpPr txBox="1"/>
          <p:nvPr/>
        </p:nvSpPr>
        <p:spPr>
          <a:xfrm>
            <a:off x="1444450" y="1700783"/>
            <a:ext cx="10369152" cy="3139321"/>
          </a:xfrm>
          <a:prstGeom prst="rect">
            <a:avLst/>
          </a:prstGeom>
          <a:solidFill>
            <a:schemeClr val="bg1"/>
          </a:solidFill>
        </p:spPr>
        <p:txBody>
          <a:bodyPr wrap="square" rtlCol="0">
            <a:spAutoFit/>
          </a:bodyPr>
          <a:lstStyle/>
          <a:p>
            <a:r>
              <a:rPr lang="nb-NO" dirty="0"/>
              <a:t>Eleven skal</a:t>
            </a:r>
          </a:p>
          <a:p>
            <a:pPr marL="342900" indent="-342900">
              <a:buAutoNum type="arabicPeriod"/>
            </a:pPr>
            <a:r>
              <a:rPr lang="nb-NO" dirty="0"/>
              <a:t>ha forståelse for bilkjøringens risiko ved å</a:t>
            </a:r>
          </a:p>
          <a:p>
            <a:pPr marL="342900" indent="-342900">
              <a:buAutoNum type="alphaLcPeriod"/>
            </a:pPr>
            <a:r>
              <a:rPr lang="nb-NO" dirty="0"/>
              <a:t>Kjenne kursets mål og organisering og sette ord på egne forventninger og mål </a:t>
            </a:r>
          </a:p>
          <a:p>
            <a:pPr marL="342900" indent="-342900">
              <a:buAutoNum type="alphaLcPeriod"/>
            </a:pPr>
            <a:r>
              <a:rPr lang="nb-NO" dirty="0"/>
              <a:t>drøfte begrepet kjøredyktighet </a:t>
            </a:r>
          </a:p>
          <a:p>
            <a:pPr marL="342900" indent="-342900">
              <a:buAutoNum type="alphaLcPeriod"/>
            </a:pPr>
            <a:r>
              <a:rPr lang="nb-NO" dirty="0"/>
              <a:t>kjenne til fordelingen av de alvorligste ulykkene i forhold til alder, kjønn og tidspunkt</a:t>
            </a:r>
          </a:p>
          <a:p>
            <a:pPr marL="342900" indent="-342900">
              <a:buAutoNum type="alphaLcPeriod"/>
            </a:pPr>
            <a:r>
              <a:rPr lang="nb-NO" dirty="0"/>
              <a:t>drøfte årsakene til de vanligste og alvorligste ungdomsulykkene og foreslå, argumentere for og ta stilling til effektive tiltak for å motvirke disse  </a:t>
            </a:r>
          </a:p>
          <a:p>
            <a:pPr marL="342900" indent="-342900">
              <a:buAutoNum type="alphaLcPeriod"/>
            </a:pPr>
            <a:r>
              <a:rPr lang="nb-NO" dirty="0"/>
              <a:t>identifisere og beskrive mulige risikofaktorer i en gitt trafikksituasjon, forklare hva risikoen består i og velge ut, beskrive og argumentere for en ønsket atferd  </a:t>
            </a:r>
          </a:p>
          <a:p>
            <a:pPr marL="342900" indent="-342900">
              <a:buAutoNum type="alphaLcPeriod"/>
            </a:pPr>
            <a:r>
              <a:rPr lang="nb-NO" dirty="0"/>
              <a:t>drøfte hvordan de selv påvirker og påvirkes av andre og være bevisst på sin personlige kjørestil med tanke på risiko og miljø</a:t>
            </a:r>
          </a:p>
        </p:txBody>
      </p:sp>
    </p:spTree>
    <p:extLst>
      <p:ext uri="{BB962C8B-B14F-4D97-AF65-F5344CB8AC3E}">
        <p14:creationId xmlns:p14="http://schemas.microsoft.com/office/powerpoint/2010/main" val="3076872313"/>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2862322"/>
          </a:xfrm>
          <a:prstGeom prst="rect">
            <a:avLst/>
          </a:prstGeom>
          <a:solidFill>
            <a:schemeClr val="bg1"/>
          </a:solidFill>
        </p:spPr>
        <p:txBody>
          <a:bodyPr wrap="square" rtlCol="0">
            <a:spAutoFit/>
          </a:bodyPr>
          <a:lstStyle/>
          <a:p>
            <a:r>
              <a:rPr lang="nb-NO" dirty="0"/>
              <a:t>4.1.1 Bilkjøringens risiko </a:t>
            </a:r>
          </a:p>
          <a:p>
            <a:r>
              <a:rPr lang="nb-NO" dirty="0"/>
              <a:t>Aktuelt innhold </a:t>
            </a:r>
          </a:p>
          <a:p>
            <a:pPr marL="285750" indent="-285750">
              <a:buFont typeface="Arial" panose="020B0604020202020204" pitchFamily="34" charset="0"/>
              <a:buChar char="•"/>
            </a:pPr>
            <a:r>
              <a:rPr lang="nb-NO" dirty="0"/>
              <a:t>Presentasjon og introduksjon av kurset</a:t>
            </a:r>
          </a:p>
          <a:p>
            <a:pPr marL="285750" indent="-285750">
              <a:buFont typeface="Arial" panose="020B0604020202020204" pitchFamily="34" charset="0"/>
              <a:buChar char="•"/>
            </a:pPr>
            <a:r>
              <a:rPr lang="nb-NO" dirty="0"/>
              <a:t>Kjøredyktighet, refleksjon og selvvurdering </a:t>
            </a:r>
          </a:p>
          <a:p>
            <a:pPr marL="285750" indent="-285750">
              <a:buFont typeface="Arial" panose="020B0604020202020204" pitchFamily="34" charset="0"/>
              <a:buChar char="•"/>
            </a:pPr>
            <a:r>
              <a:rPr lang="nb-NO" dirty="0"/>
              <a:t>Trafikkulykker, ulykkestyper, årsaker og tiltak </a:t>
            </a:r>
          </a:p>
          <a:p>
            <a:pPr marL="285750" indent="-285750">
              <a:buFont typeface="Arial" panose="020B0604020202020204" pitchFamily="34" charset="0"/>
              <a:buChar char="•"/>
            </a:pPr>
            <a:r>
              <a:rPr lang="nb-NO" dirty="0"/>
              <a:t>Sikringsutstyr i bil</a:t>
            </a:r>
          </a:p>
          <a:p>
            <a:pPr marL="285750" indent="-285750">
              <a:buFont typeface="Arial" panose="020B0604020202020204" pitchFamily="34" charset="0"/>
              <a:buChar char="•"/>
            </a:pPr>
            <a:r>
              <a:rPr lang="nb-NO" dirty="0"/>
              <a:t>Vurdering av risikomomenter i gitte trafikksituasjoner </a:t>
            </a:r>
          </a:p>
          <a:p>
            <a:pPr marL="285750" indent="-285750">
              <a:buFont typeface="Arial" panose="020B0604020202020204" pitchFamily="34" charset="0"/>
              <a:buChar char="•"/>
            </a:pPr>
            <a:r>
              <a:rPr lang="nb-NO" dirty="0"/>
              <a:t>Problemstillinger knyttet til normer, verdier, ansvar, gruppepress, selvstendighet og egne valg </a:t>
            </a:r>
          </a:p>
          <a:p>
            <a:pPr marL="285750" indent="-285750">
              <a:buFont typeface="Arial" panose="020B0604020202020204" pitchFamily="34" charset="0"/>
              <a:buChar char="•"/>
            </a:pPr>
            <a:r>
              <a:rPr lang="nb-NO" dirty="0"/>
              <a:t>Refleksjon og vurdering av egen kjøreatferd </a:t>
            </a:r>
          </a:p>
          <a:p>
            <a:pPr marL="285750" indent="-285750">
              <a:buFont typeface="Arial" panose="020B0604020202020204" pitchFamily="34" charset="0"/>
              <a:buChar char="•"/>
            </a:pPr>
            <a:r>
              <a:rPr lang="nb-NO" dirty="0"/>
              <a:t>Starte arbeid med planlegging av 4.1.3</a:t>
            </a:r>
          </a:p>
        </p:txBody>
      </p:sp>
    </p:spTree>
    <p:extLst>
      <p:ext uri="{BB962C8B-B14F-4D97-AF65-F5344CB8AC3E}">
        <p14:creationId xmlns:p14="http://schemas.microsoft.com/office/powerpoint/2010/main" val="3473391981"/>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p:cNvSpPr txBox="1"/>
          <p:nvPr/>
        </p:nvSpPr>
        <p:spPr>
          <a:xfrm>
            <a:off x="2207568" y="2276872"/>
            <a:ext cx="9217024" cy="369332"/>
          </a:xfrm>
          <a:prstGeom prst="rect">
            <a:avLst/>
          </a:prstGeom>
          <a:noFill/>
        </p:spPr>
        <p:txBody>
          <a:bodyPr wrap="square" rtlCol="0">
            <a:spAutoFit/>
          </a:bodyPr>
          <a:lstStyle/>
          <a:p>
            <a:endParaRPr lang="nb-NO" dirty="0"/>
          </a:p>
        </p:txBody>
      </p:sp>
      <p:sp>
        <p:nvSpPr>
          <p:cNvPr id="4" name="TekstSylinder 3"/>
          <p:cNvSpPr txBox="1"/>
          <p:nvPr/>
        </p:nvSpPr>
        <p:spPr>
          <a:xfrm>
            <a:off x="1631950" y="1727392"/>
            <a:ext cx="9073008" cy="923330"/>
          </a:xfrm>
          <a:prstGeom prst="rect">
            <a:avLst/>
          </a:prstGeom>
          <a:noFill/>
        </p:spPr>
        <p:txBody>
          <a:bodyPr wrap="square" rtlCol="0">
            <a:spAutoFit/>
          </a:bodyPr>
          <a:lstStyle/>
          <a:p>
            <a:r>
              <a:rPr lang="nb-NO" dirty="0"/>
              <a:t>Eleven må være på riktig nivå!</a:t>
            </a:r>
          </a:p>
          <a:p>
            <a:r>
              <a:rPr lang="nb-NO" dirty="0"/>
              <a:t>Han må mestre kjøring i ulike miljøer med god trafikal forståelse samt beherske kjøretøyet på en slik måte at han kan velge kjøring etter hovedmålet.</a:t>
            </a:r>
          </a:p>
        </p:txBody>
      </p:sp>
    </p:spTree>
    <p:extLst>
      <p:ext uri="{BB962C8B-B14F-4D97-AF65-F5344CB8AC3E}">
        <p14:creationId xmlns:p14="http://schemas.microsoft.com/office/powerpoint/2010/main" val="940451248"/>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p:cNvSpPr txBox="1"/>
          <p:nvPr/>
        </p:nvSpPr>
        <p:spPr>
          <a:xfrm>
            <a:off x="1631950" y="1706824"/>
            <a:ext cx="10368706" cy="2862322"/>
          </a:xfrm>
          <a:prstGeom prst="rect">
            <a:avLst/>
          </a:prstGeom>
          <a:noFill/>
        </p:spPr>
        <p:txBody>
          <a:bodyPr wrap="square" rtlCol="0">
            <a:spAutoFit/>
          </a:bodyPr>
          <a:lstStyle/>
          <a:p>
            <a:r>
              <a:rPr lang="nb-NO" dirty="0"/>
              <a:t>Veiledning/problemorientert undervisning</a:t>
            </a:r>
          </a:p>
          <a:p>
            <a:r>
              <a:rPr lang="nb-NO" dirty="0"/>
              <a:t>Demonstrasjon</a:t>
            </a:r>
          </a:p>
          <a:p>
            <a:r>
              <a:rPr lang="nb-NO" dirty="0"/>
              <a:t>Instruksjon</a:t>
            </a:r>
          </a:p>
          <a:p>
            <a:r>
              <a:rPr lang="nb-NO" dirty="0"/>
              <a:t>Spørrende</a:t>
            </a:r>
          </a:p>
          <a:p>
            <a:r>
              <a:rPr lang="nb-NO" dirty="0"/>
              <a:t>Refleksjon</a:t>
            </a:r>
          </a:p>
          <a:p>
            <a:r>
              <a:rPr lang="nb-NO" dirty="0"/>
              <a:t>Beherske og kunne kombinere ulike undervisningsmetoder ut i fra elevens forutsetninger</a:t>
            </a:r>
          </a:p>
          <a:p>
            <a:endParaRPr lang="nb-NO" dirty="0"/>
          </a:p>
          <a:p>
            <a:r>
              <a:rPr lang="nb-NO" dirty="0"/>
              <a:t>Lærer må også kunne, beskrive, beherske, demonstrere, veilede i: </a:t>
            </a:r>
          </a:p>
          <a:p>
            <a:r>
              <a:rPr lang="nb-NO" dirty="0"/>
              <a:t>God kjørestrategi. Se sammenhengen mellom begge sikkerhetskursene og trekke paralleller mellom begge kursene.</a:t>
            </a:r>
          </a:p>
        </p:txBody>
      </p:sp>
    </p:spTree>
    <p:extLst>
      <p:ext uri="{BB962C8B-B14F-4D97-AF65-F5344CB8AC3E}">
        <p14:creationId xmlns:p14="http://schemas.microsoft.com/office/powerpoint/2010/main" val="3812520676"/>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p:cNvSpPr txBox="1"/>
          <p:nvPr/>
        </p:nvSpPr>
        <p:spPr>
          <a:xfrm>
            <a:off x="2567608" y="2420888"/>
            <a:ext cx="184731" cy="369332"/>
          </a:xfrm>
          <a:prstGeom prst="rect">
            <a:avLst/>
          </a:prstGeom>
          <a:noFill/>
        </p:spPr>
        <p:txBody>
          <a:bodyPr wrap="none" rtlCol="0">
            <a:spAutoFit/>
          </a:bodyPr>
          <a:lstStyle/>
          <a:p>
            <a:endParaRPr lang="nb-NO" dirty="0"/>
          </a:p>
        </p:txBody>
      </p:sp>
      <p:sp>
        <p:nvSpPr>
          <p:cNvPr id="5" name="TekstSylinder 4"/>
          <p:cNvSpPr txBox="1"/>
          <p:nvPr/>
        </p:nvSpPr>
        <p:spPr>
          <a:xfrm>
            <a:off x="1440810" y="1676107"/>
            <a:ext cx="9873280" cy="2862322"/>
          </a:xfrm>
          <a:prstGeom prst="rect">
            <a:avLst/>
          </a:prstGeom>
          <a:noFill/>
        </p:spPr>
        <p:txBody>
          <a:bodyPr wrap="none" rtlCol="0">
            <a:spAutoFit/>
          </a:bodyPr>
          <a:lstStyle/>
          <a:p>
            <a:r>
              <a:rPr lang="nb-NO" dirty="0"/>
              <a:t>POU</a:t>
            </a:r>
          </a:p>
          <a:p>
            <a:r>
              <a:rPr lang="nb-NO" dirty="0"/>
              <a:t>Eks. på arbeidsoppgave: Du har fått en prøveperiode som budbilsjåfør. Hva må du mestre for å kunne </a:t>
            </a:r>
          </a:p>
          <a:p>
            <a:r>
              <a:rPr lang="nb-NO" dirty="0"/>
              <a:t>beholde jobben og hvilke forberedelser må du gjøre før du kan starte kjøringen?	</a:t>
            </a:r>
          </a:p>
          <a:p>
            <a:r>
              <a:rPr lang="nb-NO" dirty="0"/>
              <a:t>Gruppearbeid på 2-3</a:t>
            </a:r>
          </a:p>
          <a:p>
            <a:r>
              <a:rPr lang="nb-NO" dirty="0"/>
              <a:t>Tid: ca. 15 min.</a:t>
            </a:r>
          </a:p>
          <a:p>
            <a:endParaRPr lang="nb-NO" dirty="0"/>
          </a:p>
          <a:p>
            <a:r>
              <a:rPr lang="nb-NO" dirty="0"/>
              <a:t>Definere begrepet </a:t>
            </a:r>
            <a:r>
              <a:rPr lang="nb-NO" b="1" dirty="0"/>
              <a:t>risiko</a:t>
            </a:r>
            <a:r>
              <a:rPr lang="nb-NO" dirty="0"/>
              <a:t> (Sannsynlighet og konsekvens) og flett dette inn i elevenes besvarelser for å nå</a:t>
            </a:r>
          </a:p>
          <a:p>
            <a:r>
              <a:rPr lang="nb-NO" dirty="0"/>
              <a:t>Hovedmålene i opplæringen.</a:t>
            </a:r>
          </a:p>
          <a:p>
            <a:endParaRPr lang="nb-NO" dirty="0"/>
          </a:p>
          <a:p>
            <a:r>
              <a:rPr lang="nb-NO" dirty="0"/>
              <a:t>Eks. på oppgave fra 4t s.128</a:t>
            </a:r>
          </a:p>
        </p:txBody>
      </p:sp>
    </p:spTree>
    <p:extLst>
      <p:ext uri="{BB962C8B-B14F-4D97-AF65-F5344CB8AC3E}">
        <p14:creationId xmlns:p14="http://schemas.microsoft.com/office/powerpoint/2010/main" val="1432483964"/>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kstSylinder 2">
            <a:extLst>
              <a:ext uri="{FF2B5EF4-FFF2-40B4-BE49-F238E27FC236}">
                <a16:creationId xmlns:a16="http://schemas.microsoft.com/office/drawing/2014/main" id="{1D53BE40-CDDA-4F36-AD3A-238879F6E1C6}"/>
              </a:ext>
            </a:extLst>
          </p:cNvPr>
          <p:cNvSpPr txBox="1"/>
          <p:nvPr/>
        </p:nvSpPr>
        <p:spPr>
          <a:xfrm>
            <a:off x="1343472" y="2564904"/>
            <a:ext cx="10081120" cy="1477328"/>
          </a:xfrm>
          <a:prstGeom prst="rect">
            <a:avLst/>
          </a:prstGeom>
          <a:noFill/>
        </p:spPr>
        <p:txBody>
          <a:bodyPr wrap="square" rtlCol="0">
            <a:spAutoFit/>
          </a:bodyPr>
          <a:lstStyle/>
          <a:p>
            <a:r>
              <a:rPr lang="nb-NO" i="1" dirty="0"/>
              <a:t>«Eleven skal gjennomføre sikkerhetskurs på øvingsbane i samsvar med §§ 11-6 og 11-7. Kurset gjennomføres mot slutten av opplæringen i trinn 3</a:t>
            </a:r>
            <a:r>
              <a:rPr lang="nb-NO" dirty="0"/>
              <a:t>. Unntaksvis kan kurset gjennomføres i tilknytning til kjøring i landevegsmiljø eller til kjøring i variert trafikkmiljø i sikkerhetskurs på veg, jf. § 11-8 tredje og fjerde ledd, når dette kan være fordelaktig for eleven. </a:t>
            </a:r>
            <a:r>
              <a:rPr lang="nb-NO" i="1" dirty="0"/>
              <a:t>Det skal særlig tas hensyn til den totale undervisningsbelastningen og elevens læringsutbytte når undervisningen organiseres på denne måten.»</a:t>
            </a:r>
            <a:endParaRPr lang="nb-NO" dirty="0"/>
          </a:p>
        </p:txBody>
      </p:sp>
    </p:spTree>
    <p:extLst>
      <p:ext uri="{BB962C8B-B14F-4D97-AF65-F5344CB8AC3E}">
        <p14:creationId xmlns:p14="http://schemas.microsoft.com/office/powerpoint/2010/main" val="4029382189"/>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kstSylinder 2">
            <a:extLst>
              <a:ext uri="{FF2B5EF4-FFF2-40B4-BE49-F238E27FC236}">
                <a16:creationId xmlns:a16="http://schemas.microsoft.com/office/drawing/2014/main" id="{1DB94E72-615B-486A-8F26-30962DDA6D52}"/>
              </a:ext>
            </a:extLst>
          </p:cNvPr>
          <p:cNvSpPr txBox="1"/>
          <p:nvPr/>
        </p:nvSpPr>
        <p:spPr>
          <a:xfrm>
            <a:off x="1415480" y="1916832"/>
            <a:ext cx="10369152" cy="3693319"/>
          </a:xfrm>
          <a:prstGeom prst="rect">
            <a:avLst/>
          </a:prstGeom>
          <a:solidFill>
            <a:schemeClr val="bg1"/>
          </a:solidFill>
        </p:spPr>
        <p:txBody>
          <a:bodyPr wrap="square" rtlCol="0">
            <a:spAutoFit/>
          </a:bodyPr>
          <a:lstStyle/>
          <a:p>
            <a:r>
              <a:rPr lang="nb-NO" dirty="0"/>
              <a:t>Vi ønsker at eleven selv: </a:t>
            </a:r>
          </a:p>
          <a:p>
            <a:endParaRPr lang="nb-NO" dirty="0"/>
          </a:p>
          <a:p>
            <a:r>
              <a:rPr lang="nb-NO" dirty="0"/>
              <a:t>Har forståelse for bilkjøringens risiko</a:t>
            </a:r>
          </a:p>
          <a:p>
            <a:r>
              <a:rPr lang="nb-NO" dirty="0"/>
              <a:t>Kjenner kursets mål og organisering</a:t>
            </a:r>
          </a:p>
          <a:p>
            <a:r>
              <a:rPr lang="nb-NO" dirty="0"/>
              <a:t>Kjenner til begrepet kjøredyktighet </a:t>
            </a:r>
          </a:p>
          <a:p>
            <a:r>
              <a:rPr lang="nb-NO" dirty="0"/>
              <a:t>Kjenner til fordelingen av de alvorligste ulykkene i forhold til alder, kjønn og tidspunkt</a:t>
            </a:r>
          </a:p>
          <a:p>
            <a:r>
              <a:rPr lang="nb-NO" dirty="0"/>
              <a:t>Foreslår, argumentere for og ta stilling til effektive tiltak for å motvirke disse  </a:t>
            </a:r>
          </a:p>
          <a:p>
            <a:r>
              <a:rPr lang="nb-NO" dirty="0"/>
              <a:t>Forklarer hva risikoen består i og velge ut, beskrive og argumentere for en ønsket atferd  </a:t>
            </a:r>
          </a:p>
          <a:p>
            <a:r>
              <a:rPr lang="nb-NO" dirty="0"/>
              <a:t>Blir bevist hvordan de selv påvirker og påvirkes av andre og være bevisst på sin personlige kjørestil med tanke på risiko og miljø.</a:t>
            </a:r>
          </a:p>
          <a:p>
            <a:endParaRPr lang="nb-NO" dirty="0"/>
          </a:p>
          <a:p>
            <a:r>
              <a:rPr lang="nb-NO" dirty="0"/>
              <a:t>Dette i henhold til nivå 4 i GDE matrisen</a:t>
            </a:r>
          </a:p>
          <a:p>
            <a:r>
              <a:rPr lang="nb-NO" dirty="0"/>
              <a:t>Dette gjøres ved gjennomgang av målene, og at eleven tar stilling til målene.</a:t>
            </a:r>
          </a:p>
        </p:txBody>
      </p:sp>
    </p:spTree>
    <p:extLst>
      <p:ext uri="{BB962C8B-B14F-4D97-AF65-F5344CB8AC3E}">
        <p14:creationId xmlns:p14="http://schemas.microsoft.com/office/powerpoint/2010/main" val="4154141467"/>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kstSylinder 3"/>
          <p:cNvSpPr txBox="1"/>
          <p:nvPr/>
        </p:nvSpPr>
        <p:spPr>
          <a:xfrm>
            <a:off x="1444450" y="1700783"/>
            <a:ext cx="10369152" cy="3416320"/>
          </a:xfrm>
          <a:prstGeom prst="rect">
            <a:avLst/>
          </a:prstGeom>
          <a:solidFill>
            <a:schemeClr val="bg1"/>
          </a:solidFill>
        </p:spPr>
        <p:txBody>
          <a:bodyPr wrap="square" rtlCol="0">
            <a:spAutoFit/>
          </a:bodyPr>
          <a:lstStyle/>
          <a:p>
            <a:r>
              <a:rPr lang="nb-NO" dirty="0"/>
              <a:t>Eleven skal</a:t>
            </a:r>
          </a:p>
          <a:p>
            <a:r>
              <a:rPr lang="nb-NO" dirty="0"/>
              <a:t>2. videreutvikle sin kjørekompetanse i landevegsmiljø ved å </a:t>
            </a:r>
          </a:p>
          <a:p>
            <a:pPr marL="342900" indent="-342900">
              <a:buAutoNum type="alphaLcPeriod"/>
            </a:pPr>
            <a:r>
              <a:rPr lang="nb-NO" dirty="0"/>
              <a:t>øve på kjøring på landeveg med varierende standard </a:t>
            </a:r>
          </a:p>
          <a:p>
            <a:pPr marL="342900" indent="-342900">
              <a:buAutoNum type="alphaLcPeriod"/>
            </a:pPr>
            <a:r>
              <a:rPr lang="nb-NO" dirty="0"/>
              <a:t>identifisere og beskrive trafikkmiljøet, forutse og påpeke mulige risikomomenter og angi en hensiktsmessig kjøremåte fremover i tid </a:t>
            </a:r>
          </a:p>
          <a:p>
            <a:pPr marL="342900" indent="-342900">
              <a:buAutoNum type="alphaLcPeriod"/>
            </a:pPr>
            <a:r>
              <a:rPr lang="nb-NO" dirty="0"/>
              <a:t>anvende presis kjøreteknikk og videreutvikle en miljøvennlig og økonomisk kjøremåte</a:t>
            </a:r>
          </a:p>
          <a:p>
            <a:pPr marL="342900" indent="-342900">
              <a:buAutoNum type="alphaLcPeriod"/>
            </a:pPr>
            <a:r>
              <a:rPr lang="nb-NO" dirty="0"/>
              <a:t>oppleve og erfare situasjoner med særlig stor risiko ved inn- og/eller avkjøring fra større veg og vurdere og utvise hensiktsmessig atferd i slike situasjoner</a:t>
            </a:r>
          </a:p>
          <a:p>
            <a:pPr marL="342900" indent="-342900">
              <a:buAutoNum type="alphaLcPeriod"/>
            </a:pPr>
            <a:r>
              <a:rPr lang="nb-NO" dirty="0"/>
              <a:t>oppleve og erfare møtesituasjoner og å bli forbikjørt, og vurdere og utvise hensiktsmessig atferd og vilje til å ivareta egen og andres sikkerhet i slike situasjoner og ved vurdering av om egen forbikjøring kan gjennomføres eller ikke  </a:t>
            </a:r>
          </a:p>
          <a:p>
            <a:pPr marL="342900" indent="-342900">
              <a:buAutoNum type="alphaLcPeriod"/>
            </a:pPr>
            <a:r>
              <a:rPr lang="nb-NO" dirty="0"/>
              <a:t>skrive logg. </a:t>
            </a:r>
          </a:p>
        </p:txBody>
      </p:sp>
    </p:spTree>
    <p:extLst>
      <p:ext uri="{BB962C8B-B14F-4D97-AF65-F5344CB8AC3E}">
        <p14:creationId xmlns:p14="http://schemas.microsoft.com/office/powerpoint/2010/main" val="1179415833"/>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19"/>
          </a:xfrm>
          <a:prstGeom prst="rect">
            <a:avLst/>
          </a:prstGeom>
          <a:solidFill>
            <a:schemeClr val="bg1"/>
          </a:solidFill>
        </p:spPr>
        <p:txBody>
          <a:bodyPr wrap="square" rtlCol="0">
            <a:spAutoFit/>
          </a:bodyPr>
          <a:lstStyle/>
          <a:p>
            <a:r>
              <a:rPr lang="nb-NO" dirty="0"/>
              <a:t>4.1.2 Kjøring i landevegsmiljø </a:t>
            </a:r>
          </a:p>
          <a:p>
            <a:r>
              <a:rPr lang="nb-NO" dirty="0"/>
              <a:t>Aktuelt innhold</a:t>
            </a:r>
          </a:p>
          <a:p>
            <a:pPr marL="285750" indent="-285750">
              <a:buFont typeface="Arial" panose="020B0604020202020204" pitchFamily="34" charset="0"/>
              <a:buChar char="•"/>
            </a:pPr>
            <a:r>
              <a:rPr lang="nb-NO" dirty="0"/>
              <a:t>Lengre, sammenhengende kjøring på landeveg med varierende standard –</a:t>
            </a:r>
          </a:p>
          <a:p>
            <a:pPr marL="285750" indent="-285750">
              <a:buFont typeface="Arial" panose="020B0604020202020204" pitchFamily="34" charset="0"/>
              <a:buChar char="•"/>
            </a:pPr>
            <a:r>
              <a:rPr lang="nb-NO" dirty="0"/>
              <a:t>Motvirke risiko for utforkjøring</a:t>
            </a:r>
          </a:p>
          <a:p>
            <a:pPr marL="285750" indent="-285750">
              <a:buFont typeface="Arial" panose="020B0604020202020204" pitchFamily="34" charset="0"/>
              <a:buChar char="•"/>
            </a:pPr>
            <a:r>
              <a:rPr lang="nb-NO" dirty="0"/>
              <a:t>Kommenterende kjøring, beskrive det statiske og dynamiske veg- og trafikkmiljøet</a:t>
            </a:r>
          </a:p>
          <a:p>
            <a:pPr marL="285750" indent="-285750">
              <a:buFont typeface="Arial" panose="020B0604020202020204" pitchFamily="34" charset="0"/>
              <a:buChar char="•"/>
            </a:pPr>
            <a:r>
              <a:rPr lang="nb-NO" dirty="0"/>
              <a:t>Presis kjøreteknikk </a:t>
            </a:r>
          </a:p>
          <a:p>
            <a:pPr marL="285750" indent="-285750">
              <a:buFont typeface="Arial" panose="020B0604020202020204" pitchFamily="34" charset="0"/>
              <a:buChar char="•"/>
            </a:pPr>
            <a:r>
              <a:rPr lang="nb-NO" dirty="0"/>
              <a:t>Miljøvennlig og økonomisk kjøremåte</a:t>
            </a:r>
          </a:p>
          <a:p>
            <a:pPr marL="285750" indent="-285750">
              <a:buFont typeface="Arial" panose="020B0604020202020204" pitchFamily="34" charset="0"/>
              <a:buChar char="•"/>
            </a:pPr>
            <a:r>
              <a:rPr lang="nb-NO" dirty="0"/>
              <a:t>Inn/utkjøring større veg med særlige risikomomenter som stiller krav til risikovurderingen</a:t>
            </a:r>
          </a:p>
          <a:p>
            <a:pPr marL="285750" indent="-285750">
              <a:buFont typeface="Arial" panose="020B0604020202020204" pitchFamily="34" charset="0"/>
              <a:buChar char="•"/>
            </a:pPr>
            <a:r>
              <a:rPr lang="nb-NO" dirty="0"/>
              <a:t>Møtesituasjoner, planlegging av møtepunkt og reduksjon av risiko </a:t>
            </a:r>
          </a:p>
          <a:p>
            <a:pPr marL="285750" indent="-285750">
              <a:buFont typeface="Arial" panose="020B0604020202020204" pitchFamily="34" charset="0"/>
              <a:buChar char="•"/>
            </a:pPr>
            <a:r>
              <a:rPr lang="nb-NO" dirty="0"/>
              <a:t>Ta hensyn til trafikk som kommer bakfra, medvirkning ved forbikjøring</a:t>
            </a:r>
          </a:p>
          <a:p>
            <a:pPr marL="285750" indent="-285750">
              <a:buFont typeface="Arial" panose="020B0604020202020204" pitchFamily="34" charset="0"/>
              <a:buChar char="•"/>
            </a:pPr>
            <a:r>
              <a:rPr lang="nb-NO" dirty="0"/>
              <a:t>Vurderinger knyttet til mulig forbikjøring imot, å bli forbikjørt og til selv å skulle kjøre forbi</a:t>
            </a:r>
          </a:p>
          <a:p>
            <a:pPr marL="285750" indent="-285750">
              <a:buFont typeface="Arial" panose="020B0604020202020204" pitchFamily="34" charset="0"/>
              <a:buChar char="•"/>
            </a:pPr>
            <a:r>
              <a:rPr lang="nb-NO" dirty="0"/>
              <a:t>Skrive logg med opplevelser og erfaringer både underveis og ved avslutningen av denne delen som basis for neste del og avsluttende refleksjon og oppsummering av kurset </a:t>
            </a:r>
          </a:p>
        </p:txBody>
      </p:sp>
    </p:spTree>
    <p:extLst>
      <p:ext uri="{BB962C8B-B14F-4D97-AF65-F5344CB8AC3E}">
        <p14:creationId xmlns:p14="http://schemas.microsoft.com/office/powerpoint/2010/main" val="1773321149"/>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p:cNvSpPr txBox="1"/>
          <p:nvPr/>
        </p:nvSpPr>
        <p:spPr>
          <a:xfrm>
            <a:off x="1444450" y="1678722"/>
            <a:ext cx="9073008" cy="923330"/>
          </a:xfrm>
          <a:prstGeom prst="rect">
            <a:avLst/>
          </a:prstGeom>
          <a:noFill/>
        </p:spPr>
        <p:txBody>
          <a:bodyPr wrap="square" rtlCol="0">
            <a:spAutoFit/>
          </a:bodyPr>
          <a:lstStyle/>
          <a:p>
            <a:r>
              <a:rPr lang="nb-NO" dirty="0"/>
              <a:t>Eleven må være på riktig nivå!</a:t>
            </a:r>
          </a:p>
          <a:p>
            <a:r>
              <a:rPr lang="nb-NO" dirty="0"/>
              <a:t>Han må mestre kjøring i ulike miljøer med god trafikal forståelse samt beherske kjøretøyet på en slik måte at han kan velge kjøring etter hovedmålet.</a:t>
            </a:r>
          </a:p>
        </p:txBody>
      </p:sp>
    </p:spTree>
    <p:extLst>
      <p:ext uri="{BB962C8B-B14F-4D97-AF65-F5344CB8AC3E}">
        <p14:creationId xmlns:p14="http://schemas.microsoft.com/office/powerpoint/2010/main" val="11649625"/>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p:cNvSpPr txBox="1"/>
          <p:nvPr/>
        </p:nvSpPr>
        <p:spPr>
          <a:xfrm>
            <a:off x="2063552" y="2070115"/>
            <a:ext cx="6696744" cy="2031325"/>
          </a:xfrm>
          <a:prstGeom prst="rect">
            <a:avLst/>
          </a:prstGeom>
          <a:noFill/>
        </p:spPr>
        <p:txBody>
          <a:bodyPr wrap="square" rtlCol="0">
            <a:spAutoFit/>
          </a:bodyPr>
          <a:lstStyle/>
          <a:p>
            <a:r>
              <a:rPr lang="nb-NO" dirty="0"/>
              <a:t>Lærer må være aktiv i det å skape refleksjon</a:t>
            </a:r>
          </a:p>
          <a:p>
            <a:r>
              <a:rPr lang="nb-NO" dirty="0"/>
              <a:t>	spørrende</a:t>
            </a:r>
          </a:p>
          <a:p>
            <a:r>
              <a:rPr lang="nb-NO" dirty="0"/>
              <a:t>	problemorientert undervisning</a:t>
            </a:r>
          </a:p>
          <a:p>
            <a:r>
              <a:rPr lang="nb-NO" dirty="0"/>
              <a:t>	kvalitative spørsmål – forhold deg til emne</a:t>
            </a:r>
          </a:p>
          <a:p>
            <a:r>
              <a:rPr lang="nb-NO" dirty="0"/>
              <a:t>	bygge på det eleven sier</a:t>
            </a:r>
          </a:p>
          <a:p>
            <a:r>
              <a:rPr lang="nb-NO" dirty="0"/>
              <a:t>	veiledning</a:t>
            </a:r>
          </a:p>
          <a:p>
            <a:r>
              <a:rPr lang="nb-NO" dirty="0"/>
              <a:t>	Unngå lukket spørsmål – åpne spørsmål er å foretrekke</a:t>
            </a:r>
          </a:p>
        </p:txBody>
      </p:sp>
    </p:spTree>
    <p:extLst>
      <p:ext uri="{BB962C8B-B14F-4D97-AF65-F5344CB8AC3E}">
        <p14:creationId xmlns:p14="http://schemas.microsoft.com/office/powerpoint/2010/main" val="511920860"/>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p:cNvSpPr txBox="1"/>
          <p:nvPr/>
        </p:nvSpPr>
        <p:spPr>
          <a:xfrm>
            <a:off x="2495600" y="2420888"/>
            <a:ext cx="3995196" cy="1477328"/>
          </a:xfrm>
          <a:prstGeom prst="rect">
            <a:avLst/>
          </a:prstGeom>
          <a:noFill/>
        </p:spPr>
        <p:txBody>
          <a:bodyPr wrap="none" rtlCol="0">
            <a:spAutoFit/>
          </a:bodyPr>
          <a:lstStyle/>
          <a:p>
            <a:r>
              <a:rPr lang="nb-NO" dirty="0"/>
              <a:t>Ut ifra målverbet velger vi metoder som:</a:t>
            </a:r>
          </a:p>
          <a:p>
            <a:r>
              <a:rPr lang="nb-NO" dirty="0"/>
              <a:t>Oppgaveløsning</a:t>
            </a:r>
          </a:p>
          <a:p>
            <a:r>
              <a:rPr lang="nb-NO" dirty="0"/>
              <a:t>Forklaring</a:t>
            </a:r>
          </a:p>
          <a:p>
            <a:r>
              <a:rPr lang="nb-NO" dirty="0"/>
              <a:t>Problemorientert undervisning</a:t>
            </a:r>
          </a:p>
          <a:p>
            <a:r>
              <a:rPr lang="nb-NO" dirty="0"/>
              <a:t>Veiledning</a:t>
            </a:r>
          </a:p>
        </p:txBody>
      </p:sp>
    </p:spTree>
    <p:extLst>
      <p:ext uri="{BB962C8B-B14F-4D97-AF65-F5344CB8AC3E}">
        <p14:creationId xmlns:p14="http://schemas.microsoft.com/office/powerpoint/2010/main" val="1279943359"/>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Bilde 7" descr="Et bilde som inneholder tekst, kart&#10;&#10;Automatisk generert beskrivelse">
            <a:extLst>
              <a:ext uri="{FF2B5EF4-FFF2-40B4-BE49-F238E27FC236}">
                <a16:creationId xmlns:a16="http://schemas.microsoft.com/office/drawing/2014/main" id="{F6CDF58F-691E-4B44-AB83-B13662EBB2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4450" y="1556792"/>
            <a:ext cx="4762201" cy="4536504"/>
          </a:xfrm>
          <a:prstGeom prst="rect">
            <a:avLst/>
          </a:prstGeom>
        </p:spPr>
      </p:pic>
      <p:sp>
        <p:nvSpPr>
          <p:cNvPr id="4" name="TekstSylinder 3">
            <a:extLst>
              <a:ext uri="{FF2B5EF4-FFF2-40B4-BE49-F238E27FC236}">
                <a16:creationId xmlns:a16="http://schemas.microsoft.com/office/drawing/2014/main" id="{90ED7786-211B-4E6A-B239-9DDB53FB088E}"/>
              </a:ext>
            </a:extLst>
          </p:cNvPr>
          <p:cNvSpPr txBox="1"/>
          <p:nvPr/>
        </p:nvSpPr>
        <p:spPr>
          <a:xfrm>
            <a:off x="6672064" y="1687427"/>
            <a:ext cx="4680520" cy="1754326"/>
          </a:xfrm>
          <a:prstGeom prst="rect">
            <a:avLst/>
          </a:prstGeom>
          <a:solidFill>
            <a:schemeClr val="bg1"/>
          </a:solidFill>
        </p:spPr>
        <p:txBody>
          <a:bodyPr wrap="square" rtlCol="0">
            <a:spAutoFit/>
          </a:bodyPr>
          <a:lstStyle/>
          <a:p>
            <a:r>
              <a:rPr lang="nb-NO" dirty="0"/>
              <a:t>Eleven skal</a:t>
            </a:r>
          </a:p>
          <a:p>
            <a:r>
              <a:rPr lang="nb-NO" dirty="0"/>
              <a:t>2 b. Videreutvikle sin kjørekompetanse i landevegsmiljø ved å </a:t>
            </a:r>
          </a:p>
          <a:p>
            <a:r>
              <a:rPr lang="nb-NO" b="1" u="sng" dirty="0"/>
              <a:t>identifisere og beskrive trafikkmiljøet</a:t>
            </a:r>
            <a:r>
              <a:rPr lang="nb-NO" dirty="0"/>
              <a:t>,</a:t>
            </a:r>
            <a:r>
              <a:rPr lang="nb-NO" dirty="0">
                <a:solidFill>
                  <a:schemeClr val="bg2">
                    <a:lumMod val="50000"/>
                  </a:schemeClr>
                </a:solidFill>
              </a:rPr>
              <a:t> </a:t>
            </a:r>
            <a:r>
              <a:rPr lang="nb-NO" dirty="0"/>
              <a:t>forutse og påpeke mulige risikomomenter</a:t>
            </a:r>
            <a:r>
              <a:rPr lang="nb-NO" dirty="0">
                <a:solidFill>
                  <a:schemeClr val="bg2">
                    <a:lumMod val="50000"/>
                  </a:schemeClr>
                </a:solidFill>
              </a:rPr>
              <a:t> og angi en hensiktsmessig kjøremåte fremover i tid. </a:t>
            </a:r>
          </a:p>
        </p:txBody>
      </p:sp>
      <p:sp>
        <p:nvSpPr>
          <p:cNvPr id="3" name="TekstSylinder 2">
            <a:extLst>
              <a:ext uri="{FF2B5EF4-FFF2-40B4-BE49-F238E27FC236}">
                <a16:creationId xmlns:a16="http://schemas.microsoft.com/office/drawing/2014/main" id="{AD21F14E-9183-48BD-A1AA-BA253E997DB0}"/>
              </a:ext>
            </a:extLst>
          </p:cNvPr>
          <p:cNvSpPr txBox="1"/>
          <p:nvPr/>
        </p:nvSpPr>
        <p:spPr>
          <a:xfrm>
            <a:off x="8616280" y="5373216"/>
            <a:ext cx="2232248" cy="369332"/>
          </a:xfrm>
          <a:prstGeom prst="rect">
            <a:avLst/>
          </a:prstGeom>
          <a:noFill/>
        </p:spPr>
        <p:txBody>
          <a:bodyPr wrap="square" rtlCol="0">
            <a:spAutoFit/>
          </a:bodyPr>
          <a:lstStyle/>
          <a:p>
            <a:r>
              <a:rPr lang="nb-NO" dirty="0"/>
              <a:t>Fortsetter neste side</a:t>
            </a:r>
          </a:p>
        </p:txBody>
      </p:sp>
      <p:sp>
        <p:nvSpPr>
          <p:cNvPr id="5" name="TekstSylinder 4">
            <a:extLst>
              <a:ext uri="{FF2B5EF4-FFF2-40B4-BE49-F238E27FC236}">
                <a16:creationId xmlns:a16="http://schemas.microsoft.com/office/drawing/2014/main" id="{74F48256-3861-430E-A9D7-14FD1C1DBEEA}"/>
              </a:ext>
            </a:extLst>
          </p:cNvPr>
          <p:cNvSpPr txBox="1"/>
          <p:nvPr/>
        </p:nvSpPr>
        <p:spPr>
          <a:xfrm>
            <a:off x="6206651" y="3484154"/>
            <a:ext cx="5606951" cy="923330"/>
          </a:xfrm>
          <a:prstGeom prst="rect">
            <a:avLst/>
          </a:prstGeom>
          <a:noFill/>
        </p:spPr>
        <p:txBody>
          <a:bodyPr wrap="square" rtlCol="0">
            <a:spAutoFit/>
          </a:bodyPr>
          <a:lstStyle/>
          <a:p>
            <a:r>
              <a:rPr lang="nb-NO" dirty="0"/>
              <a:t>Forslag til rute:</a:t>
            </a:r>
          </a:p>
          <a:p>
            <a:r>
              <a:rPr lang="nb-NO" dirty="0"/>
              <a:t>Fra skolen og nordover til </a:t>
            </a:r>
            <a:r>
              <a:rPr lang="nb-NO" dirty="0" err="1"/>
              <a:t>Olavsgård</a:t>
            </a:r>
            <a:r>
              <a:rPr lang="nb-NO" dirty="0"/>
              <a:t> og følge skilt til Hellerudsletta.</a:t>
            </a:r>
          </a:p>
        </p:txBody>
      </p:sp>
      <p:pic>
        <p:nvPicPr>
          <p:cNvPr id="10" name="Bilde 9" descr="Et bilde som inneholder skilt, utendørs, gate, tekst&#10;&#10;Automatisk generert beskrivelse">
            <a:extLst>
              <a:ext uri="{FF2B5EF4-FFF2-40B4-BE49-F238E27FC236}">
                <a16:creationId xmlns:a16="http://schemas.microsoft.com/office/drawing/2014/main" id="{CAEC6DD5-58BF-4F8F-81E3-0A35A91E4B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0927" y="4491042"/>
            <a:ext cx="1564993" cy="1602254"/>
          </a:xfrm>
          <a:prstGeom prst="rect">
            <a:avLst/>
          </a:prstGeom>
        </p:spPr>
      </p:pic>
      <p:pic>
        <p:nvPicPr>
          <p:cNvPr id="12" name="Bilde 11" descr="Et bilde som inneholder tekst, skilt, utendørs, himmel&#10;&#10;Automatisk generert beskrivelse">
            <a:extLst>
              <a:ext uri="{FF2B5EF4-FFF2-40B4-BE49-F238E27FC236}">
                <a16:creationId xmlns:a16="http://schemas.microsoft.com/office/drawing/2014/main" id="{557E7CD8-86B2-4D0E-AC8F-6310CF5FBC5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24353" y="4491042"/>
            <a:ext cx="2060041" cy="1602254"/>
          </a:xfrm>
          <a:prstGeom prst="rect">
            <a:avLst/>
          </a:prstGeom>
        </p:spPr>
      </p:pic>
    </p:spTree>
    <p:extLst>
      <p:ext uri="{BB962C8B-B14F-4D97-AF65-F5344CB8AC3E}">
        <p14:creationId xmlns:p14="http://schemas.microsoft.com/office/powerpoint/2010/main" val="172785239"/>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a:extLst>
              <a:ext uri="{FF2B5EF4-FFF2-40B4-BE49-F238E27FC236}">
                <a16:creationId xmlns:a16="http://schemas.microsoft.com/office/drawing/2014/main" id="{31D72174-2F22-4A46-90BF-3F871C6B134F}"/>
              </a:ext>
            </a:extLst>
          </p:cNvPr>
          <p:cNvSpPr txBox="1"/>
          <p:nvPr/>
        </p:nvSpPr>
        <p:spPr>
          <a:xfrm>
            <a:off x="8256240" y="1544050"/>
            <a:ext cx="3816424" cy="3139321"/>
          </a:xfrm>
          <a:prstGeom prst="rect">
            <a:avLst/>
          </a:prstGeom>
          <a:solidFill>
            <a:schemeClr val="bg1"/>
          </a:solidFill>
        </p:spPr>
        <p:txBody>
          <a:bodyPr wrap="square" rtlCol="0">
            <a:spAutoFit/>
          </a:bodyPr>
          <a:lstStyle/>
          <a:p>
            <a:r>
              <a:rPr lang="nb-NO" dirty="0">
                <a:solidFill>
                  <a:schemeClr val="bg2">
                    <a:lumMod val="50000"/>
                  </a:schemeClr>
                </a:solidFill>
              </a:rPr>
              <a:t>Eleven skal</a:t>
            </a:r>
          </a:p>
          <a:p>
            <a:r>
              <a:rPr lang="nb-NO" dirty="0">
                <a:solidFill>
                  <a:schemeClr val="bg2">
                    <a:lumMod val="50000"/>
                  </a:schemeClr>
                </a:solidFill>
              </a:rPr>
              <a:t>2 b. Videreutvikle sin kjørekompetanse i landevegsmiljø ved å </a:t>
            </a:r>
          </a:p>
          <a:p>
            <a:r>
              <a:rPr lang="nb-NO" dirty="0">
                <a:solidFill>
                  <a:schemeClr val="bg2">
                    <a:lumMod val="50000"/>
                  </a:schemeClr>
                </a:solidFill>
              </a:rPr>
              <a:t>identifisere og beskrive trafikkmiljøet, </a:t>
            </a:r>
            <a:r>
              <a:rPr lang="nb-NO" b="1" u="sng" dirty="0"/>
              <a:t>forutse og påpeke mulige risikomomenter </a:t>
            </a:r>
            <a:r>
              <a:rPr lang="nb-NO" dirty="0">
                <a:solidFill>
                  <a:schemeClr val="bg2">
                    <a:lumMod val="50000"/>
                  </a:schemeClr>
                </a:solidFill>
              </a:rPr>
              <a:t>og angi en hensiktsmessig kjøremåte fremover i tid. </a:t>
            </a:r>
          </a:p>
          <a:p>
            <a:r>
              <a:rPr lang="nb-NO" dirty="0">
                <a:solidFill>
                  <a:schemeClr val="bg2">
                    <a:lumMod val="50000"/>
                  </a:schemeClr>
                </a:solidFill>
              </a:rPr>
              <a:t>c. </a:t>
            </a:r>
            <a:r>
              <a:rPr lang="nb-NO" b="1" dirty="0"/>
              <a:t>anvende presis kjøreteknikk og videreutvikle </a:t>
            </a:r>
            <a:r>
              <a:rPr lang="nb-NO" dirty="0"/>
              <a:t>en miljøvennlig og økonomisk kjøremåte</a:t>
            </a:r>
          </a:p>
        </p:txBody>
      </p:sp>
      <p:sp>
        <p:nvSpPr>
          <p:cNvPr id="3" name="TekstSylinder 2">
            <a:extLst>
              <a:ext uri="{FF2B5EF4-FFF2-40B4-BE49-F238E27FC236}">
                <a16:creationId xmlns:a16="http://schemas.microsoft.com/office/drawing/2014/main" id="{E7BA25F4-E493-481B-8AA8-CCCF5D2395F1}"/>
              </a:ext>
            </a:extLst>
          </p:cNvPr>
          <p:cNvSpPr txBox="1"/>
          <p:nvPr/>
        </p:nvSpPr>
        <p:spPr>
          <a:xfrm>
            <a:off x="8616280" y="5373216"/>
            <a:ext cx="2232248" cy="369332"/>
          </a:xfrm>
          <a:prstGeom prst="rect">
            <a:avLst/>
          </a:prstGeom>
          <a:noFill/>
        </p:spPr>
        <p:txBody>
          <a:bodyPr wrap="square" rtlCol="0">
            <a:spAutoFit/>
          </a:bodyPr>
          <a:lstStyle/>
          <a:p>
            <a:r>
              <a:rPr lang="nb-NO" dirty="0"/>
              <a:t>Fortsetter neste side</a:t>
            </a:r>
          </a:p>
        </p:txBody>
      </p:sp>
      <p:pic>
        <p:nvPicPr>
          <p:cNvPr id="6" name="Bilde 5" descr="Et bilde som inneholder tekst, kart&#10;&#10;Automatisk generert beskrivelse">
            <a:extLst>
              <a:ext uri="{FF2B5EF4-FFF2-40B4-BE49-F238E27FC236}">
                <a16:creationId xmlns:a16="http://schemas.microsoft.com/office/drawing/2014/main" id="{A4F786D7-755D-4CAB-8D92-DCEA3FF0D0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8914" y="1545988"/>
            <a:ext cx="6192688" cy="4543838"/>
          </a:xfrm>
          <a:prstGeom prst="rect">
            <a:avLst/>
          </a:prstGeom>
        </p:spPr>
      </p:pic>
      <p:pic>
        <p:nvPicPr>
          <p:cNvPr id="11" name="Bilde 10" descr="Et bilde som inneholder gress, utendørs, skilt, tre&#10;&#10;Automatisk generert beskrivelse">
            <a:extLst>
              <a:ext uri="{FF2B5EF4-FFF2-40B4-BE49-F238E27FC236}">
                <a16:creationId xmlns:a16="http://schemas.microsoft.com/office/drawing/2014/main" id="{82693956-BCD7-414D-90F6-B9681F48AE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78568" y="3927349"/>
            <a:ext cx="3373916" cy="2162477"/>
          </a:xfrm>
          <a:prstGeom prst="rect">
            <a:avLst/>
          </a:prstGeom>
        </p:spPr>
      </p:pic>
      <p:pic>
        <p:nvPicPr>
          <p:cNvPr id="15" name="Bilde 14" descr="Et bilde som inneholder tre, skilt, utendørs, himmel&#10;&#10;Automatisk generert beskrivelse">
            <a:extLst>
              <a:ext uri="{FF2B5EF4-FFF2-40B4-BE49-F238E27FC236}">
                <a16:creationId xmlns:a16="http://schemas.microsoft.com/office/drawing/2014/main" id="{1210B263-EB9E-4784-AE84-F5FFBAACA27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52484" y="3927348"/>
            <a:ext cx="1676634" cy="2162477"/>
          </a:xfrm>
          <a:prstGeom prst="rect">
            <a:avLst/>
          </a:prstGeom>
        </p:spPr>
      </p:pic>
      <p:sp>
        <p:nvSpPr>
          <p:cNvPr id="16" name="Pil: bøyd 15">
            <a:extLst>
              <a:ext uri="{FF2B5EF4-FFF2-40B4-BE49-F238E27FC236}">
                <a16:creationId xmlns:a16="http://schemas.microsoft.com/office/drawing/2014/main" id="{4B539682-3D3C-4043-8DCE-D9C20A9F4B64}"/>
              </a:ext>
            </a:extLst>
          </p:cNvPr>
          <p:cNvSpPr/>
          <p:nvPr/>
        </p:nvSpPr>
        <p:spPr>
          <a:xfrm flipH="1">
            <a:off x="6799879" y="5161838"/>
            <a:ext cx="720079" cy="792088"/>
          </a:xfrm>
          <a:prstGeom prst="bent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solidFill>
                <a:schemeClr val="tx1"/>
              </a:solidFill>
            </a:endParaRPr>
          </a:p>
        </p:txBody>
      </p:sp>
      <p:cxnSp>
        <p:nvCxnSpPr>
          <p:cNvPr id="18" name="Rett pilkobling 17">
            <a:extLst>
              <a:ext uri="{FF2B5EF4-FFF2-40B4-BE49-F238E27FC236}">
                <a16:creationId xmlns:a16="http://schemas.microsoft.com/office/drawing/2014/main" id="{96F3D96C-49F6-4F57-9F4C-CA6FAC345861}"/>
              </a:ext>
            </a:extLst>
          </p:cNvPr>
          <p:cNvCxnSpPr>
            <a:cxnSpLocks/>
          </p:cNvCxnSpPr>
          <p:nvPr/>
        </p:nvCxnSpPr>
        <p:spPr>
          <a:xfrm flipH="1" flipV="1">
            <a:off x="479376" y="2846110"/>
            <a:ext cx="2499192" cy="1081239"/>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Rett pilkobling 20">
            <a:extLst>
              <a:ext uri="{FF2B5EF4-FFF2-40B4-BE49-F238E27FC236}">
                <a16:creationId xmlns:a16="http://schemas.microsoft.com/office/drawing/2014/main" id="{A622C627-12A6-4D36-9561-DD6A66EF0DE5}"/>
              </a:ext>
            </a:extLst>
          </p:cNvPr>
          <p:cNvCxnSpPr>
            <a:cxnSpLocks/>
          </p:cNvCxnSpPr>
          <p:nvPr/>
        </p:nvCxnSpPr>
        <p:spPr>
          <a:xfrm flipH="1" flipV="1">
            <a:off x="6096000" y="2930651"/>
            <a:ext cx="1056998" cy="968516"/>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077487"/>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a:extLst>
              <a:ext uri="{FF2B5EF4-FFF2-40B4-BE49-F238E27FC236}">
                <a16:creationId xmlns:a16="http://schemas.microsoft.com/office/drawing/2014/main" id="{E5909323-3E58-427F-87F1-04125760DA7D}"/>
              </a:ext>
            </a:extLst>
          </p:cNvPr>
          <p:cNvSpPr txBox="1"/>
          <p:nvPr/>
        </p:nvSpPr>
        <p:spPr>
          <a:xfrm>
            <a:off x="7747900" y="1700783"/>
            <a:ext cx="4065701" cy="3970318"/>
          </a:xfrm>
          <a:prstGeom prst="rect">
            <a:avLst/>
          </a:prstGeom>
          <a:solidFill>
            <a:schemeClr val="bg1"/>
          </a:solidFill>
        </p:spPr>
        <p:txBody>
          <a:bodyPr wrap="square" rtlCol="0">
            <a:spAutoFit/>
          </a:bodyPr>
          <a:lstStyle/>
          <a:p>
            <a:r>
              <a:rPr lang="nb-NO" dirty="0">
                <a:solidFill>
                  <a:schemeClr val="bg2">
                    <a:lumMod val="50000"/>
                  </a:schemeClr>
                </a:solidFill>
              </a:rPr>
              <a:t>Eleven skal</a:t>
            </a:r>
          </a:p>
          <a:p>
            <a:r>
              <a:rPr lang="nb-NO" dirty="0">
                <a:solidFill>
                  <a:schemeClr val="bg2">
                    <a:lumMod val="50000"/>
                  </a:schemeClr>
                </a:solidFill>
              </a:rPr>
              <a:t>2. videreutvikle sin kjørekompetanse i landevegsmiljø ved å </a:t>
            </a:r>
          </a:p>
          <a:p>
            <a:r>
              <a:rPr lang="nb-NO" dirty="0">
                <a:solidFill>
                  <a:schemeClr val="bg2">
                    <a:lumMod val="50000"/>
                  </a:schemeClr>
                </a:solidFill>
              </a:rPr>
              <a:t>d</a:t>
            </a:r>
            <a:r>
              <a:rPr lang="nb-NO" b="1" u="sng" dirty="0"/>
              <a:t>. oppleve og erfare situasjoner med særlig stor risiko ved inn- og/eller avkjøring </a:t>
            </a:r>
            <a:r>
              <a:rPr lang="nb-NO" dirty="0">
                <a:solidFill>
                  <a:schemeClr val="bg2">
                    <a:lumMod val="50000"/>
                  </a:schemeClr>
                </a:solidFill>
              </a:rPr>
              <a:t>fra større veg og vurdere og utvise hensiktsmessig atferd i slike situasjoner</a:t>
            </a:r>
          </a:p>
          <a:p>
            <a:r>
              <a:rPr lang="nb-NO" dirty="0">
                <a:solidFill>
                  <a:schemeClr val="bg2">
                    <a:lumMod val="50000"/>
                  </a:schemeClr>
                </a:solidFill>
              </a:rPr>
              <a:t>e. </a:t>
            </a:r>
            <a:r>
              <a:rPr lang="nb-NO" b="1" u="sng" dirty="0"/>
              <a:t>oppleve og erfare møtesituasjoner </a:t>
            </a:r>
            <a:r>
              <a:rPr lang="nb-NO" dirty="0">
                <a:solidFill>
                  <a:schemeClr val="bg2">
                    <a:lumMod val="50000"/>
                  </a:schemeClr>
                </a:solidFill>
              </a:rPr>
              <a:t>og å bli forbikjørt, og vurdere og utvise hensiktsmessig atferd og vilje til å ivareta egen og andres sikkerhet i slike situasjoner og ved vurdering av om egen forbikjøring kan gjennomføres eller ikke  </a:t>
            </a:r>
          </a:p>
        </p:txBody>
      </p:sp>
      <p:sp>
        <p:nvSpPr>
          <p:cNvPr id="3" name="TekstSylinder 2">
            <a:extLst>
              <a:ext uri="{FF2B5EF4-FFF2-40B4-BE49-F238E27FC236}">
                <a16:creationId xmlns:a16="http://schemas.microsoft.com/office/drawing/2014/main" id="{46514E62-9766-437A-B9E3-335C6107EA19}"/>
              </a:ext>
            </a:extLst>
          </p:cNvPr>
          <p:cNvSpPr txBox="1"/>
          <p:nvPr/>
        </p:nvSpPr>
        <p:spPr>
          <a:xfrm>
            <a:off x="8664626" y="5648469"/>
            <a:ext cx="2232248" cy="369332"/>
          </a:xfrm>
          <a:prstGeom prst="rect">
            <a:avLst/>
          </a:prstGeom>
          <a:noFill/>
        </p:spPr>
        <p:txBody>
          <a:bodyPr wrap="square" rtlCol="0">
            <a:spAutoFit/>
          </a:bodyPr>
          <a:lstStyle/>
          <a:p>
            <a:r>
              <a:rPr lang="nb-NO" dirty="0"/>
              <a:t>Fortsetter neste side</a:t>
            </a:r>
          </a:p>
        </p:txBody>
      </p:sp>
      <p:pic>
        <p:nvPicPr>
          <p:cNvPr id="10" name="Bilde 9">
            <a:extLst>
              <a:ext uri="{FF2B5EF4-FFF2-40B4-BE49-F238E27FC236}">
                <a16:creationId xmlns:a16="http://schemas.microsoft.com/office/drawing/2014/main" id="{B0BD598B-2F60-499D-AED9-6CB9B5E84A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5806" y="1538749"/>
            <a:ext cx="2835983" cy="2047339"/>
          </a:xfrm>
          <a:prstGeom prst="rect">
            <a:avLst/>
          </a:prstGeom>
        </p:spPr>
      </p:pic>
      <p:pic>
        <p:nvPicPr>
          <p:cNvPr id="12" name="Bilde 11" descr="Et bilde som inneholder tre, bilvei, utendørs, scene&#10;&#10;Automatisk generert beskrivelse">
            <a:extLst>
              <a:ext uri="{FF2B5EF4-FFF2-40B4-BE49-F238E27FC236}">
                <a16:creationId xmlns:a16="http://schemas.microsoft.com/office/drawing/2014/main" id="{42D26D36-88A6-45B8-AC92-D7ED000968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61938" y="1538748"/>
            <a:ext cx="2862054" cy="2047340"/>
          </a:xfrm>
          <a:prstGeom prst="rect">
            <a:avLst/>
          </a:prstGeom>
        </p:spPr>
      </p:pic>
      <p:pic>
        <p:nvPicPr>
          <p:cNvPr id="14" name="Bilde 13" descr="Et bilde som inneholder bilvei, vei, scene, utendørs&#10;&#10;Automatisk generert beskrivelse">
            <a:extLst>
              <a:ext uri="{FF2B5EF4-FFF2-40B4-BE49-F238E27FC236}">
                <a16:creationId xmlns:a16="http://schemas.microsoft.com/office/drawing/2014/main" id="{9B09E411-19CD-4119-9BF4-BC0F4D67B68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5806" y="3607024"/>
            <a:ext cx="5256584" cy="2535528"/>
          </a:xfrm>
          <a:prstGeom prst="rect">
            <a:avLst/>
          </a:prstGeom>
        </p:spPr>
      </p:pic>
      <p:pic>
        <p:nvPicPr>
          <p:cNvPr id="6" name="Bilde 5" descr="Et bilde som inneholder tekst, kart&#10;&#10;Automatisk generert beskrivelse">
            <a:extLst>
              <a:ext uri="{FF2B5EF4-FFF2-40B4-BE49-F238E27FC236}">
                <a16:creationId xmlns:a16="http://schemas.microsoft.com/office/drawing/2014/main" id="{D613FD4D-0E64-40D4-B283-041CB21C9812}"/>
              </a:ext>
            </a:extLst>
          </p:cNvPr>
          <p:cNvPicPr>
            <a:picLocks noChangeAspect="1"/>
          </p:cNvPicPr>
          <p:nvPr/>
        </p:nvPicPr>
        <p:blipFill rotWithShape="1">
          <a:blip r:embed="rId5">
            <a:extLst>
              <a:ext uri="{28A0092B-C50C-407E-A947-70E740481C1C}">
                <a14:useLocalDpi xmlns:a14="http://schemas.microsoft.com/office/drawing/2010/main" val="0"/>
              </a:ext>
            </a:extLst>
          </a:blip>
          <a:srcRect l="25474"/>
          <a:stretch/>
        </p:blipFill>
        <p:spPr>
          <a:xfrm>
            <a:off x="5519936" y="1538749"/>
            <a:ext cx="2165362" cy="3591426"/>
          </a:xfrm>
          <a:prstGeom prst="rect">
            <a:avLst/>
          </a:prstGeom>
        </p:spPr>
      </p:pic>
    </p:spTree>
    <p:extLst>
      <p:ext uri="{BB962C8B-B14F-4D97-AF65-F5344CB8AC3E}">
        <p14:creationId xmlns:p14="http://schemas.microsoft.com/office/powerpoint/2010/main" val="1420166842"/>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kstSylinder 2">
            <a:extLst>
              <a:ext uri="{FF2B5EF4-FFF2-40B4-BE49-F238E27FC236}">
                <a16:creationId xmlns:a16="http://schemas.microsoft.com/office/drawing/2014/main" id="{32211F6B-45AB-40B3-A051-3A745416CC01}"/>
              </a:ext>
            </a:extLst>
          </p:cNvPr>
          <p:cNvSpPr txBox="1"/>
          <p:nvPr/>
        </p:nvSpPr>
        <p:spPr>
          <a:xfrm>
            <a:off x="8616280" y="5373216"/>
            <a:ext cx="2232248" cy="369332"/>
          </a:xfrm>
          <a:prstGeom prst="rect">
            <a:avLst/>
          </a:prstGeom>
          <a:noFill/>
        </p:spPr>
        <p:txBody>
          <a:bodyPr wrap="square" rtlCol="0">
            <a:spAutoFit/>
          </a:bodyPr>
          <a:lstStyle/>
          <a:p>
            <a:r>
              <a:rPr lang="nb-NO" dirty="0"/>
              <a:t>Fortsetter neste side</a:t>
            </a:r>
          </a:p>
        </p:txBody>
      </p:sp>
      <p:pic>
        <p:nvPicPr>
          <p:cNvPr id="8" name="Bilde 7" descr="Et bilde som inneholder tekst, kart&#10;&#10;Automatisk generert beskrivelse">
            <a:extLst>
              <a:ext uri="{FF2B5EF4-FFF2-40B4-BE49-F238E27FC236}">
                <a16:creationId xmlns:a16="http://schemas.microsoft.com/office/drawing/2014/main" id="{284B6545-2976-4ABC-B58D-2F7691272B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5688" y="1687426"/>
            <a:ext cx="5616376" cy="2826247"/>
          </a:xfrm>
          <a:prstGeom prst="rect">
            <a:avLst/>
          </a:prstGeom>
        </p:spPr>
      </p:pic>
      <p:sp>
        <p:nvSpPr>
          <p:cNvPr id="9" name="TekstSylinder 8">
            <a:extLst>
              <a:ext uri="{FF2B5EF4-FFF2-40B4-BE49-F238E27FC236}">
                <a16:creationId xmlns:a16="http://schemas.microsoft.com/office/drawing/2014/main" id="{007727AB-6128-4269-AD7E-0B8051976A05}"/>
              </a:ext>
            </a:extLst>
          </p:cNvPr>
          <p:cNvSpPr txBox="1"/>
          <p:nvPr/>
        </p:nvSpPr>
        <p:spPr>
          <a:xfrm>
            <a:off x="1218584" y="1770056"/>
            <a:ext cx="1997096" cy="369332"/>
          </a:xfrm>
          <a:prstGeom prst="rect">
            <a:avLst/>
          </a:prstGeom>
          <a:noFill/>
        </p:spPr>
        <p:txBody>
          <a:bodyPr wrap="square" rtlCol="0">
            <a:spAutoFit/>
          </a:bodyPr>
          <a:lstStyle/>
          <a:p>
            <a:r>
              <a:rPr lang="nb-NO" dirty="0"/>
              <a:t>Fra Ask til Kløfta</a:t>
            </a:r>
          </a:p>
        </p:txBody>
      </p:sp>
      <p:pic>
        <p:nvPicPr>
          <p:cNvPr id="11" name="Bilde 10" descr="Et bilde som inneholder gress, tre, utendørs, skilt&#10;&#10;Automatisk generert beskrivelse">
            <a:extLst>
              <a:ext uri="{FF2B5EF4-FFF2-40B4-BE49-F238E27FC236}">
                <a16:creationId xmlns:a16="http://schemas.microsoft.com/office/drawing/2014/main" id="{2667C4BD-4FB9-4424-A149-F361FB6FAE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5688" y="4289624"/>
            <a:ext cx="2734614" cy="1761900"/>
          </a:xfrm>
          <a:prstGeom prst="rect">
            <a:avLst/>
          </a:prstGeom>
        </p:spPr>
      </p:pic>
      <p:cxnSp>
        <p:nvCxnSpPr>
          <p:cNvPr id="12" name="Rett pilkobling 11">
            <a:extLst>
              <a:ext uri="{FF2B5EF4-FFF2-40B4-BE49-F238E27FC236}">
                <a16:creationId xmlns:a16="http://schemas.microsoft.com/office/drawing/2014/main" id="{4F96CCA5-540B-4E64-A1F8-1EAAE7B650AA}"/>
              </a:ext>
            </a:extLst>
          </p:cNvPr>
          <p:cNvCxnSpPr>
            <a:cxnSpLocks/>
            <a:stCxn id="11" idx="0"/>
          </p:cNvCxnSpPr>
          <p:nvPr/>
        </p:nvCxnSpPr>
        <p:spPr>
          <a:xfrm flipV="1">
            <a:off x="2422995" y="2751776"/>
            <a:ext cx="1584774" cy="1537848"/>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7" name="Bilde 16" descr="Et bilde som inneholder skilt&#10;&#10;Automatisk generert beskrivelse">
            <a:extLst>
              <a:ext uri="{FF2B5EF4-FFF2-40B4-BE49-F238E27FC236}">
                <a16:creationId xmlns:a16="http://schemas.microsoft.com/office/drawing/2014/main" id="{4D121009-B033-4C8D-A1E1-A006CCFF111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63876" y="4297198"/>
            <a:ext cx="2959472" cy="1754326"/>
          </a:xfrm>
          <a:prstGeom prst="rect">
            <a:avLst/>
          </a:prstGeom>
        </p:spPr>
      </p:pic>
      <p:cxnSp>
        <p:nvCxnSpPr>
          <p:cNvPr id="18" name="Rett pilkobling 17">
            <a:extLst>
              <a:ext uri="{FF2B5EF4-FFF2-40B4-BE49-F238E27FC236}">
                <a16:creationId xmlns:a16="http://schemas.microsoft.com/office/drawing/2014/main" id="{C484B6A9-AE6C-44F8-B9B6-06BFDAE5CCCA}"/>
              </a:ext>
            </a:extLst>
          </p:cNvPr>
          <p:cNvCxnSpPr>
            <a:cxnSpLocks/>
            <a:stCxn id="17" idx="0"/>
          </p:cNvCxnSpPr>
          <p:nvPr/>
        </p:nvCxnSpPr>
        <p:spPr>
          <a:xfrm flipV="1">
            <a:off x="5343612" y="3140968"/>
            <a:ext cx="1110985" cy="115623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TekstSylinder 21">
            <a:extLst>
              <a:ext uri="{FF2B5EF4-FFF2-40B4-BE49-F238E27FC236}">
                <a16:creationId xmlns:a16="http://schemas.microsoft.com/office/drawing/2014/main" id="{BE88C4E8-30CE-49ED-AB04-51A80B16F217}"/>
              </a:ext>
            </a:extLst>
          </p:cNvPr>
          <p:cNvSpPr txBox="1"/>
          <p:nvPr/>
        </p:nvSpPr>
        <p:spPr>
          <a:xfrm>
            <a:off x="7392144" y="1544050"/>
            <a:ext cx="4680520" cy="2585323"/>
          </a:xfrm>
          <a:prstGeom prst="rect">
            <a:avLst/>
          </a:prstGeom>
          <a:solidFill>
            <a:schemeClr val="bg1"/>
          </a:solidFill>
        </p:spPr>
        <p:txBody>
          <a:bodyPr wrap="square" rtlCol="0">
            <a:spAutoFit/>
          </a:bodyPr>
          <a:lstStyle/>
          <a:p>
            <a:r>
              <a:rPr lang="nb-NO" dirty="0">
                <a:solidFill>
                  <a:schemeClr val="bg2">
                    <a:lumMod val="50000"/>
                  </a:schemeClr>
                </a:solidFill>
              </a:rPr>
              <a:t>Eleven skal</a:t>
            </a:r>
          </a:p>
          <a:p>
            <a:r>
              <a:rPr lang="nb-NO" dirty="0">
                <a:solidFill>
                  <a:schemeClr val="bg2">
                    <a:lumMod val="50000"/>
                  </a:schemeClr>
                </a:solidFill>
              </a:rPr>
              <a:t>2 b. Videreutvikle sin kjørekompetanse i landevegsmiljø ved å </a:t>
            </a:r>
          </a:p>
          <a:p>
            <a:r>
              <a:rPr lang="nb-NO" dirty="0">
                <a:solidFill>
                  <a:schemeClr val="bg2">
                    <a:lumMod val="50000"/>
                  </a:schemeClr>
                </a:solidFill>
              </a:rPr>
              <a:t>identifisere og beskrive trafikkmiljøet, </a:t>
            </a:r>
            <a:r>
              <a:rPr lang="nb-NO" b="1" dirty="0"/>
              <a:t>forutse og påpeke mulige risikomomenter og angi en hensiktsmessig kjøremåte fremover i tid. </a:t>
            </a:r>
          </a:p>
          <a:p>
            <a:endParaRPr lang="nb-NO" b="1" dirty="0"/>
          </a:p>
          <a:p>
            <a:r>
              <a:rPr lang="nb-NO" dirty="0">
                <a:solidFill>
                  <a:schemeClr val="bg2">
                    <a:lumMod val="50000"/>
                  </a:schemeClr>
                </a:solidFill>
              </a:rPr>
              <a:t>c. </a:t>
            </a:r>
            <a:r>
              <a:rPr lang="nb-NO" b="1" dirty="0"/>
              <a:t>anvende presis kjøreteknikk og videreutvikle </a:t>
            </a:r>
            <a:r>
              <a:rPr lang="nb-NO" dirty="0"/>
              <a:t>en miljøvennlig og økonomisk kjøremåte</a:t>
            </a:r>
          </a:p>
        </p:txBody>
      </p:sp>
    </p:spTree>
    <p:extLst>
      <p:ext uri="{BB962C8B-B14F-4D97-AF65-F5344CB8AC3E}">
        <p14:creationId xmlns:p14="http://schemas.microsoft.com/office/powerpoint/2010/main" val="1741100295"/>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kstSylinder 2">
            <a:extLst>
              <a:ext uri="{FF2B5EF4-FFF2-40B4-BE49-F238E27FC236}">
                <a16:creationId xmlns:a16="http://schemas.microsoft.com/office/drawing/2014/main" id="{32211F6B-45AB-40B3-A051-3A745416CC01}"/>
              </a:ext>
            </a:extLst>
          </p:cNvPr>
          <p:cNvSpPr txBox="1"/>
          <p:nvPr/>
        </p:nvSpPr>
        <p:spPr>
          <a:xfrm>
            <a:off x="8616280" y="5373216"/>
            <a:ext cx="2232248" cy="369332"/>
          </a:xfrm>
          <a:prstGeom prst="rect">
            <a:avLst/>
          </a:prstGeom>
          <a:noFill/>
        </p:spPr>
        <p:txBody>
          <a:bodyPr wrap="square" rtlCol="0">
            <a:spAutoFit/>
          </a:bodyPr>
          <a:lstStyle/>
          <a:p>
            <a:r>
              <a:rPr lang="nb-NO" dirty="0"/>
              <a:t>Fortsetter neste side</a:t>
            </a:r>
          </a:p>
        </p:txBody>
      </p:sp>
      <p:pic>
        <p:nvPicPr>
          <p:cNvPr id="7" name="Bilde 6" descr="Et bilde som inneholder tekst, kart&#10;&#10;Automatisk generert beskrivelse">
            <a:extLst>
              <a:ext uri="{FF2B5EF4-FFF2-40B4-BE49-F238E27FC236}">
                <a16:creationId xmlns:a16="http://schemas.microsoft.com/office/drawing/2014/main" id="{458484FF-44E2-40CF-9C7D-730998E0FC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1344" y="1556793"/>
            <a:ext cx="4480841" cy="4536504"/>
          </a:xfrm>
          <a:prstGeom prst="rect">
            <a:avLst/>
          </a:prstGeom>
        </p:spPr>
      </p:pic>
      <p:sp>
        <p:nvSpPr>
          <p:cNvPr id="9" name="TekstSylinder 8">
            <a:extLst>
              <a:ext uri="{FF2B5EF4-FFF2-40B4-BE49-F238E27FC236}">
                <a16:creationId xmlns:a16="http://schemas.microsoft.com/office/drawing/2014/main" id="{4EAAAF4D-AEEE-4A80-91A6-EE10AAAFAEA9}"/>
              </a:ext>
            </a:extLst>
          </p:cNvPr>
          <p:cNvSpPr txBox="1"/>
          <p:nvPr/>
        </p:nvSpPr>
        <p:spPr>
          <a:xfrm>
            <a:off x="7392144" y="1544050"/>
            <a:ext cx="4680520" cy="2585323"/>
          </a:xfrm>
          <a:prstGeom prst="rect">
            <a:avLst/>
          </a:prstGeom>
          <a:solidFill>
            <a:schemeClr val="bg1"/>
          </a:solidFill>
        </p:spPr>
        <p:txBody>
          <a:bodyPr wrap="square" rtlCol="0">
            <a:spAutoFit/>
          </a:bodyPr>
          <a:lstStyle/>
          <a:p>
            <a:r>
              <a:rPr lang="nb-NO" dirty="0">
                <a:solidFill>
                  <a:schemeClr val="bg2">
                    <a:lumMod val="50000"/>
                  </a:schemeClr>
                </a:solidFill>
              </a:rPr>
              <a:t>Eleven skal</a:t>
            </a:r>
          </a:p>
          <a:p>
            <a:r>
              <a:rPr lang="nb-NO" dirty="0">
                <a:solidFill>
                  <a:schemeClr val="bg2">
                    <a:lumMod val="50000"/>
                  </a:schemeClr>
                </a:solidFill>
              </a:rPr>
              <a:t>2 b. Videreutvikle sin kjørekompetanse i landevegsmiljø ved å </a:t>
            </a:r>
          </a:p>
          <a:p>
            <a:r>
              <a:rPr lang="nb-NO" dirty="0">
                <a:solidFill>
                  <a:schemeClr val="bg2">
                    <a:lumMod val="50000"/>
                  </a:schemeClr>
                </a:solidFill>
              </a:rPr>
              <a:t>identifisere og beskrive trafikkmiljøet, </a:t>
            </a:r>
            <a:r>
              <a:rPr lang="nb-NO" b="1" dirty="0"/>
              <a:t>forutse og påpeke mulige risikomomenter og angi en hensiktsmessig kjøremåte fremover i tid. </a:t>
            </a:r>
          </a:p>
          <a:p>
            <a:endParaRPr lang="nb-NO" b="1" dirty="0"/>
          </a:p>
          <a:p>
            <a:r>
              <a:rPr lang="nb-NO" dirty="0">
                <a:solidFill>
                  <a:schemeClr val="bg2">
                    <a:lumMod val="50000"/>
                  </a:schemeClr>
                </a:solidFill>
              </a:rPr>
              <a:t>c. </a:t>
            </a:r>
            <a:r>
              <a:rPr lang="nb-NO" b="1" dirty="0"/>
              <a:t>anvende presis kjøreteknikk og videreutvikle </a:t>
            </a:r>
            <a:r>
              <a:rPr lang="nb-NO" dirty="0"/>
              <a:t>en miljøvennlig og økonomisk kjøremåte</a:t>
            </a:r>
          </a:p>
        </p:txBody>
      </p:sp>
      <p:pic>
        <p:nvPicPr>
          <p:cNvPr id="13" name="Bilde 12" descr="Et bilde som inneholder tre, utendørs, gul, skilt&#10;&#10;Automatisk generert beskrivelse">
            <a:extLst>
              <a:ext uri="{FF2B5EF4-FFF2-40B4-BE49-F238E27FC236}">
                <a16:creationId xmlns:a16="http://schemas.microsoft.com/office/drawing/2014/main" id="{015B1B1C-8E28-4D4C-8C54-982C8A265B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42090" y="1580366"/>
            <a:ext cx="4715533" cy="1105054"/>
          </a:xfrm>
          <a:prstGeom prst="rect">
            <a:avLst/>
          </a:prstGeom>
        </p:spPr>
      </p:pic>
      <p:cxnSp>
        <p:nvCxnSpPr>
          <p:cNvPr id="14" name="Rett pilkobling 13">
            <a:extLst>
              <a:ext uri="{FF2B5EF4-FFF2-40B4-BE49-F238E27FC236}">
                <a16:creationId xmlns:a16="http://schemas.microsoft.com/office/drawing/2014/main" id="{4AD75835-5E62-4F83-8DAE-BC7EB4718575}"/>
              </a:ext>
            </a:extLst>
          </p:cNvPr>
          <p:cNvCxnSpPr>
            <a:cxnSpLocks/>
            <a:stCxn id="13" idx="2"/>
          </p:cNvCxnSpPr>
          <p:nvPr/>
        </p:nvCxnSpPr>
        <p:spPr>
          <a:xfrm flipH="1">
            <a:off x="1631504" y="2685420"/>
            <a:ext cx="3168353" cy="1247636"/>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7734276"/>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Bilde 2" descr="Et bilde som inneholder bilvei, utendørs, vei, scene&#10;&#10;Automatisk generert beskrivelse">
            <a:extLst>
              <a:ext uri="{FF2B5EF4-FFF2-40B4-BE49-F238E27FC236}">
                <a16:creationId xmlns:a16="http://schemas.microsoft.com/office/drawing/2014/main" id="{10B7F360-00DC-4C69-92C3-D31DC90FE1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9336" y="1628800"/>
            <a:ext cx="9373908" cy="3791479"/>
          </a:xfrm>
          <a:prstGeom prst="rect">
            <a:avLst/>
          </a:prstGeom>
        </p:spPr>
      </p:pic>
      <p:sp>
        <p:nvSpPr>
          <p:cNvPr id="4" name="TekstSylinder 3">
            <a:extLst>
              <a:ext uri="{FF2B5EF4-FFF2-40B4-BE49-F238E27FC236}">
                <a16:creationId xmlns:a16="http://schemas.microsoft.com/office/drawing/2014/main" id="{5C3F5D12-83BD-47AA-BF0B-F1031BAD9C98}"/>
              </a:ext>
            </a:extLst>
          </p:cNvPr>
          <p:cNvSpPr txBox="1"/>
          <p:nvPr/>
        </p:nvSpPr>
        <p:spPr>
          <a:xfrm>
            <a:off x="8256240" y="1544050"/>
            <a:ext cx="3816424" cy="4247317"/>
          </a:xfrm>
          <a:prstGeom prst="rect">
            <a:avLst/>
          </a:prstGeom>
          <a:solidFill>
            <a:schemeClr val="bg1"/>
          </a:solidFill>
        </p:spPr>
        <p:txBody>
          <a:bodyPr wrap="square" rtlCol="0">
            <a:spAutoFit/>
          </a:bodyPr>
          <a:lstStyle/>
          <a:p>
            <a:r>
              <a:rPr lang="nb-NO" dirty="0">
                <a:solidFill>
                  <a:schemeClr val="bg2">
                    <a:lumMod val="50000"/>
                  </a:schemeClr>
                </a:solidFill>
              </a:rPr>
              <a:t>Eleven skal</a:t>
            </a:r>
          </a:p>
          <a:p>
            <a:r>
              <a:rPr lang="nb-NO" dirty="0">
                <a:solidFill>
                  <a:schemeClr val="bg2">
                    <a:lumMod val="50000"/>
                  </a:schemeClr>
                </a:solidFill>
              </a:rPr>
              <a:t>2 b. Videreutvikle sin kjørekompetanse i landevegsmiljø ved å </a:t>
            </a:r>
          </a:p>
          <a:p>
            <a:r>
              <a:rPr lang="nb-NO" dirty="0">
                <a:solidFill>
                  <a:schemeClr val="bg2">
                    <a:lumMod val="50000"/>
                  </a:schemeClr>
                </a:solidFill>
              </a:rPr>
              <a:t>identifisere og beskrive trafikkmiljøet, </a:t>
            </a:r>
            <a:r>
              <a:rPr lang="nb-NO" b="1" u="sng" dirty="0"/>
              <a:t>forutse og påpeke mulige risikomomenter </a:t>
            </a:r>
            <a:r>
              <a:rPr lang="nb-NO" dirty="0">
                <a:solidFill>
                  <a:schemeClr val="bg2">
                    <a:lumMod val="50000"/>
                  </a:schemeClr>
                </a:solidFill>
              </a:rPr>
              <a:t>og angi en hensiktsmessig kjøremåte fremover i tid. </a:t>
            </a:r>
          </a:p>
          <a:p>
            <a:endParaRPr lang="nb-NO" dirty="0">
              <a:solidFill>
                <a:schemeClr val="bg2">
                  <a:lumMod val="50000"/>
                </a:schemeClr>
              </a:solidFill>
            </a:endParaRPr>
          </a:p>
          <a:p>
            <a:r>
              <a:rPr lang="nb-NO" dirty="0">
                <a:solidFill>
                  <a:schemeClr val="bg2">
                    <a:lumMod val="50000"/>
                  </a:schemeClr>
                </a:solidFill>
              </a:rPr>
              <a:t>d</a:t>
            </a:r>
            <a:r>
              <a:rPr lang="nb-NO" b="1" u="sng" dirty="0"/>
              <a:t>. oppleve og erfare situasjoner med særlig stor risiko ved inn- og/eller avkjøring </a:t>
            </a:r>
            <a:r>
              <a:rPr lang="nb-NO" dirty="0">
                <a:solidFill>
                  <a:schemeClr val="bg2">
                    <a:lumMod val="50000"/>
                  </a:schemeClr>
                </a:solidFill>
              </a:rPr>
              <a:t>fra større veg og vurdere og utvise hensiktsmessig atferd i slike situasjoner</a:t>
            </a:r>
          </a:p>
          <a:p>
            <a:endParaRPr lang="nb-NO" dirty="0">
              <a:solidFill>
                <a:schemeClr val="bg2">
                  <a:lumMod val="50000"/>
                </a:schemeClr>
              </a:solidFill>
            </a:endParaRPr>
          </a:p>
        </p:txBody>
      </p:sp>
      <p:sp>
        <p:nvSpPr>
          <p:cNvPr id="5" name="TekstSylinder 4">
            <a:extLst>
              <a:ext uri="{FF2B5EF4-FFF2-40B4-BE49-F238E27FC236}">
                <a16:creationId xmlns:a16="http://schemas.microsoft.com/office/drawing/2014/main" id="{7EAD2412-7B8A-4098-B5B8-70EB72DC79AB}"/>
              </a:ext>
            </a:extLst>
          </p:cNvPr>
          <p:cNvSpPr txBox="1"/>
          <p:nvPr/>
        </p:nvSpPr>
        <p:spPr>
          <a:xfrm>
            <a:off x="119336" y="1844824"/>
            <a:ext cx="8136904" cy="369332"/>
          </a:xfrm>
          <a:prstGeom prst="rect">
            <a:avLst/>
          </a:prstGeom>
          <a:solidFill>
            <a:schemeClr val="bg1"/>
          </a:solidFill>
        </p:spPr>
        <p:txBody>
          <a:bodyPr wrap="square" rtlCol="0">
            <a:spAutoFit/>
          </a:bodyPr>
          <a:lstStyle/>
          <a:p>
            <a:r>
              <a:rPr lang="nb-NO" dirty="0"/>
              <a:t>Plassen egner seg til å se andres utfordringer. F eks buss fra holdeplass med dårlig sikt</a:t>
            </a:r>
          </a:p>
        </p:txBody>
      </p:sp>
    </p:spTree>
    <p:extLst>
      <p:ext uri="{BB962C8B-B14F-4D97-AF65-F5344CB8AC3E}">
        <p14:creationId xmlns:p14="http://schemas.microsoft.com/office/powerpoint/2010/main" val="601260389"/>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a:extLst>
              <a:ext uri="{FF2B5EF4-FFF2-40B4-BE49-F238E27FC236}">
                <a16:creationId xmlns:a16="http://schemas.microsoft.com/office/drawing/2014/main" id="{31D72174-2F22-4A46-90BF-3F871C6B134F}"/>
              </a:ext>
            </a:extLst>
          </p:cNvPr>
          <p:cNvSpPr txBox="1"/>
          <p:nvPr/>
        </p:nvSpPr>
        <p:spPr>
          <a:xfrm>
            <a:off x="8256240" y="1544050"/>
            <a:ext cx="3816424" cy="4247317"/>
          </a:xfrm>
          <a:prstGeom prst="rect">
            <a:avLst/>
          </a:prstGeom>
          <a:solidFill>
            <a:schemeClr val="bg1"/>
          </a:solidFill>
        </p:spPr>
        <p:txBody>
          <a:bodyPr wrap="square" rtlCol="0">
            <a:spAutoFit/>
          </a:bodyPr>
          <a:lstStyle/>
          <a:p>
            <a:r>
              <a:rPr lang="nb-NO" dirty="0">
                <a:solidFill>
                  <a:schemeClr val="bg2">
                    <a:lumMod val="50000"/>
                  </a:schemeClr>
                </a:solidFill>
              </a:rPr>
              <a:t>Eleven skal</a:t>
            </a:r>
          </a:p>
          <a:p>
            <a:r>
              <a:rPr lang="nb-NO" dirty="0">
                <a:solidFill>
                  <a:schemeClr val="bg2">
                    <a:lumMod val="50000"/>
                  </a:schemeClr>
                </a:solidFill>
              </a:rPr>
              <a:t>2 b. Videreutvikle sin kjørekompetanse i landevegsmiljø ved å </a:t>
            </a:r>
          </a:p>
          <a:p>
            <a:r>
              <a:rPr lang="nb-NO" dirty="0">
                <a:solidFill>
                  <a:schemeClr val="bg2">
                    <a:lumMod val="50000"/>
                  </a:schemeClr>
                </a:solidFill>
              </a:rPr>
              <a:t>identifisere og beskrive trafikkmiljøet, </a:t>
            </a:r>
            <a:r>
              <a:rPr lang="nb-NO" b="1" u="sng" dirty="0"/>
              <a:t>forutse og påpeke mulige risikomomenter </a:t>
            </a:r>
            <a:r>
              <a:rPr lang="nb-NO" dirty="0">
                <a:solidFill>
                  <a:schemeClr val="bg2">
                    <a:lumMod val="50000"/>
                  </a:schemeClr>
                </a:solidFill>
              </a:rPr>
              <a:t>og angi en hensiktsmessig kjøremåte fremover i tid. </a:t>
            </a:r>
          </a:p>
          <a:p>
            <a:endParaRPr lang="nb-NO" dirty="0">
              <a:solidFill>
                <a:schemeClr val="bg2">
                  <a:lumMod val="50000"/>
                </a:schemeClr>
              </a:solidFill>
            </a:endParaRPr>
          </a:p>
          <a:p>
            <a:r>
              <a:rPr lang="nb-NO" dirty="0">
                <a:solidFill>
                  <a:schemeClr val="bg2">
                    <a:lumMod val="50000"/>
                  </a:schemeClr>
                </a:solidFill>
              </a:rPr>
              <a:t>d</a:t>
            </a:r>
            <a:r>
              <a:rPr lang="nb-NO" b="1" u="sng" dirty="0"/>
              <a:t>. oppleve og erfare situasjoner med særlig stor risiko ved inn- og/eller avkjøring </a:t>
            </a:r>
            <a:r>
              <a:rPr lang="nb-NO" dirty="0">
                <a:solidFill>
                  <a:schemeClr val="bg2">
                    <a:lumMod val="50000"/>
                  </a:schemeClr>
                </a:solidFill>
              </a:rPr>
              <a:t>fra større veg og vurdere og utvise hensiktsmessig atferd i slike situasjoner</a:t>
            </a:r>
          </a:p>
          <a:p>
            <a:endParaRPr lang="nb-NO" dirty="0">
              <a:solidFill>
                <a:schemeClr val="bg2">
                  <a:lumMod val="50000"/>
                </a:schemeClr>
              </a:solidFill>
            </a:endParaRPr>
          </a:p>
        </p:txBody>
      </p:sp>
      <p:sp>
        <p:nvSpPr>
          <p:cNvPr id="3" name="TekstSylinder 2">
            <a:extLst>
              <a:ext uri="{FF2B5EF4-FFF2-40B4-BE49-F238E27FC236}">
                <a16:creationId xmlns:a16="http://schemas.microsoft.com/office/drawing/2014/main" id="{E7BA25F4-E493-481B-8AA8-CCCF5D2395F1}"/>
              </a:ext>
            </a:extLst>
          </p:cNvPr>
          <p:cNvSpPr txBox="1"/>
          <p:nvPr/>
        </p:nvSpPr>
        <p:spPr>
          <a:xfrm>
            <a:off x="8616280" y="5373216"/>
            <a:ext cx="2232248" cy="369332"/>
          </a:xfrm>
          <a:prstGeom prst="rect">
            <a:avLst/>
          </a:prstGeom>
          <a:noFill/>
        </p:spPr>
        <p:txBody>
          <a:bodyPr wrap="square" rtlCol="0">
            <a:spAutoFit/>
          </a:bodyPr>
          <a:lstStyle/>
          <a:p>
            <a:r>
              <a:rPr lang="nb-NO" dirty="0"/>
              <a:t>Fortsetter neste side</a:t>
            </a:r>
          </a:p>
        </p:txBody>
      </p:sp>
      <p:pic>
        <p:nvPicPr>
          <p:cNvPr id="5" name="Bilde 4" descr="Et bilde som inneholder tekst, kart&#10;&#10;Automatisk generert beskrivelse">
            <a:extLst>
              <a:ext uri="{FF2B5EF4-FFF2-40B4-BE49-F238E27FC236}">
                <a16:creationId xmlns:a16="http://schemas.microsoft.com/office/drawing/2014/main" id="{7FC895DA-646B-4240-BA22-039098CC20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9336" y="1539924"/>
            <a:ext cx="5831911" cy="4481363"/>
          </a:xfrm>
          <a:prstGeom prst="rect">
            <a:avLst/>
          </a:prstGeom>
        </p:spPr>
      </p:pic>
      <p:sp>
        <p:nvSpPr>
          <p:cNvPr id="7" name="TekstSylinder 6">
            <a:extLst>
              <a:ext uri="{FF2B5EF4-FFF2-40B4-BE49-F238E27FC236}">
                <a16:creationId xmlns:a16="http://schemas.microsoft.com/office/drawing/2014/main" id="{4B5F9AE8-D9EF-4727-8DE2-465F14E8DBF6}"/>
              </a:ext>
            </a:extLst>
          </p:cNvPr>
          <p:cNvSpPr txBox="1"/>
          <p:nvPr/>
        </p:nvSpPr>
        <p:spPr>
          <a:xfrm>
            <a:off x="2853213" y="1700808"/>
            <a:ext cx="5040560" cy="646331"/>
          </a:xfrm>
          <a:prstGeom prst="rect">
            <a:avLst/>
          </a:prstGeom>
          <a:solidFill>
            <a:schemeClr val="bg1"/>
          </a:solidFill>
        </p:spPr>
        <p:txBody>
          <a:bodyPr wrap="square" rtlCol="0">
            <a:spAutoFit/>
          </a:bodyPr>
          <a:lstStyle/>
          <a:p>
            <a:r>
              <a:rPr lang="nb-NO" dirty="0"/>
              <a:t>Strekningen inneholder myse svinger og farlige utkjøringer fra boliger og kryss.</a:t>
            </a:r>
          </a:p>
        </p:txBody>
      </p:sp>
    </p:spTree>
    <p:extLst>
      <p:ext uri="{BB962C8B-B14F-4D97-AF65-F5344CB8AC3E}">
        <p14:creationId xmlns:p14="http://schemas.microsoft.com/office/powerpoint/2010/main" val="1005318506"/>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Bilde 2" descr="Et bilde som inneholder tekst, kart&#10;&#10;Automatisk generert beskrivelse">
            <a:extLst>
              <a:ext uri="{FF2B5EF4-FFF2-40B4-BE49-F238E27FC236}">
                <a16:creationId xmlns:a16="http://schemas.microsoft.com/office/drawing/2014/main" id="{7B351ECB-A77A-4A07-B98E-1AEC5E173D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9336" y="1556792"/>
            <a:ext cx="9111762" cy="3096344"/>
          </a:xfrm>
          <a:prstGeom prst="rect">
            <a:avLst/>
          </a:prstGeom>
        </p:spPr>
      </p:pic>
      <p:sp>
        <p:nvSpPr>
          <p:cNvPr id="2" name="TekstSylinder 1">
            <a:extLst>
              <a:ext uri="{FF2B5EF4-FFF2-40B4-BE49-F238E27FC236}">
                <a16:creationId xmlns:a16="http://schemas.microsoft.com/office/drawing/2014/main" id="{942895B8-3EC8-46E9-BF0C-BE6BCB55EEC6}"/>
              </a:ext>
            </a:extLst>
          </p:cNvPr>
          <p:cNvSpPr txBox="1"/>
          <p:nvPr/>
        </p:nvSpPr>
        <p:spPr>
          <a:xfrm>
            <a:off x="2063552" y="2852936"/>
            <a:ext cx="9646164" cy="3046988"/>
          </a:xfrm>
          <a:prstGeom prst="rect">
            <a:avLst/>
          </a:prstGeom>
          <a:solidFill>
            <a:schemeClr val="bg1"/>
          </a:solidFill>
        </p:spPr>
        <p:txBody>
          <a:bodyPr wrap="square" rtlCol="0">
            <a:spAutoFit/>
          </a:bodyPr>
          <a:lstStyle/>
          <a:p>
            <a:r>
              <a:rPr lang="nb-NO" sz="1600" dirty="0"/>
              <a:t>Eleven skal</a:t>
            </a:r>
          </a:p>
          <a:p>
            <a:r>
              <a:rPr lang="nb-NO" sz="1600" dirty="0"/>
              <a:t>2. videreutvikle sin kjørekompetanse i landevegsmiljø ved å </a:t>
            </a:r>
          </a:p>
          <a:p>
            <a:pPr marL="342900" indent="-342900">
              <a:buAutoNum type="alphaLcPeriod"/>
            </a:pPr>
            <a:r>
              <a:rPr lang="nb-NO" sz="1600" dirty="0"/>
              <a:t>øve på kjøring på landeveg med varierende standard </a:t>
            </a:r>
          </a:p>
          <a:p>
            <a:pPr marL="342900" indent="-342900">
              <a:buAutoNum type="alphaLcPeriod"/>
            </a:pPr>
            <a:r>
              <a:rPr lang="nb-NO" sz="1600" dirty="0"/>
              <a:t>identifisere og beskrive trafikkmiljøet, forutse og påpeke mulige risikomomenter og angi en hensiktsmessig kjøremåte fremover i tid </a:t>
            </a:r>
          </a:p>
          <a:p>
            <a:pPr marL="342900" indent="-342900">
              <a:buAutoNum type="alphaLcPeriod"/>
            </a:pPr>
            <a:r>
              <a:rPr lang="nb-NO" sz="1600" dirty="0"/>
              <a:t>anvende presis kjøreteknikk og videreutvikle en miljøvennlig og økonomisk kjøremåte</a:t>
            </a:r>
          </a:p>
          <a:p>
            <a:pPr marL="342900" indent="-342900">
              <a:buAutoNum type="alphaLcPeriod"/>
            </a:pPr>
            <a:r>
              <a:rPr lang="nb-NO" sz="1600" dirty="0"/>
              <a:t>oppleve og erfare situasjoner med særlig stor risiko ved inn- og/eller avkjøring fra større veg og vurdere og utvise hensiktsmessig atferd i slike situasjoner</a:t>
            </a:r>
          </a:p>
          <a:p>
            <a:pPr marL="342900" indent="-342900">
              <a:buAutoNum type="alphaLcPeriod"/>
            </a:pPr>
            <a:r>
              <a:rPr lang="nb-NO" sz="1600" dirty="0"/>
              <a:t>oppleve og erfare møtesituasjoner og å bli forbikjørt, og vurdere og utvise hensiktsmessig atferd og vilje til å ivareta egen og andres sikkerhet i slike situasjoner og ved vurdering av om egen forbikjøring kan gjennomføres eller ikke  </a:t>
            </a:r>
          </a:p>
          <a:p>
            <a:pPr marL="342900" indent="-342900">
              <a:buAutoNum type="alphaLcPeriod"/>
            </a:pPr>
            <a:r>
              <a:rPr lang="nb-NO" sz="1600" dirty="0"/>
              <a:t>skrive logg. </a:t>
            </a:r>
          </a:p>
        </p:txBody>
      </p:sp>
    </p:spTree>
    <p:extLst>
      <p:ext uri="{BB962C8B-B14F-4D97-AF65-F5344CB8AC3E}">
        <p14:creationId xmlns:p14="http://schemas.microsoft.com/office/powerpoint/2010/main" val="4203077944"/>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a:extLst>
              <a:ext uri="{FF2B5EF4-FFF2-40B4-BE49-F238E27FC236}">
                <a16:creationId xmlns:a16="http://schemas.microsoft.com/office/drawing/2014/main" id="{0B69A517-1684-49B2-BF1F-C7DF4B2CABF1}"/>
              </a:ext>
            </a:extLst>
          </p:cNvPr>
          <p:cNvSpPr txBox="1"/>
          <p:nvPr/>
        </p:nvSpPr>
        <p:spPr>
          <a:xfrm>
            <a:off x="1444450" y="2564904"/>
            <a:ext cx="9548094" cy="646331"/>
          </a:xfrm>
          <a:prstGeom prst="rect">
            <a:avLst/>
          </a:prstGeom>
          <a:noFill/>
        </p:spPr>
        <p:txBody>
          <a:bodyPr wrap="square" rtlCol="0">
            <a:spAutoFit/>
          </a:bodyPr>
          <a:lstStyle/>
          <a:p>
            <a:r>
              <a:rPr lang="nb-NO" dirty="0"/>
              <a:t>Eleven skal ha utviklet vilje til å ta ansvar, til å ta forholdsregler og til å samarbeide i trafikken.</a:t>
            </a:r>
          </a:p>
          <a:p>
            <a:r>
              <a:rPr lang="nb-NO" dirty="0"/>
              <a:t>Skal skrive logg! </a:t>
            </a:r>
          </a:p>
        </p:txBody>
      </p:sp>
    </p:spTree>
    <p:extLst>
      <p:ext uri="{BB962C8B-B14F-4D97-AF65-F5344CB8AC3E}">
        <p14:creationId xmlns:p14="http://schemas.microsoft.com/office/powerpoint/2010/main" val="4195018873"/>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rallellogram 3">
            <a:hlinkClick r:id="rId2" action="ppaction://hlinksldjump"/>
          </p:cNvPr>
          <p:cNvSpPr/>
          <p:nvPr/>
        </p:nvSpPr>
        <p:spPr>
          <a:xfrm>
            <a:off x="2795685" y="152613"/>
            <a:ext cx="1368000" cy="6840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Planlegging og kjøring i variert trafikkmiljø </a:t>
            </a:r>
            <a:endParaRPr lang="nb-NO" sz="900" i="1" dirty="0">
              <a:solidFill>
                <a:schemeClr val="tx1"/>
              </a:solidFill>
            </a:endParaRPr>
          </a:p>
        </p:txBody>
      </p:sp>
      <p:sp>
        <p:nvSpPr>
          <p:cNvPr id="3" name="TekstSylinder 2"/>
          <p:cNvSpPr txBox="1"/>
          <p:nvPr/>
        </p:nvSpPr>
        <p:spPr>
          <a:xfrm>
            <a:off x="1444450" y="1700783"/>
            <a:ext cx="10369152" cy="2308324"/>
          </a:xfrm>
          <a:prstGeom prst="rect">
            <a:avLst/>
          </a:prstGeom>
          <a:solidFill>
            <a:schemeClr val="bg1"/>
          </a:solidFill>
        </p:spPr>
        <p:txBody>
          <a:bodyPr wrap="square" rtlCol="0">
            <a:spAutoFit/>
          </a:bodyPr>
          <a:lstStyle/>
          <a:p>
            <a:r>
              <a:rPr lang="nb-NO" dirty="0"/>
              <a:t>Eleven skal</a:t>
            </a:r>
          </a:p>
          <a:p>
            <a:r>
              <a:rPr lang="nb-NO" dirty="0"/>
              <a:t>3. planlegge og gjennomføre kjøring i variert trafikkmiljø ved å </a:t>
            </a:r>
          </a:p>
          <a:p>
            <a:pPr marL="342900" indent="-342900">
              <a:buFont typeface="+mj-lt"/>
              <a:buAutoNum type="alphaLcParenR"/>
            </a:pPr>
            <a:r>
              <a:rPr lang="nb-NO" dirty="0"/>
              <a:t>anvende hensiktsmessige hjelpemidler for å kunne beskrive, forklare og begrunne ulike forhold en må forvente og ta hensyn til i løpet av kjøreturen</a:t>
            </a:r>
          </a:p>
          <a:p>
            <a:pPr marL="342900" indent="-342900">
              <a:buFont typeface="+mj-lt"/>
              <a:buAutoNum type="alphaLcParenR"/>
            </a:pPr>
            <a:r>
              <a:rPr lang="nb-NO" dirty="0"/>
              <a:t>kjøre selvstendig over lengre strekninger i et skiftende miljø som varierer i vegstandard og mellom typisk landeveg, by- og tettstedsmiljø  </a:t>
            </a:r>
          </a:p>
          <a:p>
            <a:pPr marL="342900" indent="-342900">
              <a:buFont typeface="+mj-lt"/>
              <a:buAutoNum type="alphaLcParenR"/>
            </a:pPr>
            <a:r>
              <a:rPr lang="nb-NO" dirty="0"/>
              <a:t>begrunne handlingsvalg og kjøremåter  </a:t>
            </a:r>
          </a:p>
          <a:p>
            <a:pPr marL="342900" indent="-342900">
              <a:buFont typeface="+mj-lt"/>
              <a:buAutoNum type="alphaLcParenR"/>
            </a:pPr>
            <a:r>
              <a:rPr lang="nb-NO" dirty="0"/>
              <a:t>skrive logg</a:t>
            </a:r>
          </a:p>
        </p:txBody>
      </p:sp>
    </p:spTree>
    <p:extLst>
      <p:ext uri="{BB962C8B-B14F-4D97-AF65-F5344CB8AC3E}">
        <p14:creationId xmlns:p14="http://schemas.microsoft.com/office/powerpoint/2010/main" val="2479500073"/>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139321"/>
          </a:xfrm>
          <a:prstGeom prst="rect">
            <a:avLst/>
          </a:prstGeom>
          <a:solidFill>
            <a:schemeClr val="bg1"/>
          </a:solidFill>
        </p:spPr>
        <p:txBody>
          <a:bodyPr wrap="square" rtlCol="0">
            <a:spAutoFit/>
          </a:bodyPr>
          <a:lstStyle/>
          <a:p>
            <a:r>
              <a:rPr lang="nb-NO" dirty="0"/>
              <a:t>4.1.3 Planlegging og kjøring i variert miljø</a:t>
            </a:r>
          </a:p>
          <a:p>
            <a:r>
              <a:rPr lang="nb-NO" dirty="0"/>
              <a:t> Aktuelt innhold</a:t>
            </a:r>
          </a:p>
          <a:p>
            <a:pPr marL="285750" indent="-285750">
              <a:buFont typeface="Arial" panose="020B0604020202020204" pitchFamily="34" charset="0"/>
              <a:buChar char="•"/>
            </a:pPr>
            <a:r>
              <a:rPr lang="nb-NO" dirty="0"/>
              <a:t>Planlegging av kjøretur og -rute ved hjelp av en planleggingsoppgave som eleven har forberedt seg på</a:t>
            </a:r>
          </a:p>
          <a:p>
            <a:pPr marL="285750" indent="-285750">
              <a:buFont typeface="Arial" panose="020B0604020202020204" pitchFamily="34" charset="0"/>
              <a:buChar char="•"/>
            </a:pPr>
            <a:r>
              <a:rPr lang="nb-NO" dirty="0"/>
              <a:t>Drøfting av løsningsforslag før kjøreturen med medelever og lærer </a:t>
            </a:r>
          </a:p>
          <a:p>
            <a:pPr marL="285750" indent="-285750">
              <a:buFont typeface="Arial" panose="020B0604020202020204" pitchFamily="34" charset="0"/>
              <a:buChar char="•"/>
            </a:pPr>
            <a:r>
              <a:rPr lang="nb-NO" dirty="0"/>
              <a:t>Nødvendige forberedelser før kjøring </a:t>
            </a:r>
          </a:p>
          <a:p>
            <a:pPr marL="285750" indent="-285750">
              <a:buFont typeface="Arial" panose="020B0604020202020204" pitchFamily="34" charset="0"/>
              <a:buChar char="•"/>
            </a:pPr>
            <a:r>
              <a:rPr lang="nb-NO" dirty="0"/>
              <a:t>Selvstendig kjøring over lengre strekninger i et skiftende miljø</a:t>
            </a:r>
          </a:p>
          <a:p>
            <a:pPr marL="285750" indent="-285750">
              <a:buFont typeface="Arial" panose="020B0604020202020204" pitchFamily="34" charset="0"/>
              <a:buChar char="•"/>
            </a:pPr>
            <a:r>
              <a:rPr lang="nb-NO" dirty="0"/>
              <a:t>Kommenterende kjøring</a:t>
            </a:r>
          </a:p>
          <a:p>
            <a:pPr marL="285750" indent="-285750">
              <a:buFont typeface="Arial" panose="020B0604020202020204" pitchFamily="34" charset="0"/>
              <a:buChar char="•"/>
            </a:pPr>
            <a:r>
              <a:rPr lang="nb-NO" dirty="0"/>
              <a:t>Begrunne egne handlingsvalg i etterkant av en situasjon</a:t>
            </a:r>
          </a:p>
          <a:p>
            <a:pPr marL="285750" indent="-285750">
              <a:buFont typeface="Arial" panose="020B0604020202020204" pitchFamily="34" charset="0"/>
              <a:buChar char="•"/>
            </a:pPr>
            <a:r>
              <a:rPr lang="nb-NO" dirty="0"/>
              <a:t>Påvirke oppmerksomheten ved bevisst bruk av ulike distraksjoner </a:t>
            </a:r>
          </a:p>
          <a:p>
            <a:pPr marL="285750" indent="-285750">
              <a:buFont typeface="Arial" panose="020B0604020202020204" pitchFamily="34" charset="0"/>
              <a:buChar char="•"/>
            </a:pPr>
            <a:r>
              <a:rPr lang="nb-NO" dirty="0"/>
              <a:t>Skrive logg med opplevelser og erfaringer både underveis og ved avslutningen av denne delen som kan brukes som basis for avsluttende refleksjon og oppsummering av kurset</a:t>
            </a:r>
          </a:p>
        </p:txBody>
      </p:sp>
    </p:spTree>
    <p:extLst>
      <p:ext uri="{BB962C8B-B14F-4D97-AF65-F5344CB8AC3E}">
        <p14:creationId xmlns:p14="http://schemas.microsoft.com/office/powerpoint/2010/main" val="2963866335"/>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p:cNvSpPr txBox="1"/>
          <p:nvPr/>
        </p:nvSpPr>
        <p:spPr>
          <a:xfrm>
            <a:off x="1343472" y="1746949"/>
            <a:ext cx="9966074" cy="646331"/>
          </a:xfrm>
          <a:prstGeom prst="rect">
            <a:avLst/>
          </a:prstGeom>
          <a:noFill/>
        </p:spPr>
        <p:txBody>
          <a:bodyPr wrap="square" rtlCol="0">
            <a:spAutoFit/>
          </a:bodyPr>
          <a:lstStyle/>
          <a:p>
            <a:r>
              <a:rPr lang="nb-NO" dirty="0"/>
              <a:t>Forventer at eleven er uthvilt, har tatt forhåndsundersøkelser for en sikker tur gjennom analyse av</a:t>
            </a:r>
          </a:p>
          <a:p>
            <a:r>
              <a:rPr lang="nb-NO" dirty="0"/>
              <a:t>veitjenesten, føre, kø, trafikkuhell, </a:t>
            </a:r>
            <a:r>
              <a:rPr lang="nb-NO" dirty="0" err="1"/>
              <a:t>etc</a:t>
            </a:r>
            <a:endParaRPr lang="nb-NO" dirty="0"/>
          </a:p>
        </p:txBody>
      </p:sp>
    </p:spTree>
    <p:extLst>
      <p:ext uri="{BB962C8B-B14F-4D97-AF65-F5344CB8AC3E}">
        <p14:creationId xmlns:p14="http://schemas.microsoft.com/office/powerpoint/2010/main" val="2463824194"/>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p:cNvSpPr txBox="1"/>
          <p:nvPr/>
        </p:nvSpPr>
        <p:spPr>
          <a:xfrm>
            <a:off x="2063552" y="2070115"/>
            <a:ext cx="6696744" cy="3139321"/>
          </a:xfrm>
          <a:prstGeom prst="rect">
            <a:avLst/>
          </a:prstGeom>
          <a:noFill/>
        </p:spPr>
        <p:txBody>
          <a:bodyPr wrap="square" rtlCol="0">
            <a:spAutoFit/>
          </a:bodyPr>
          <a:lstStyle/>
          <a:p>
            <a:r>
              <a:rPr lang="nb-NO" dirty="0"/>
              <a:t>Lærer må være aktiv i det å skape refleksjon over utførte handlinger ved å utfordre eleven på egne handlinger og knytte dette opp mot elevenes valg. Dette betyr at lærer bruker handlingen i kjøreprosessen for å kartlegge om det er S-O eller A som var «problemet».</a:t>
            </a:r>
          </a:p>
          <a:p>
            <a:r>
              <a:rPr lang="nb-NO" dirty="0"/>
              <a:t>	Teknikker:</a:t>
            </a:r>
          </a:p>
          <a:p>
            <a:r>
              <a:rPr lang="nb-NO" dirty="0"/>
              <a:t>	spørrende</a:t>
            </a:r>
          </a:p>
          <a:p>
            <a:r>
              <a:rPr lang="nb-NO" dirty="0"/>
              <a:t>	problemorientert undervisning</a:t>
            </a:r>
          </a:p>
          <a:p>
            <a:r>
              <a:rPr lang="nb-NO" dirty="0"/>
              <a:t>	kvalitative spørsmål – forhold deg til emne</a:t>
            </a:r>
          </a:p>
          <a:p>
            <a:r>
              <a:rPr lang="nb-NO" dirty="0"/>
              <a:t>	bygge på det eleven sier</a:t>
            </a:r>
          </a:p>
          <a:p>
            <a:r>
              <a:rPr lang="nb-NO" dirty="0"/>
              <a:t>	veiledning</a:t>
            </a:r>
          </a:p>
          <a:p>
            <a:r>
              <a:rPr lang="nb-NO" dirty="0"/>
              <a:t>	Unngå lukket spørsmål – åpne spørsmål er å foretrekke</a:t>
            </a:r>
          </a:p>
        </p:txBody>
      </p:sp>
    </p:spTree>
    <p:extLst>
      <p:ext uri="{BB962C8B-B14F-4D97-AF65-F5344CB8AC3E}">
        <p14:creationId xmlns:p14="http://schemas.microsoft.com/office/powerpoint/2010/main" val="1201510719"/>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p:cNvSpPr txBox="1"/>
          <p:nvPr/>
        </p:nvSpPr>
        <p:spPr>
          <a:xfrm>
            <a:off x="1991544" y="1916832"/>
            <a:ext cx="9937104" cy="369332"/>
          </a:xfrm>
          <a:prstGeom prst="rect">
            <a:avLst/>
          </a:prstGeom>
          <a:noFill/>
        </p:spPr>
        <p:txBody>
          <a:bodyPr wrap="square" rtlCol="0">
            <a:spAutoFit/>
          </a:bodyPr>
          <a:lstStyle/>
          <a:p>
            <a:endParaRPr lang="nb-NO" dirty="0"/>
          </a:p>
        </p:txBody>
      </p:sp>
      <p:sp>
        <p:nvSpPr>
          <p:cNvPr id="5" name="TekstSylinder 4">
            <a:extLst>
              <a:ext uri="{FF2B5EF4-FFF2-40B4-BE49-F238E27FC236}">
                <a16:creationId xmlns:a16="http://schemas.microsoft.com/office/drawing/2014/main" id="{230A7ABF-A0E2-4831-A7A9-4955FA27533C}"/>
              </a:ext>
            </a:extLst>
          </p:cNvPr>
          <p:cNvSpPr txBox="1"/>
          <p:nvPr/>
        </p:nvSpPr>
        <p:spPr>
          <a:xfrm>
            <a:off x="1444450" y="2109668"/>
            <a:ext cx="3995196" cy="1754326"/>
          </a:xfrm>
          <a:prstGeom prst="rect">
            <a:avLst/>
          </a:prstGeom>
          <a:noFill/>
        </p:spPr>
        <p:txBody>
          <a:bodyPr wrap="none" rtlCol="0">
            <a:spAutoFit/>
          </a:bodyPr>
          <a:lstStyle/>
          <a:p>
            <a:r>
              <a:rPr lang="nb-NO" dirty="0"/>
              <a:t>Ut ifra målverbet velger vi metoder som:</a:t>
            </a:r>
          </a:p>
          <a:p>
            <a:r>
              <a:rPr lang="nb-NO" dirty="0"/>
              <a:t>Oppgaveløsning</a:t>
            </a:r>
          </a:p>
          <a:p>
            <a:r>
              <a:rPr lang="nb-NO" dirty="0"/>
              <a:t>Gruppearbeid</a:t>
            </a:r>
          </a:p>
          <a:p>
            <a:r>
              <a:rPr lang="nb-NO" dirty="0"/>
              <a:t>Problemorientert undervisning</a:t>
            </a:r>
          </a:p>
          <a:p>
            <a:r>
              <a:rPr lang="nb-NO" dirty="0"/>
              <a:t>Veiledning</a:t>
            </a:r>
          </a:p>
          <a:p>
            <a:r>
              <a:rPr lang="nb-NO" dirty="0"/>
              <a:t>Spørrende</a:t>
            </a:r>
          </a:p>
        </p:txBody>
      </p:sp>
    </p:spTree>
    <p:extLst>
      <p:ext uri="{BB962C8B-B14F-4D97-AF65-F5344CB8AC3E}">
        <p14:creationId xmlns:p14="http://schemas.microsoft.com/office/powerpoint/2010/main" val="681748209"/>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6" name="TekstSylinder 5">
            <a:extLst>
              <a:ext uri="{FF2B5EF4-FFF2-40B4-BE49-F238E27FC236}">
                <a16:creationId xmlns:a16="http://schemas.microsoft.com/office/drawing/2014/main" id="{0ECDE434-BAA8-4899-B31E-745AF7D61A23}"/>
              </a:ext>
            </a:extLst>
          </p:cNvPr>
          <p:cNvSpPr txBox="1"/>
          <p:nvPr/>
        </p:nvSpPr>
        <p:spPr>
          <a:xfrm>
            <a:off x="1250069" y="1700783"/>
            <a:ext cx="10757914" cy="4154984"/>
          </a:xfrm>
          <a:prstGeom prst="rect">
            <a:avLst/>
          </a:prstGeom>
          <a:noFill/>
        </p:spPr>
        <p:txBody>
          <a:bodyPr wrap="square" rtlCol="0">
            <a:spAutoFit/>
          </a:bodyPr>
          <a:lstStyle/>
          <a:p>
            <a:r>
              <a:rPr lang="nb-NO" sz="1200" b="1" dirty="0"/>
              <a:t>Sikkerhetskurs på veg, avsluttende kjøretur 4.1.3</a:t>
            </a:r>
            <a:endParaRPr lang="nb-NO" sz="1200" dirty="0"/>
          </a:p>
          <a:p>
            <a:r>
              <a:rPr lang="nb-NO" sz="1200" dirty="0"/>
              <a:t>Denne kjøreturen skal nå vise om dere er i stand til å klare dere på egen hånd i trafikken.  Oppgavene denne dagen blir derfor å finne frem til ulike destinasjoner ved å planlegg den tryggeste og mest effektive ruten, samt å beregne tid for ankomstene til:</a:t>
            </a:r>
          </a:p>
          <a:p>
            <a:r>
              <a:rPr lang="nb-NO" sz="1200" dirty="0"/>
              <a:t> </a:t>
            </a:r>
          </a:p>
          <a:p>
            <a:pPr marL="171450" lvl="0" indent="-171450">
              <a:buFont typeface="Arial" panose="020B0604020202020204" pitchFamily="34" charset="0"/>
              <a:buChar char="•"/>
            </a:pPr>
            <a:r>
              <a:rPr lang="nb-NO" sz="1200" dirty="0"/>
              <a:t>Billingstad trafikkstasjon, Stasjonsveien 21, 1396 Billingstad</a:t>
            </a:r>
          </a:p>
          <a:p>
            <a:pPr marL="171450" lvl="0" indent="-171450">
              <a:buFont typeface="Arial" panose="020B0604020202020204" pitchFamily="34" charset="0"/>
              <a:buChar char="•"/>
            </a:pPr>
            <a:r>
              <a:rPr lang="nb-NO" sz="1200" dirty="0"/>
              <a:t>Geithus jernbanestasjon, 3360 Geithus</a:t>
            </a:r>
          </a:p>
          <a:p>
            <a:pPr marL="171450" lvl="0" indent="-171450">
              <a:buFont typeface="Arial" panose="020B0604020202020204" pitchFamily="34" charset="0"/>
              <a:buChar char="•"/>
            </a:pPr>
            <a:r>
              <a:rPr lang="nb-NO" sz="1200" dirty="0"/>
              <a:t>Tippen Galaxy grill, 4790, Kongens Gate, 3510 Hønefoss</a:t>
            </a:r>
          </a:p>
          <a:p>
            <a:pPr marL="171450" lvl="0" indent="-171450">
              <a:buFont typeface="Arial" panose="020B0604020202020204" pitchFamily="34" charset="0"/>
              <a:buChar char="•"/>
            </a:pPr>
            <a:r>
              <a:rPr lang="nb-NO" sz="1200" dirty="0"/>
              <a:t>Drøbak trafikkstasjon, </a:t>
            </a:r>
            <a:r>
              <a:rPr lang="nb-NO" sz="1200" dirty="0" err="1"/>
              <a:t>Loimaaveien</a:t>
            </a:r>
            <a:r>
              <a:rPr lang="nb-NO" sz="1200" dirty="0"/>
              <a:t> 9, 1440 Drøbak</a:t>
            </a:r>
          </a:p>
          <a:p>
            <a:pPr marL="171450" lvl="0" indent="-171450">
              <a:buFont typeface="Arial" panose="020B0604020202020204" pitchFamily="34" charset="0"/>
              <a:buChar char="•"/>
            </a:pPr>
            <a:r>
              <a:rPr lang="nb-NO" sz="1200" dirty="0"/>
              <a:t>Drammen sykehus, Dronninggata 28, 3004 Drammen</a:t>
            </a:r>
          </a:p>
          <a:p>
            <a:pPr marL="171450" lvl="0" indent="-171450">
              <a:buFont typeface="Arial" panose="020B0604020202020204" pitchFamily="34" charset="0"/>
              <a:buChar char="•"/>
            </a:pPr>
            <a:r>
              <a:rPr lang="nb-NO" sz="1200" dirty="0"/>
              <a:t>Røyken og Hurum Trafikkskole, Nordre </a:t>
            </a:r>
            <a:r>
              <a:rPr lang="nb-NO" sz="1200" dirty="0" err="1"/>
              <a:t>Sætrevei</a:t>
            </a:r>
            <a:r>
              <a:rPr lang="nb-NO" sz="1200" dirty="0"/>
              <a:t> 46, 3475 Sætre</a:t>
            </a:r>
          </a:p>
          <a:p>
            <a:r>
              <a:rPr lang="nb-NO" sz="1200" dirty="0"/>
              <a:t>  </a:t>
            </a:r>
          </a:p>
          <a:p>
            <a:pPr lvl="0"/>
            <a:r>
              <a:rPr lang="nb-NO" sz="1200" dirty="0"/>
              <a:t>Som del av kompetansen skal dere:</a:t>
            </a:r>
          </a:p>
          <a:p>
            <a:pPr lvl="0"/>
            <a:r>
              <a:rPr lang="nb-NO" sz="1200" dirty="0"/>
              <a:t>Beskrive, forklare og begrunne ulike forhold du forventer og må ta hensyn til på turen. </a:t>
            </a:r>
          </a:p>
          <a:p>
            <a:pPr lvl="0"/>
            <a:r>
              <a:rPr lang="nb-NO" sz="1200" dirty="0"/>
              <a:t>Dokumentere gjennomsnittlig drivstofforbruk for hele oppdraget.</a:t>
            </a:r>
          </a:p>
          <a:p>
            <a:pPr lvl="0"/>
            <a:r>
              <a:rPr lang="nb-NO" sz="1200" dirty="0"/>
              <a:t>Loggføre dine erfaringer og opplevelser.</a:t>
            </a:r>
          </a:p>
          <a:p>
            <a:r>
              <a:rPr lang="nb-NO" sz="1200" dirty="0"/>
              <a:t> </a:t>
            </a:r>
          </a:p>
          <a:p>
            <a:pPr lvl="0"/>
            <a:r>
              <a:rPr lang="nb-NO" sz="1200" dirty="0"/>
              <a:t>Kjøringen skal være:</a:t>
            </a:r>
          </a:p>
          <a:p>
            <a:pPr lvl="0"/>
            <a:r>
              <a:rPr lang="nb-NO" sz="1200" dirty="0"/>
              <a:t>trafikksikker</a:t>
            </a:r>
          </a:p>
          <a:p>
            <a:pPr lvl="0"/>
            <a:r>
              <a:rPr lang="nb-NO" sz="1200" dirty="0"/>
              <a:t>gi god samhandling</a:t>
            </a:r>
          </a:p>
          <a:p>
            <a:pPr lvl="0"/>
            <a:r>
              <a:rPr lang="nb-NO" sz="1200" dirty="0"/>
              <a:t>føre til god trafikkavvikling </a:t>
            </a:r>
          </a:p>
          <a:p>
            <a:pPr lvl="0"/>
            <a:r>
              <a:rPr lang="nb-NO" sz="1200" dirty="0"/>
              <a:t>ta hensyn til helse, miljø og andres behov </a:t>
            </a:r>
          </a:p>
          <a:p>
            <a:pPr lvl="0"/>
            <a:r>
              <a:rPr lang="nb-NO" sz="1200" dirty="0"/>
              <a:t>i samsvar med gjeldende regelverk</a:t>
            </a:r>
          </a:p>
        </p:txBody>
      </p:sp>
      <p:sp>
        <p:nvSpPr>
          <p:cNvPr id="7" name="TekstSylinder 6">
            <a:extLst>
              <a:ext uri="{FF2B5EF4-FFF2-40B4-BE49-F238E27FC236}">
                <a16:creationId xmlns:a16="http://schemas.microsoft.com/office/drawing/2014/main" id="{A8F26BE8-91B5-49CE-9825-85DE0FFA74E8}"/>
              </a:ext>
            </a:extLst>
          </p:cNvPr>
          <p:cNvSpPr txBox="1"/>
          <p:nvPr/>
        </p:nvSpPr>
        <p:spPr>
          <a:xfrm>
            <a:off x="9840416" y="5733256"/>
            <a:ext cx="1621406" cy="369332"/>
          </a:xfrm>
          <a:prstGeom prst="rect">
            <a:avLst/>
          </a:prstGeom>
          <a:noFill/>
        </p:spPr>
        <p:txBody>
          <a:bodyPr wrap="none" rtlCol="0">
            <a:spAutoFit/>
          </a:bodyPr>
          <a:lstStyle/>
          <a:p>
            <a:r>
              <a:rPr lang="nb-NO" dirty="0"/>
              <a:t>Rute neste side</a:t>
            </a:r>
          </a:p>
        </p:txBody>
      </p:sp>
    </p:spTree>
    <p:extLst>
      <p:ext uri="{BB962C8B-B14F-4D97-AF65-F5344CB8AC3E}">
        <p14:creationId xmlns:p14="http://schemas.microsoft.com/office/powerpoint/2010/main" val="145847732"/>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a:extLst>
              <a:ext uri="{FF2B5EF4-FFF2-40B4-BE49-F238E27FC236}">
                <a16:creationId xmlns:a16="http://schemas.microsoft.com/office/drawing/2014/main" id="{88259169-A4FC-42AC-880F-45225DDEE452}"/>
              </a:ext>
            </a:extLst>
          </p:cNvPr>
          <p:cNvSpPr txBox="1"/>
          <p:nvPr/>
        </p:nvSpPr>
        <p:spPr>
          <a:xfrm>
            <a:off x="6295735" y="1700783"/>
            <a:ext cx="5517867" cy="4524315"/>
          </a:xfrm>
          <a:prstGeom prst="rect">
            <a:avLst/>
          </a:prstGeom>
          <a:noFill/>
        </p:spPr>
        <p:txBody>
          <a:bodyPr wrap="square" rtlCol="0">
            <a:spAutoFit/>
          </a:bodyPr>
          <a:lstStyle/>
          <a:p>
            <a:r>
              <a:rPr lang="nb-NO" sz="1600" b="1" dirty="0"/>
              <a:t>Sikkerhetskurs på veg, avsluttende kjøretur 4.1.3</a:t>
            </a:r>
            <a:endParaRPr lang="nb-NO" sz="1600" dirty="0"/>
          </a:p>
          <a:p>
            <a:r>
              <a:rPr lang="nb-NO" sz="1600" dirty="0"/>
              <a:t>Denne kjøreturen skal nå vise om dere er i stand til å klare dere på egen hånd i trafikken.  Oppgavene denne dagen blir derfor å finne frem til ulike destinasjoner ved å planlegg den tryggeste og mest effektive ruten, samt å beregne tid for ankomstene til:</a:t>
            </a:r>
          </a:p>
          <a:p>
            <a:pPr>
              <a:lnSpc>
                <a:spcPct val="150000"/>
              </a:lnSpc>
            </a:pPr>
            <a:endParaRPr lang="nb-NO" sz="1600" dirty="0"/>
          </a:p>
          <a:p>
            <a:pPr marL="342900" lvl="0" indent="-342900">
              <a:lnSpc>
                <a:spcPct val="150000"/>
              </a:lnSpc>
              <a:buFont typeface="Arial" panose="020B0604020202020204" pitchFamily="34" charset="0"/>
              <a:buChar char="•"/>
            </a:pPr>
            <a:r>
              <a:rPr lang="nb-NO" sz="1600" dirty="0"/>
              <a:t>Billingstad trafikkstasjon, Stasjonsveien 21, 1396 Billingstad</a:t>
            </a:r>
          </a:p>
          <a:p>
            <a:pPr marL="342900" lvl="0" indent="-342900">
              <a:lnSpc>
                <a:spcPct val="150000"/>
              </a:lnSpc>
              <a:buFont typeface="Arial" panose="020B0604020202020204" pitchFamily="34" charset="0"/>
              <a:buChar char="•"/>
            </a:pPr>
            <a:r>
              <a:rPr lang="nb-NO" sz="1600" dirty="0"/>
              <a:t>Geithus jernbanestasjon, 3360 Geithus</a:t>
            </a:r>
          </a:p>
          <a:p>
            <a:pPr marL="342900" lvl="0" indent="-342900">
              <a:lnSpc>
                <a:spcPct val="150000"/>
              </a:lnSpc>
              <a:buFont typeface="Arial" panose="020B0604020202020204" pitchFamily="34" charset="0"/>
              <a:buChar char="•"/>
            </a:pPr>
            <a:r>
              <a:rPr lang="nb-NO" sz="1600" dirty="0"/>
              <a:t>Tippen Galaxy grill, 4790, Kongens Gate, 3510 Hønefoss</a:t>
            </a:r>
          </a:p>
          <a:p>
            <a:pPr marL="342900" lvl="0" indent="-342900">
              <a:lnSpc>
                <a:spcPct val="150000"/>
              </a:lnSpc>
              <a:buFont typeface="Arial" panose="020B0604020202020204" pitchFamily="34" charset="0"/>
              <a:buChar char="•"/>
            </a:pPr>
            <a:r>
              <a:rPr lang="nb-NO" sz="1600" dirty="0"/>
              <a:t>Drøbak trafikkstasjon, </a:t>
            </a:r>
            <a:r>
              <a:rPr lang="nb-NO" sz="1600" dirty="0" err="1"/>
              <a:t>Loimaaveien</a:t>
            </a:r>
            <a:r>
              <a:rPr lang="nb-NO" sz="1600" dirty="0"/>
              <a:t> 9, 1440 Drøbak</a:t>
            </a:r>
          </a:p>
          <a:p>
            <a:pPr marL="342900" lvl="0" indent="-342900">
              <a:lnSpc>
                <a:spcPct val="150000"/>
              </a:lnSpc>
              <a:buFont typeface="Arial" panose="020B0604020202020204" pitchFamily="34" charset="0"/>
              <a:buChar char="•"/>
            </a:pPr>
            <a:r>
              <a:rPr lang="nb-NO" sz="1600" dirty="0"/>
              <a:t>Drammen sykehus, Dronninggata 28, 3004 Drammen</a:t>
            </a:r>
          </a:p>
          <a:p>
            <a:pPr marL="342900" lvl="0" indent="-342900">
              <a:lnSpc>
                <a:spcPct val="150000"/>
              </a:lnSpc>
              <a:buFont typeface="Arial" panose="020B0604020202020204" pitchFamily="34" charset="0"/>
              <a:buChar char="•"/>
            </a:pPr>
            <a:r>
              <a:rPr lang="nb-NO" sz="1600" dirty="0"/>
              <a:t>Røyken og Hurum Trafikkskole, Nordre </a:t>
            </a:r>
            <a:r>
              <a:rPr lang="nb-NO" sz="1600" dirty="0" err="1"/>
              <a:t>Sætrevei</a:t>
            </a:r>
            <a:r>
              <a:rPr lang="nb-NO" sz="1600" dirty="0"/>
              <a:t> 46, 3475 Sætre</a:t>
            </a:r>
          </a:p>
          <a:p>
            <a:endParaRPr lang="nb-NO" sz="1600" dirty="0"/>
          </a:p>
        </p:txBody>
      </p:sp>
      <p:pic>
        <p:nvPicPr>
          <p:cNvPr id="5" name="Bilde 4" descr="Et bilde som inneholder tekst, kart&#10;&#10;Automatisk generert beskrivelse">
            <a:extLst>
              <a:ext uri="{FF2B5EF4-FFF2-40B4-BE49-F238E27FC236}">
                <a16:creationId xmlns:a16="http://schemas.microsoft.com/office/drawing/2014/main" id="{22AA6E7C-9913-4FF6-AAE8-4F3B72D80B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1343" y="1542090"/>
            <a:ext cx="6104392" cy="4545985"/>
          </a:xfrm>
          <a:prstGeom prst="rect">
            <a:avLst/>
          </a:prstGeom>
        </p:spPr>
      </p:pic>
    </p:spTree>
    <p:extLst>
      <p:ext uri="{BB962C8B-B14F-4D97-AF65-F5344CB8AC3E}">
        <p14:creationId xmlns:p14="http://schemas.microsoft.com/office/powerpoint/2010/main" val="1972645719"/>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p:cNvSpPr txBox="1"/>
          <p:nvPr/>
        </p:nvSpPr>
        <p:spPr>
          <a:xfrm>
            <a:off x="1775520" y="1864845"/>
            <a:ext cx="9169696" cy="923330"/>
          </a:xfrm>
          <a:prstGeom prst="rect">
            <a:avLst/>
          </a:prstGeom>
          <a:noFill/>
        </p:spPr>
        <p:txBody>
          <a:bodyPr wrap="square" rtlCol="0">
            <a:spAutoFit/>
          </a:bodyPr>
          <a:lstStyle/>
          <a:p>
            <a:r>
              <a:rPr lang="nb-NO" dirty="0"/>
              <a:t>På bakgrunn av elevens egne handlings og vurderingstendenser skal de ta stilling til utførelsen av kjøreoppdraget i forhold til egen plan om gjennomføringen. Han skal føre logg og se dette opp mot «firmaets motto» ( hovedmålene)</a:t>
            </a:r>
          </a:p>
        </p:txBody>
      </p:sp>
    </p:spTree>
    <p:extLst>
      <p:ext uri="{BB962C8B-B14F-4D97-AF65-F5344CB8AC3E}">
        <p14:creationId xmlns:p14="http://schemas.microsoft.com/office/powerpoint/2010/main" val="1995473936"/>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arallellogram 4">
            <a:hlinkClick r:id="rId2" action="ppaction://hlinksldjump"/>
          </p:cNvPr>
          <p:cNvSpPr/>
          <p:nvPr/>
        </p:nvSpPr>
        <p:spPr>
          <a:xfrm>
            <a:off x="4038212" y="152613"/>
            <a:ext cx="1368000" cy="684000"/>
          </a:xfrm>
          <a:prstGeom prst="parallelogram">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sz="900" dirty="0">
                <a:solidFill>
                  <a:schemeClr val="tx1"/>
                </a:solidFill>
              </a:rPr>
              <a:t>Refleksjon og oppsummering</a:t>
            </a:r>
            <a:endParaRPr lang="nb-NO" sz="900" i="1" dirty="0">
              <a:solidFill>
                <a:schemeClr val="tx1"/>
              </a:solidFill>
            </a:endParaRPr>
          </a:p>
        </p:txBody>
      </p:sp>
      <p:sp>
        <p:nvSpPr>
          <p:cNvPr id="3" name="TekstSylinder 2"/>
          <p:cNvSpPr txBox="1"/>
          <p:nvPr/>
        </p:nvSpPr>
        <p:spPr>
          <a:xfrm>
            <a:off x="1444450" y="1700783"/>
            <a:ext cx="10369152" cy="2031325"/>
          </a:xfrm>
          <a:prstGeom prst="rect">
            <a:avLst/>
          </a:prstGeom>
          <a:solidFill>
            <a:schemeClr val="bg1"/>
          </a:solidFill>
        </p:spPr>
        <p:txBody>
          <a:bodyPr wrap="square" rtlCol="0">
            <a:spAutoFit/>
          </a:bodyPr>
          <a:lstStyle/>
          <a:p>
            <a:r>
              <a:rPr lang="nb-NO" dirty="0"/>
              <a:t>Eleven skal</a:t>
            </a:r>
          </a:p>
          <a:p>
            <a:r>
              <a:rPr lang="nb-NO" dirty="0"/>
              <a:t>4. reflektere over sine erfaringer og opplevelser ved å </a:t>
            </a:r>
          </a:p>
          <a:p>
            <a:pPr marL="342900" indent="-342900">
              <a:buFont typeface="+mj-lt"/>
              <a:buAutoNum type="alphaLcParenR"/>
            </a:pPr>
            <a:r>
              <a:rPr lang="nb-NO" dirty="0"/>
              <a:t>dele disse med medelever og lærere</a:t>
            </a:r>
          </a:p>
          <a:p>
            <a:pPr marL="342900" indent="-342900">
              <a:buFont typeface="+mj-lt"/>
              <a:buAutoNum type="alphaLcParenR"/>
            </a:pPr>
            <a:r>
              <a:rPr lang="nb-NO" dirty="0"/>
              <a:t>beskrive og begrunne egne valg og kjøremåter</a:t>
            </a:r>
          </a:p>
          <a:p>
            <a:pPr marL="342900" indent="-342900">
              <a:buFont typeface="+mj-lt"/>
              <a:buAutoNum type="alphaLcParenR"/>
            </a:pPr>
            <a:r>
              <a:rPr lang="nb-NO" dirty="0"/>
              <a:t>vurdere egne sterke og svake sider som bilfører og velge ut områder med utviklings muligheter</a:t>
            </a:r>
          </a:p>
          <a:p>
            <a:pPr marL="342900" indent="-342900">
              <a:buFont typeface="+mj-lt"/>
              <a:buAutoNum type="alphaLcParenR"/>
            </a:pPr>
            <a:r>
              <a:rPr lang="nb-NO" dirty="0"/>
              <a:t>vurdere og ta stilling til ulike løsninger i en gitt problemstilling, gjøre rede for sitt syn og kunne argumentere for dette</a:t>
            </a:r>
          </a:p>
        </p:txBody>
      </p:sp>
    </p:spTree>
    <p:extLst>
      <p:ext uri="{BB962C8B-B14F-4D97-AF65-F5344CB8AC3E}">
        <p14:creationId xmlns:p14="http://schemas.microsoft.com/office/powerpoint/2010/main" val="4150606560"/>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2585323"/>
          </a:xfrm>
          <a:prstGeom prst="rect">
            <a:avLst/>
          </a:prstGeom>
          <a:solidFill>
            <a:schemeClr val="bg1"/>
          </a:solidFill>
        </p:spPr>
        <p:txBody>
          <a:bodyPr wrap="square" rtlCol="0">
            <a:spAutoFit/>
          </a:bodyPr>
          <a:lstStyle/>
          <a:p>
            <a:r>
              <a:rPr lang="nb-NO" dirty="0"/>
              <a:t>4.1.4 Refleksjon og oppsummering </a:t>
            </a:r>
          </a:p>
          <a:p>
            <a:r>
              <a:rPr lang="nb-NO" dirty="0"/>
              <a:t>Aktuelt innhold</a:t>
            </a:r>
          </a:p>
          <a:p>
            <a:pPr marL="285750" indent="-285750">
              <a:buFont typeface="Arial" panose="020B0604020202020204" pitchFamily="34" charset="0"/>
              <a:buChar char="•"/>
            </a:pPr>
            <a:r>
              <a:rPr lang="nb-NO" dirty="0"/>
              <a:t>Erfaringsdeling og meningsutveksling </a:t>
            </a:r>
          </a:p>
          <a:p>
            <a:pPr marL="285750" indent="-285750">
              <a:buFont typeface="Arial" panose="020B0604020202020204" pitchFamily="34" charset="0"/>
              <a:buChar char="•"/>
            </a:pPr>
            <a:r>
              <a:rPr lang="nb-NO" dirty="0"/>
              <a:t>Refleksjon over egne erfaringer og opplevelser </a:t>
            </a:r>
          </a:p>
          <a:p>
            <a:pPr marL="285750" indent="-285750">
              <a:buFont typeface="Arial" panose="020B0604020202020204" pitchFamily="34" charset="0"/>
              <a:buChar char="•"/>
            </a:pPr>
            <a:r>
              <a:rPr lang="nb-NO" dirty="0"/>
              <a:t>Logg</a:t>
            </a:r>
          </a:p>
          <a:p>
            <a:pPr marL="285750" indent="-285750">
              <a:buFont typeface="Arial" panose="020B0604020202020204" pitchFamily="34" charset="0"/>
              <a:buChar char="•"/>
            </a:pPr>
            <a:r>
              <a:rPr lang="nb-NO" dirty="0"/>
              <a:t>Kjørekompetanse/kjøredyktighet</a:t>
            </a:r>
          </a:p>
          <a:p>
            <a:pPr marL="285750" indent="-285750">
              <a:buFont typeface="Arial" panose="020B0604020202020204" pitchFamily="34" charset="0"/>
              <a:buChar char="•"/>
            </a:pPr>
            <a:r>
              <a:rPr lang="nb-NO" dirty="0"/>
              <a:t>Verdier, normer og holdninger</a:t>
            </a:r>
          </a:p>
          <a:p>
            <a:pPr marL="285750" indent="-285750">
              <a:buFont typeface="Arial" panose="020B0604020202020204" pitchFamily="34" charset="0"/>
              <a:buChar char="•"/>
            </a:pPr>
            <a:r>
              <a:rPr lang="nb-NO" dirty="0"/>
              <a:t>Handlings- og vurderingstendenser og mulige konsekvenser av disse i trafikal sammenheng</a:t>
            </a:r>
          </a:p>
          <a:p>
            <a:pPr marL="285750" indent="-285750">
              <a:buFont typeface="Arial" panose="020B0604020202020204" pitchFamily="34" charset="0"/>
              <a:buChar char="•"/>
            </a:pPr>
            <a:r>
              <a:rPr lang="nb-NO" dirty="0"/>
              <a:t>Egne sterke og svake sider som bilførere og utviklingsmuligheter</a:t>
            </a:r>
          </a:p>
        </p:txBody>
      </p:sp>
    </p:spTree>
    <p:extLst>
      <p:ext uri="{BB962C8B-B14F-4D97-AF65-F5344CB8AC3E}">
        <p14:creationId xmlns:p14="http://schemas.microsoft.com/office/powerpoint/2010/main" val="2625683273"/>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p:cNvSpPr txBox="1"/>
          <p:nvPr/>
        </p:nvSpPr>
        <p:spPr>
          <a:xfrm>
            <a:off x="1631950" y="1841222"/>
            <a:ext cx="9836126" cy="646331"/>
          </a:xfrm>
          <a:prstGeom prst="rect">
            <a:avLst/>
          </a:prstGeom>
          <a:noFill/>
        </p:spPr>
        <p:txBody>
          <a:bodyPr wrap="square" rtlCol="0">
            <a:spAutoFit/>
          </a:bodyPr>
          <a:lstStyle/>
          <a:p>
            <a:r>
              <a:rPr lang="nb-NO" dirty="0"/>
              <a:t>Forventer at eleven har ført logg fra begge sikkerhetskursene og denne er medbragt samlingen.</a:t>
            </a:r>
          </a:p>
          <a:p>
            <a:r>
              <a:rPr lang="nb-NO" dirty="0"/>
              <a:t>Videre at han selv er bevisst egne handlings og vurderingstendenser og ser egne sterke og svake sider.</a:t>
            </a:r>
          </a:p>
        </p:txBody>
      </p:sp>
    </p:spTree>
    <p:extLst>
      <p:ext uri="{BB962C8B-B14F-4D97-AF65-F5344CB8AC3E}">
        <p14:creationId xmlns:p14="http://schemas.microsoft.com/office/powerpoint/2010/main" val="1003798754"/>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p:cNvSpPr txBox="1"/>
          <p:nvPr/>
        </p:nvSpPr>
        <p:spPr>
          <a:xfrm>
            <a:off x="2063552" y="2070115"/>
            <a:ext cx="9145016" cy="923330"/>
          </a:xfrm>
          <a:prstGeom prst="rect">
            <a:avLst/>
          </a:prstGeom>
          <a:noFill/>
        </p:spPr>
        <p:txBody>
          <a:bodyPr wrap="square" rtlCol="0">
            <a:spAutoFit/>
          </a:bodyPr>
          <a:lstStyle/>
          <a:p>
            <a:r>
              <a:rPr lang="nb-NO" dirty="0"/>
              <a:t>Lærer må være aktiv i det å skape refleksjon ved å utfordre eleven på egne handlinger og knytte dette opp mot elevenes valg. Lærer må være godt forberedt og møter i god tid til samlingen.</a:t>
            </a:r>
          </a:p>
          <a:p>
            <a:r>
              <a:rPr lang="nb-NO" dirty="0"/>
              <a:t>	</a:t>
            </a:r>
          </a:p>
        </p:txBody>
      </p:sp>
    </p:spTree>
    <p:extLst>
      <p:ext uri="{BB962C8B-B14F-4D97-AF65-F5344CB8AC3E}">
        <p14:creationId xmlns:p14="http://schemas.microsoft.com/office/powerpoint/2010/main" val="271044608"/>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p:cNvSpPr txBox="1"/>
          <p:nvPr/>
        </p:nvSpPr>
        <p:spPr>
          <a:xfrm>
            <a:off x="1847528" y="2106722"/>
            <a:ext cx="9966074" cy="2308324"/>
          </a:xfrm>
          <a:prstGeom prst="rect">
            <a:avLst/>
          </a:prstGeom>
          <a:noFill/>
        </p:spPr>
        <p:txBody>
          <a:bodyPr wrap="square" rtlCol="0">
            <a:spAutoFit/>
          </a:bodyPr>
          <a:lstStyle/>
          <a:p>
            <a:r>
              <a:rPr lang="nb-NO" dirty="0"/>
              <a:t>Problemorientert undervisning</a:t>
            </a:r>
          </a:p>
          <a:p>
            <a:r>
              <a:rPr lang="nb-NO" dirty="0"/>
              <a:t>Gruppeoppgaver</a:t>
            </a:r>
          </a:p>
          <a:p>
            <a:r>
              <a:rPr lang="nb-NO" dirty="0"/>
              <a:t>Drøftinger</a:t>
            </a:r>
          </a:p>
          <a:p>
            <a:r>
              <a:rPr lang="nb-NO" dirty="0"/>
              <a:t>Kvalitative spørsmål</a:t>
            </a:r>
          </a:p>
          <a:p>
            <a:r>
              <a:rPr lang="nb-NO" dirty="0"/>
              <a:t>Loggbok</a:t>
            </a:r>
          </a:p>
          <a:p>
            <a:endParaRPr lang="nb-NO" dirty="0"/>
          </a:p>
          <a:p>
            <a:r>
              <a:rPr lang="nb-NO" dirty="0"/>
              <a:t>Hadde du fått jobb som sjåfør etter dette kurset? Begrunn svaret (sterke og svake sider)</a:t>
            </a:r>
          </a:p>
          <a:p>
            <a:r>
              <a:rPr lang="nb-NO" dirty="0"/>
              <a:t>Hva ville du gjort annerledes hvis du kunne kjørt turen en gang til?</a:t>
            </a:r>
          </a:p>
        </p:txBody>
      </p:sp>
    </p:spTree>
    <p:extLst>
      <p:ext uri="{BB962C8B-B14F-4D97-AF65-F5344CB8AC3E}">
        <p14:creationId xmlns:p14="http://schemas.microsoft.com/office/powerpoint/2010/main" val="3600751078"/>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2585323"/>
          </a:xfrm>
          <a:prstGeom prst="rect">
            <a:avLst/>
          </a:prstGeom>
          <a:solidFill>
            <a:schemeClr val="bg1"/>
          </a:solidFill>
        </p:spPr>
        <p:txBody>
          <a:bodyPr wrap="square" rtlCol="0">
            <a:spAutoFit/>
          </a:bodyPr>
          <a:lstStyle/>
          <a:p>
            <a:r>
              <a:rPr lang="nb-NO" dirty="0"/>
              <a:t>Refleksjonen foregår som hovedregel i klasserom ved trafikkskolen.</a:t>
            </a:r>
          </a:p>
          <a:p>
            <a:endParaRPr lang="nb-NO" dirty="0"/>
          </a:p>
          <a:p>
            <a:r>
              <a:rPr lang="nb-NO" dirty="0"/>
              <a:t>Med tilgang:</a:t>
            </a:r>
          </a:p>
          <a:p>
            <a:r>
              <a:rPr lang="nb-NO" dirty="0"/>
              <a:t>Klasserom med bord og stoler</a:t>
            </a:r>
          </a:p>
          <a:p>
            <a:r>
              <a:rPr lang="nb-NO" dirty="0"/>
              <a:t>Tavle</a:t>
            </a:r>
          </a:p>
          <a:p>
            <a:r>
              <a:rPr lang="nb-NO" dirty="0"/>
              <a:t>TV- med mulighet til tilkobling PC</a:t>
            </a:r>
          </a:p>
          <a:p>
            <a:r>
              <a:rPr lang="nb-NO" dirty="0"/>
              <a:t>Programmet 4T</a:t>
            </a:r>
          </a:p>
          <a:p>
            <a:r>
              <a:rPr lang="nb-NO" dirty="0"/>
              <a:t>Utfylte logger til deltakere</a:t>
            </a:r>
          </a:p>
          <a:p>
            <a:endParaRPr lang="nb-NO" dirty="0"/>
          </a:p>
        </p:txBody>
      </p:sp>
    </p:spTree>
    <p:extLst>
      <p:ext uri="{BB962C8B-B14F-4D97-AF65-F5344CB8AC3E}">
        <p14:creationId xmlns:p14="http://schemas.microsoft.com/office/powerpoint/2010/main" val="1031900861"/>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44450" y="1700783"/>
            <a:ext cx="10369152" cy="369332"/>
          </a:xfrm>
          <a:prstGeom prst="rect">
            <a:avLst/>
          </a:prstGeom>
          <a:solidFill>
            <a:schemeClr val="bg1"/>
          </a:solidFill>
        </p:spPr>
        <p:txBody>
          <a:bodyPr wrap="square" rtlCol="0">
            <a:spAutoFit/>
          </a:bodyPr>
          <a:lstStyle/>
          <a:p>
            <a:endParaRPr lang="nb-NO" dirty="0"/>
          </a:p>
        </p:txBody>
      </p:sp>
      <p:sp>
        <p:nvSpPr>
          <p:cNvPr id="3" name="TekstSylinder 2"/>
          <p:cNvSpPr txBox="1"/>
          <p:nvPr/>
        </p:nvSpPr>
        <p:spPr>
          <a:xfrm>
            <a:off x="1775520" y="1864845"/>
            <a:ext cx="9169696" cy="1200329"/>
          </a:xfrm>
          <a:prstGeom prst="rect">
            <a:avLst/>
          </a:prstGeom>
          <a:noFill/>
        </p:spPr>
        <p:txBody>
          <a:bodyPr wrap="square" rtlCol="0">
            <a:spAutoFit/>
          </a:bodyPr>
          <a:lstStyle/>
          <a:p>
            <a:r>
              <a:rPr lang="nb-NO" dirty="0"/>
              <a:t>På bakgrunn av logg og erfaringer skal elevene ta stilling til om de ville beholdt jobben som sjåfør, samt drøftet hvilket utviklingspotensialet hver enkelt har.</a:t>
            </a:r>
          </a:p>
          <a:p>
            <a:r>
              <a:rPr lang="nb-NO" dirty="0"/>
              <a:t>Elevene bør ha så god selvinnsikt at de kan vurdere hvilke kunnskaper, ferdigheter og holdninger de selv mangler for å kunne opptre trygt i trafikken i </a:t>
            </a:r>
            <a:r>
              <a:rPr lang="nb-NO" dirty="0" err="1"/>
              <a:t>hht</a:t>
            </a:r>
            <a:r>
              <a:rPr lang="nb-NO" dirty="0"/>
              <a:t> hovedmålet.</a:t>
            </a:r>
          </a:p>
        </p:txBody>
      </p:sp>
    </p:spTree>
    <p:extLst>
      <p:ext uri="{BB962C8B-B14F-4D97-AF65-F5344CB8AC3E}">
        <p14:creationId xmlns:p14="http://schemas.microsoft.com/office/powerpoint/2010/main" val="3687763358"/>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Sylinder 1"/>
          <p:cNvSpPr txBox="1"/>
          <p:nvPr/>
        </p:nvSpPr>
        <p:spPr>
          <a:xfrm>
            <a:off x="1415480" y="2060848"/>
            <a:ext cx="10369152" cy="1477328"/>
          </a:xfrm>
          <a:prstGeom prst="rect">
            <a:avLst/>
          </a:prstGeom>
          <a:noFill/>
        </p:spPr>
        <p:txBody>
          <a:bodyPr wrap="square" rtlCol="0">
            <a:spAutoFit/>
          </a:bodyPr>
          <a:lstStyle/>
          <a:p>
            <a:r>
              <a:rPr lang="nb-NO" dirty="0"/>
              <a:t>4.2 Tilstrekkelig øving  </a:t>
            </a:r>
          </a:p>
          <a:p>
            <a:r>
              <a:rPr lang="nb-NO" dirty="0"/>
              <a:t>Eleven skal i tillegg til sikkerhetskurs på veg ha tilstrekkelig øving til å kunne kjøre i samsvar med hovedmålet.  </a:t>
            </a:r>
          </a:p>
          <a:p>
            <a:r>
              <a:rPr lang="nb-NO" dirty="0"/>
              <a:t>Aktuelt innhold </a:t>
            </a:r>
          </a:p>
          <a:p>
            <a:pPr marL="285750" indent="-285750">
              <a:buFont typeface="Arial" panose="020B0604020202020204" pitchFamily="34" charset="0"/>
              <a:buChar char="•"/>
            </a:pPr>
            <a:r>
              <a:rPr lang="nb-NO" dirty="0"/>
              <a:t>Supplerende øving ved trafikkskole</a:t>
            </a:r>
          </a:p>
          <a:p>
            <a:pPr marL="285750" indent="-285750">
              <a:buFont typeface="Arial" panose="020B0604020202020204" pitchFamily="34" charset="0"/>
              <a:buChar char="•"/>
            </a:pPr>
            <a:r>
              <a:rPr lang="nb-NO" dirty="0"/>
              <a:t>Privat øving/mengdetrening </a:t>
            </a:r>
          </a:p>
        </p:txBody>
      </p:sp>
    </p:spTree>
    <p:extLst>
      <p:ext uri="{BB962C8B-B14F-4D97-AF65-F5344CB8AC3E}">
        <p14:creationId xmlns:p14="http://schemas.microsoft.com/office/powerpoint/2010/main" val="1151136467"/>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4013227"/>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2369876"/>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593390505"/>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357219"/>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731201763"/>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513256343"/>
      </p:ext>
    </p:extLst>
  </p:cSld>
  <p:clrMapOvr>
    <a:masterClrMapping/>
  </p:clrMapOvr>
</p:sld>
</file>

<file path=ppt/theme/theme1.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Innholdsfortegnels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te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Office-te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3_Office-te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4_Office-te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5_Office-te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6_Office-te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7_Office-te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8_Office-te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9_Office-te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10_Office-te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11_Office-te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12_Office-te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13_Office-te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6.xml><?xml version="1.0" encoding="utf-8"?>
<a:theme xmlns:a="http://schemas.openxmlformats.org/drawingml/2006/main" name="14_Office-te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7.xml><?xml version="1.0" encoding="utf-8"?>
<a:theme xmlns:a="http://schemas.openxmlformats.org/drawingml/2006/main" name="15_Office-te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8.xml><?xml version="1.0" encoding="utf-8"?>
<a:theme xmlns:a="http://schemas.openxmlformats.org/drawingml/2006/main" name="16_Office-te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9.xml><?xml version="1.0" encoding="utf-8"?>
<a:theme xmlns:a="http://schemas.openxmlformats.org/drawingml/2006/main" name="17_Office-te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0.xml><?xml version="1.0" encoding="utf-8"?>
<a:theme xmlns:a="http://schemas.openxmlformats.org/drawingml/2006/main" name="18_Office-te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1.xml><?xml version="1.0" encoding="utf-8"?>
<a:theme xmlns:a="http://schemas.openxmlformats.org/drawingml/2006/main" name="19_Office-te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2.xml><?xml version="1.0" encoding="utf-8"?>
<a:theme xmlns:a="http://schemas.openxmlformats.org/drawingml/2006/main" name="20_Office-te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3.xml><?xml version="1.0" encoding="utf-8"?>
<a:theme xmlns:a="http://schemas.openxmlformats.org/drawingml/2006/main" name="21_Office-te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4.xml><?xml version="1.0" encoding="utf-8"?>
<a:theme xmlns:a="http://schemas.openxmlformats.org/drawingml/2006/main" name="22_Office-te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5.xml><?xml version="1.0" encoding="utf-8"?>
<a:theme xmlns:a="http://schemas.openxmlformats.org/drawingml/2006/main" name="23_Office-te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6.xml><?xml version="1.0" encoding="utf-8"?>
<a:theme xmlns:a="http://schemas.openxmlformats.org/drawingml/2006/main" name="24_Office-te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7.xml><?xml version="1.0" encoding="utf-8"?>
<a:theme xmlns:a="http://schemas.openxmlformats.org/drawingml/2006/main" name="25_Office-te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8.xml><?xml version="1.0" encoding="utf-8"?>
<a:theme xmlns:a="http://schemas.openxmlformats.org/drawingml/2006/main" name="26_Office-te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9.xml><?xml version="1.0" encoding="utf-8"?>
<a:theme xmlns:a="http://schemas.openxmlformats.org/drawingml/2006/main" name="27_Office-te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0.xml><?xml version="1.0" encoding="utf-8"?>
<a:theme xmlns:a="http://schemas.openxmlformats.org/drawingml/2006/main" name="28_Office-te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1.xml><?xml version="1.0" encoding="utf-8"?>
<a:theme xmlns:a="http://schemas.openxmlformats.org/drawingml/2006/main" name="29_Office-te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2.xml><?xml version="1.0" encoding="utf-8"?>
<a:theme xmlns:a="http://schemas.openxmlformats.org/drawingml/2006/main" name="30_Office-te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3.xml><?xml version="1.0" encoding="utf-8"?>
<a:theme xmlns:a="http://schemas.openxmlformats.org/drawingml/2006/main" name="31_Office-te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4.xml><?xml version="1.0" encoding="utf-8"?>
<a:theme xmlns:a="http://schemas.openxmlformats.org/drawingml/2006/main" name="32_Office-te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5.xml><?xml version="1.0" encoding="utf-8"?>
<a:theme xmlns:a="http://schemas.openxmlformats.org/drawingml/2006/main" name="33_Office-te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6.xml><?xml version="1.0" encoding="utf-8"?>
<a:theme xmlns:a="http://schemas.openxmlformats.org/drawingml/2006/main" name="34_Office-te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7.xml><?xml version="1.0" encoding="utf-8"?>
<a:theme xmlns:a="http://schemas.openxmlformats.org/drawingml/2006/main" name="35_Office-te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8.xml><?xml version="1.0" encoding="utf-8"?>
<a:theme xmlns:a="http://schemas.openxmlformats.org/drawingml/2006/main" name="36_Office-te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9.xml><?xml version="1.0" encoding="utf-8"?>
<a:theme xmlns:a="http://schemas.openxmlformats.org/drawingml/2006/main" name="37_Office-te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0.xml><?xml version="1.0" encoding="utf-8"?>
<a:theme xmlns:a="http://schemas.openxmlformats.org/drawingml/2006/main" name="38_Office-te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1.xml><?xml version="1.0" encoding="utf-8"?>
<a:theme xmlns:a="http://schemas.openxmlformats.org/drawingml/2006/main" name="39_Office-te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2.xml><?xml version="1.0" encoding="utf-8"?>
<a:theme xmlns:a="http://schemas.openxmlformats.org/drawingml/2006/main" name="40_Office-te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3.xml><?xml version="1.0" encoding="utf-8"?>
<a:theme xmlns:a="http://schemas.openxmlformats.org/drawingml/2006/main" name="41_Office-te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4.xml><?xml version="1.0" encoding="utf-8"?>
<a:theme xmlns:a="http://schemas.openxmlformats.org/drawingml/2006/main" name="42_Office-te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5.xml><?xml version="1.0" encoding="utf-8"?>
<a:theme xmlns:a="http://schemas.openxmlformats.org/drawingml/2006/main" name="43_Office-te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6.xml><?xml version="1.0" encoding="utf-8"?>
<a:theme xmlns:a="http://schemas.openxmlformats.org/drawingml/2006/main" name="44_Office-te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7.xml><?xml version="1.0" encoding="utf-8"?>
<a:theme xmlns:a="http://schemas.openxmlformats.org/drawingml/2006/main" name="45_Office-te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8.xml><?xml version="1.0" encoding="utf-8"?>
<a:theme xmlns:a="http://schemas.openxmlformats.org/drawingml/2006/main" name="46_Office-te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9.xml><?xml version="1.0" encoding="utf-8"?>
<a:theme xmlns:a="http://schemas.openxmlformats.org/drawingml/2006/main" name="47_Office-te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0.xml><?xml version="1.0" encoding="utf-8"?>
<a:theme xmlns:a="http://schemas.openxmlformats.org/drawingml/2006/main" name="48_Office-te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1.xml><?xml version="1.0" encoding="utf-8"?>
<a:theme xmlns:a="http://schemas.openxmlformats.org/drawingml/2006/main" name="49_Office-te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2.xml><?xml version="1.0" encoding="utf-8"?>
<a:theme xmlns:a="http://schemas.openxmlformats.org/drawingml/2006/main" name="50_Office-te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3.xml><?xml version="1.0" encoding="utf-8"?>
<a:theme xmlns:a="http://schemas.openxmlformats.org/drawingml/2006/main" name="51_Office-te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4.xml><?xml version="1.0" encoding="utf-8"?>
<a:theme xmlns:a="http://schemas.openxmlformats.org/drawingml/2006/main" name="52_Office-te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5.xml><?xml version="1.0" encoding="utf-8"?>
<a:theme xmlns:a="http://schemas.openxmlformats.org/drawingml/2006/main" name="53_Office-te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6.xml><?xml version="1.0" encoding="utf-8"?>
<a:theme xmlns:a="http://schemas.openxmlformats.org/drawingml/2006/main" name="54_Office-te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7.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820</TotalTime>
  <Words>14773</Words>
  <Application>Microsoft Office PowerPoint</Application>
  <PresentationFormat>Widescreen</PresentationFormat>
  <Paragraphs>1397</Paragraphs>
  <Slides>253</Slides>
  <Notes>0</Notes>
  <HiddenSlides>0</HiddenSlides>
  <MMClips>0</MMClips>
  <ScaleCrop>false</ScaleCrop>
  <HeadingPairs>
    <vt:vector size="4" baseType="variant">
      <vt:variant>
        <vt:lpstr>Tema</vt:lpstr>
      </vt:variant>
      <vt:variant>
        <vt:i4>56</vt:i4>
      </vt:variant>
      <vt:variant>
        <vt:lpstr>Lysbildetitler</vt:lpstr>
      </vt:variant>
      <vt:variant>
        <vt:i4>253</vt:i4>
      </vt:variant>
    </vt:vector>
  </HeadingPairs>
  <TitlesOfParts>
    <vt:vector size="309" baseType="lpstr">
      <vt:lpstr>Office-tema</vt:lpstr>
      <vt:lpstr>Innholdsfortegnelse</vt:lpstr>
      <vt:lpstr>1_Office-tema</vt:lpstr>
      <vt:lpstr>2_Office-tema</vt:lpstr>
      <vt:lpstr>3_Office-tema</vt:lpstr>
      <vt:lpstr>4_Office-tema</vt:lpstr>
      <vt:lpstr>5_Office-tema</vt:lpstr>
      <vt:lpstr>6_Office-tema</vt:lpstr>
      <vt:lpstr>7_Office-tema</vt:lpstr>
      <vt:lpstr>8_Office-tema</vt:lpstr>
      <vt:lpstr>9_Office-tema</vt:lpstr>
      <vt:lpstr>10_Office-tema</vt:lpstr>
      <vt:lpstr>11_Office-tema</vt:lpstr>
      <vt:lpstr>12_Office-tema</vt:lpstr>
      <vt:lpstr>13_Office-tema</vt:lpstr>
      <vt:lpstr>14_Office-tema</vt:lpstr>
      <vt:lpstr>15_Office-tema</vt:lpstr>
      <vt:lpstr>16_Office-tema</vt:lpstr>
      <vt:lpstr>17_Office-tema</vt:lpstr>
      <vt:lpstr>18_Office-tema</vt:lpstr>
      <vt:lpstr>19_Office-tema</vt:lpstr>
      <vt:lpstr>20_Office-tema</vt:lpstr>
      <vt:lpstr>21_Office-tema</vt:lpstr>
      <vt:lpstr>22_Office-tema</vt:lpstr>
      <vt:lpstr>23_Office-tema</vt:lpstr>
      <vt:lpstr>24_Office-tema</vt:lpstr>
      <vt:lpstr>25_Office-tema</vt:lpstr>
      <vt:lpstr>26_Office-tema</vt:lpstr>
      <vt:lpstr>27_Office-tema</vt:lpstr>
      <vt:lpstr>28_Office-tema</vt:lpstr>
      <vt:lpstr>29_Office-tema</vt:lpstr>
      <vt:lpstr>30_Office-tema</vt:lpstr>
      <vt:lpstr>31_Office-tema</vt:lpstr>
      <vt:lpstr>32_Office-tema</vt:lpstr>
      <vt:lpstr>33_Office-tema</vt:lpstr>
      <vt:lpstr>34_Office-tema</vt:lpstr>
      <vt:lpstr>35_Office-tema</vt:lpstr>
      <vt:lpstr>36_Office-tema</vt:lpstr>
      <vt:lpstr>37_Office-tema</vt:lpstr>
      <vt:lpstr>38_Office-tema</vt:lpstr>
      <vt:lpstr>39_Office-tema</vt:lpstr>
      <vt:lpstr>40_Office-tema</vt:lpstr>
      <vt:lpstr>41_Office-tema</vt:lpstr>
      <vt:lpstr>42_Office-tema</vt:lpstr>
      <vt:lpstr>43_Office-tema</vt:lpstr>
      <vt:lpstr>44_Office-tema</vt:lpstr>
      <vt:lpstr>45_Office-tema</vt:lpstr>
      <vt:lpstr>46_Office-tema</vt:lpstr>
      <vt:lpstr>47_Office-tema</vt:lpstr>
      <vt:lpstr>48_Office-tema</vt:lpstr>
      <vt:lpstr>49_Office-tema</vt:lpstr>
      <vt:lpstr>50_Office-tema</vt:lpstr>
      <vt:lpstr>51_Office-tema</vt:lpstr>
      <vt:lpstr>52_Office-tema</vt:lpstr>
      <vt:lpstr>53_Office-tema</vt:lpstr>
      <vt:lpstr>54_Office-tema</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lpstr>PowerPoint-presentasjon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PowerPoint-presentasjon</dc:title>
  <dc:creator>Stig Arne Graven</dc:creator>
  <cp:lastModifiedBy>Michael Pisaiyavong</cp:lastModifiedBy>
  <cp:revision>22</cp:revision>
  <dcterms:created xsi:type="dcterms:W3CDTF">2018-08-24T14:43:38Z</dcterms:created>
  <dcterms:modified xsi:type="dcterms:W3CDTF">2024-08-27T13:05:23Z</dcterms:modified>
</cp:coreProperties>
</file>